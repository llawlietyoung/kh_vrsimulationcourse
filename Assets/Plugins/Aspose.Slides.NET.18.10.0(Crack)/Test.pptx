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824210" y="5842000"/>
            <a:ext cx="13633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0"/>
              <a:t>玛</a:t>
            </a:r>
            <a:endParaRPr lang="zh-CN" altLang="en-US" sz="6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1</a:t>
            </a:r>
            <a:endParaRPr lang="en-US" altLang="zh-CN" sz="4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2</a:t>
            </a:r>
            <a:endParaRPr lang="en-US" altLang="zh-CN" sz="4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3</a:t>
            </a:r>
            <a:endParaRPr lang="en-US" altLang="zh-CN" sz="4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4</a:t>
            </a:r>
            <a:endParaRPr lang="en-US" altLang="zh-CN" sz="4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5</a:t>
            </a:r>
            <a:endParaRPr lang="en-US" altLang="zh-CN" sz="4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6</a:t>
            </a:r>
            <a:endParaRPr lang="en-US" altLang="zh-CN" sz="4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7</a:t>
            </a:r>
            <a:endParaRPr lang="en-US" altLang="zh-CN" sz="4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8</a:t>
            </a:r>
            <a:endParaRPr lang="en-US" altLang="zh-CN" sz="4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5505" y="205105"/>
            <a:ext cx="284099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1300"/>
              <a:t>9</a:t>
            </a:r>
            <a:endParaRPr lang="en-US" altLang="zh-CN" sz="4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46450" y="205105"/>
            <a:ext cx="5499100" cy="64471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41300"/>
              <a:t>10</a:t>
            </a:r>
            <a:endParaRPr lang="en-US" altLang="zh-CN" sz="4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演示</Application>
  <PresentationFormat>宽屏</PresentationFormat>
  <Paragraphs>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WangMa</dc:creator>
  <cp:lastModifiedBy>WangMa</cp:lastModifiedBy>
  <cp:revision>6</cp:revision>
  <dcterms:created xsi:type="dcterms:W3CDTF">2019-02-18T09:56:00Z</dcterms:created>
  <dcterms:modified xsi:type="dcterms:W3CDTF">2019-02-18T10:05:54Z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