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Lst>
  <p:notesMasterIdLst>
    <p:notesMasterId r:id="rId80"/>
  </p:notesMasterIdLst>
  <p:sldIdLst>
    <p:sldId id="261" r:id="rId48"/>
    <p:sldId id="262" r:id="rId49"/>
    <p:sldId id="263" r:id="rId50"/>
    <p:sldId id="269" r:id="rId51"/>
    <p:sldId id="267" r:id="rId52"/>
    <p:sldId id="272" r:id="rId53"/>
    <p:sldId id="299" r:id="rId54"/>
    <p:sldId id="322" r:id="rId55"/>
    <p:sldId id="323" r:id="rId56"/>
    <p:sldId id="264" r:id="rId57"/>
    <p:sldId id="275" r:id="rId58"/>
    <p:sldId id="289" r:id="rId59"/>
    <p:sldId id="300" r:id="rId60"/>
    <p:sldId id="301" r:id="rId61"/>
    <p:sldId id="320" r:id="rId62"/>
    <p:sldId id="321" r:id="rId63"/>
    <p:sldId id="302" r:id="rId64"/>
    <p:sldId id="303" r:id="rId65"/>
    <p:sldId id="305" r:id="rId66"/>
    <p:sldId id="306" r:id="rId67"/>
    <p:sldId id="277" r:id="rId68"/>
    <p:sldId id="307" r:id="rId69"/>
    <p:sldId id="308" r:id="rId70"/>
    <p:sldId id="309" r:id="rId71"/>
    <p:sldId id="310" r:id="rId72"/>
    <p:sldId id="314" r:id="rId73"/>
    <p:sldId id="311" r:id="rId74"/>
    <p:sldId id="312" r:id="rId75"/>
    <p:sldId id="313" r:id="rId76"/>
    <p:sldId id="315" r:id="rId77"/>
    <p:sldId id="316" r:id="rId78"/>
    <p:sldId id="319" r:id="rId79"/>
  </p:sldIdLst>
  <p:sldSz cx="9144000" cy="5715000" type="screen16x10"/>
  <p:notesSz cx="6858000" cy="9144000"/>
  <p:embeddedFontLst>
    <p:embeddedFont>
      <p:font typeface="Franklin Gothic Medium" panose="020B0603020102020204" pitchFamily="34" charset="0"/>
      <p:regular r:id="rId84"/>
      <p:italic r:id="rId85"/>
    </p:embeddedFont>
    <p:embeddedFont>
      <p:font typeface="微软雅黑" panose="020B0503020204020204" pitchFamily="34" charset="-122"/>
      <p:regular r:id="rId86"/>
    </p:embeddedFont>
    <p:embeddedFont>
      <p:font typeface="Gulim" panose="020B0600000101010101" pitchFamily="34" charset="-127"/>
      <p:regular r:id="rId87"/>
    </p:embeddedFont>
    <p:embeddedFont>
      <p:font typeface="方正兰亭黑_GBK" panose="02000000000000000000" charset="-122"/>
      <p:regular r:id="rId88"/>
    </p:embeddedFont>
    <p:embeddedFont>
      <p:font typeface="Haettenschweiler" panose="020B0706040902060204" pitchFamily="34" charset="0"/>
      <p:regular r:id="rId89"/>
    </p:embeddedFont>
    <p:embeddedFont>
      <p:font typeface="Mistral" panose="03090702030407020403" pitchFamily="66" charset="0"/>
      <p:regular r:id="rId90"/>
    </p:embeddedFont>
    <p:embeddedFont>
      <p:font typeface="Arial Unicode MS" panose="020B0604020202020204" pitchFamily="34" charset="-122"/>
      <p:regular r:id="rId91"/>
    </p:embeddedFont>
    <p:embeddedFont>
      <p:font typeface="Verdana" panose="020B0604030504040204" pitchFamily="34" charset="0"/>
      <p:regular r:id="rId92"/>
      <p:bold r:id="rId93"/>
      <p:italic r:id="rId94"/>
      <p:boldItalic r:id="rId95"/>
    </p:embeddedFont>
    <p:embeddedFont>
      <p:font typeface="Calibri" panose="020F0502020204030204" pitchFamily="34" charset="0"/>
      <p:regular r:id="rId96"/>
      <p:bold r:id="rId97"/>
      <p:italic r:id="rId98"/>
      <p:boldItalic r:id="rId99"/>
    </p:embeddedFont>
    <p:embeddedFont>
      <p:font typeface="黑体" panose="02010609060101010101" charset="-122"/>
      <p:regular r:id="rId100"/>
    </p:embeddedFont>
    <p:embeddedFont>
      <p:font typeface="DFKai-SB" panose="03000509000000000000" pitchFamily="65" charset="-120"/>
      <p:regular r:id="rId101"/>
    </p:embeddedFont>
    <p:embeddedFont>
      <p:font typeface="Calibri" panose="020F0502020204030204"/>
      <p:regular r:id="rId102"/>
      <p:bold r:id="rId103"/>
      <p:italic r:id="rId104"/>
      <p:boldItalic r:id="rId105"/>
    </p:embeddedFont>
    <p:embeddedFont>
      <p:font typeface="Space Age" panose="02000500020000020004"/>
      <p:regular r:id="rId10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48"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4F81BD"/>
    <a:srgbClr val="467EA6"/>
    <a:srgbClr val="808080"/>
    <a:srgbClr val="6892B0"/>
    <a:srgbClr val="DDDDD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0" d="100"/>
          <a:sy n="100" d="100"/>
        </p:scale>
        <p:origin x="612" y="72"/>
      </p:cViewPr>
      <p:guideLst>
        <p:guide orient="horz" pos="1748"/>
        <p:guide pos="28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font" Target="fonts/font16.fntdata"/><Relationship Id="rId98" Type="http://schemas.openxmlformats.org/officeDocument/2006/relationships/font" Target="fonts/font15.fntdata"/><Relationship Id="rId97" Type="http://schemas.openxmlformats.org/officeDocument/2006/relationships/font" Target="fonts/font14.fntdata"/><Relationship Id="rId96" Type="http://schemas.openxmlformats.org/officeDocument/2006/relationships/font" Target="fonts/font13.fntdata"/><Relationship Id="rId95" Type="http://schemas.openxmlformats.org/officeDocument/2006/relationships/font" Target="fonts/font12.fntdata"/><Relationship Id="rId94" Type="http://schemas.openxmlformats.org/officeDocument/2006/relationships/font" Target="fonts/font11.fntdata"/><Relationship Id="rId93" Type="http://schemas.openxmlformats.org/officeDocument/2006/relationships/font" Target="fonts/font10.fntdata"/><Relationship Id="rId92" Type="http://schemas.openxmlformats.org/officeDocument/2006/relationships/font" Target="fonts/font9.fntdata"/><Relationship Id="rId91" Type="http://schemas.openxmlformats.org/officeDocument/2006/relationships/font" Target="fonts/font8.fntdata"/><Relationship Id="rId90" Type="http://schemas.openxmlformats.org/officeDocument/2006/relationships/font" Target="fonts/font7.fntdata"/><Relationship Id="rId9" Type="http://schemas.openxmlformats.org/officeDocument/2006/relationships/slideMaster" Target="slideMasters/slideMaster8.xml"/><Relationship Id="rId89" Type="http://schemas.openxmlformats.org/officeDocument/2006/relationships/font" Target="fonts/font6.fntdata"/><Relationship Id="rId88" Type="http://schemas.openxmlformats.org/officeDocument/2006/relationships/font" Target="fonts/font5.fntdata"/><Relationship Id="rId87" Type="http://schemas.openxmlformats.org/officeDocument/2006/relationships/font" Target="fonts/font4.fntdata"/><Relationship Id="rId86" Type="http://schemas.openxmlformats.org/officeDocument/2006/relationships/font" Target="fonts/font3.fntdata"/><Relationship Id="rId85" Type="http://schemas.openxmlformats.org/officeDocument/2006/relationships/font" Target="fonts/font2.fntdata"/><Relationship Id="rId84" Type="http://schemas.openxmlformats.org/officeDocument/2006/relationships/font" Target="fonts/font1.fntdata"/><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notesMaster" Target="notesMasters/notesMaster1.xml"/><Relationship Id="rId8" Type="http://schemas.openxmlformats.org/officeDocument/2006/relationships/slideMaster" Target="slideMasters/slideMaster7.xml"/><Relationship Id="rId79" Type="http://schemas.openxmlformats.org/officeDocument/2006/relationships/slide" Target="slides/slide32.xml"/><Relationship Id="rId78" Type="http://schemas.openxmlformats.org/officeDocument/2006/relationships/slide" Target="slides/slide31.xml"/><Relationship Id="rId77" Type="http://schemas.openxmlformats.org/officeDocument/2006/relationships/slide" Target="slides/slide30.xml"/><Relationship Id="rId76" Type="http://schemas.openxmlformats.org/officeDocument/2006/relationships/slide" Target="slides/slide29.xml"/><Relationship Id="rId75" Type="http://schemas.openxmlformats.org/officeDocument/2006/relationships/slide" Target="slides/slide28.xml"/><Relationship Id="rId74" Type="http://schemas.openxmlformats.org/officeDocument/2006/relationships/slide" Target="slides/slide27.xml"/><Relationship Id="rId73" Type="http://schemas.openxmlformats.org/officeDocument/2006/relationships/slide" Target="slides/slide26.xml"/><Relationship Id="rId72" Type="http://schemas.openxmlformats.org/officeDocument/2006/relationships/slide" Target="slides/slide25.xml"/><Relationship Id="rId71" Type="http://schemas.openxmlformats.org/officeDocument/2006/relationships/slide" Target="slides/slide24.xml"/><Relationship Id="rId70" Type="http://schemas.openxmlformats.org/officeDocument/2006/relationships/slide" Target="slides/slide23.xml"/><Relationship Id="rId7" Type="http://schemas.openxmlformats.org/officeDocument/2006/relationships/slideMaster" Target="slideMasters/slideMaster6.xml"/><Relationship Id="rId69" Type="http://schemas.openxmlformats.org/officeDocument/2006/relationships/slide" Target="slides/slide22.xml"/><Relationship Id="rId68" Type="http://schemas.openxmlformats.org/officeDocument/2006/relationships/slide" Target="slides/slide21.xml"/><Relationship Id="rId67" Type="http://schemas.openxmlformats.org/officeDocument/2006/relationships/slide" Target="slides/slide20.xml"/><Relationship Id="rId66" Type="http://schemas.openxmlformats.org/officeDocument/2006/relationships/slide" Target="slides/slide19.xml"/><Relationship Id="rId65" Type="http://schemas.openxmlformats.org/officeDocument/2006/relationships/slide" Target="slides/slide18.xml"/><Relationship Id="rId64" Type="http://schemas.openxmlformats.org/officeDocument/2006/relationships/slide" Target="slides/slide17.xml"/><Relationship Id="rId63" Type="http://schemas.openxmlformats.org/officeDocument/2006/relationships/slide" Target="slides/slide16.xml"/><Relationship Id="rId62" Type="http://schemas.openxmlformats.org/officeDocument/2006/relationships/slide" Target="slides/slide15.xml"/><Relationship Id="rId61" Type="http://schemas.openxmlformats.org/officeDocument/2006/relationships/slide" Target="slides/slide14.xml"/><Relationship Id="rId60" Type="http://schemas.openxmlformats.org/officeDocument/2006/relationships/slide" Target="slides/slide13.xml"/><Relationship Id="rId6" Type="http://schemas.openxmlformats.org/officeDocument/2006/relationships/slideMaster" Target="slideMasters/slideMaster5.xml"/><Relationship Id="rId59" Type="http://schemas.openxmlformats.org/officeDocument/2006/relationships/slide" Target="slides/slide12.xml"/><Relationship Id="rId58" Type="http://schemas.openxmlformats.org/officeDocument/2006/relationships/slide" Target="slides/slide11.xml"/><Relationship Id="rId57" Type="http://schemas.openxmlformats.org/officeDocument/2006/relationships/slide" Target="slides/slide10.xml"/><Relationship Id="rId56" Type="http://schemas.openxmlformats.org/officeDocument/2006/relationships/slide" Target="slides/slide9.xml"/><Relationship Id="rId55" Type="http://schemas.openxmlformats.org/officeDocument/2006/relationships/slide" Target="slides/slide8.xml"/><Relationship Id="rId54" Type="http://schemas.openxmlformats.org/officeDocument/2006/relationships/slide" Target="slides/slide7.xml"/><Relationship Id="rId53" Type="http://schemas.openxmlformats.org/officeDocument/2006/relationships/slide" Target="slides/slide6.xml"/><Relationship Id="rId52" Type="http://schemas.openxmlformats.org/officeDocument/2006/relationships/slide" Target="slides/slide5.xml"/><Relationship Id="rId51" Type="http://schemas.openxmlformats.org/officeDocument/2006/relationships/slide" Target="slides/slide4.xml"/><Relationship Id="rId50" Type="http://schemas.openxmlformats.org/officeDocument/2006/relationships/slide" Target="slides/slide3.xml"/><Relationship Id="rId5" Type="http://schemas.openxmlformats.org/officeDocument/2006/relationships/slideMaster" Target="slideMasters/slideMaster4.xml"/><Relationship Id="rId49" Type="http://schemas.openxmlformats.org/officeDocument/2006/relationships/slide" Target="slides/slide2.xml"/><Relationship Id="rId48" Type="http://schemas.openxmlformats.org/officeDocument/2006/relationships/slide" Target="slides/slide1.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6" Type="http://schemas.openxmlformats.org/officeDocument/2006/relationships/font" Target="fonts/font23.fntdata"/><Relationship Id="rId105" Type="http://schemas.openxmlformats.org/officeDocument/2006/relationships/font" Target="fonts/font22.fntdata"/><Relationship Id="rId104" Type="http://schemas.openxmlformats.org/officeDocument/2006/relationships/font" Target="fonts/font21.fntdata"/><Relationship Id="rId103" Type="http://schemas.openxmlformats.org/officeDocument/2006/relationships/font" Target="fonts/font20.fntdata"/><Relationship Id="rId102" Type="http://schemas.openxmlformats.org/officeDocument/2006/relationships/font" Target="fonts/font19.fntdata"/><Relationship Id="rId101" Type="http://schemas.openxmlformats.org/officeDocument/2006/relationships/font" Target="fonts/font18.fntdata"/><Relationship Id="rId100" Type="http://schemas.openxmlformats.org/officeDocument/2006/relationships/font" Target="fonts/font17.fntdata"/><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6BF52A52-394A-11D3-B153-00C04F79FAA6}" ax:persistence="persistStorage" r:id="rId1"/>
</file>

<file path=ppt/activeX/activeX2.xml><?xml version="1.0" encoding="utf-8"?>
<ax:ocx xmlns:ax="http://schemas.microsoft.com/office/2006/activeX" xmlns:r="http://schemas.openxmlformats.org/officeDocument/2006/relationships" ax:classid="{6BF52A52-394A-11D3-B153-00C04F79FAA6}"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0178"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en-US"/>
          </a:p>
        </p:txBody>
      </p:sp>
      <p:sp>
        <p:nvSpPr>
          <p:cNvPr id="50179"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a:defRPr/>
            </a:pPr>
            <a:fld id="{3AD946E5-5CE2-49EE-95CE-678A01A5F065}" type="datetimeFigureOut">
              <a:rPr lang="zh-CN" altLang="en-US"/>
            </a:fld>
            <a:endParaRPr lang="zh-CN" altLang="en-US"/>
          </a:p>
        </p:txBody>
      </p:sp>
      <p:sp>
        <p:nvSpPr>
          <p:cNvPr id="51204" name="幻灯片图像占位符 3"/>
          <p:cNvSpPr>
            <a:spLocks noGrp="1" noRot="1" noChangeAspect="1" noChangeArrowheads="1"/>
          </p:cNvSpPr>
          <p:nvPr>
            <p:ph type="sldImg" idx="2"/>
          </p:nvPr>
        </p:nvSpPr>
        <p:spPr bwMode="auto">
          <a:xfrm>
            <a:off x="685800" y="685800"/>
            <a:ext cx="5486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50181"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50182"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en-US"/>
          </a:p>
        </p:txBody>
      </p:sp>
      <p:sp>
        <p:nvSpPr>
          <p:cNvPr id="50183"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a:defRPr/>
            </a:pPr>
            <a:fld id="{93A6C153-72BC-4C01-B0C7-470595E5E8C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F329F6E-DC1B-4DE9-AC2E-7F7C96600669}" type="slidenum">
              <a:rPr lang="en-US" altLang="zh-CN"/>
            </a:fld>
            <a:endParaRPr lang="en-US" altLang="zh-CN"/>
          </a:p>
        </p:txBody>
      </p:sp>
    </p:spTree>
  </p:cSld>
  <p:clrMapOvr>
    <a:masterClrMapping/>
  </p:clrMapOvr>
  <p:transition>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DF38D86-A794-462A-B00C-7DB30153CD94}" type="slidenum">
              <a:rPr lang="en-US" altLang="zh-CN"/>
            </a:fld>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82418B2-F396-4110-B1FF-8E81740B826A}" type="slidenum">
              <a:rPr lang="en-US" altLang="zh-CN"/>
            </a:fld>
            <a:endParaRPr lang="en-US" alt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CA9E9F4-C0B1-433B-851E-BC351F8F1FCF}" type="slidenum">
              <a:rPr lang="en-US" altLang="zh-CN"/>
            </a:fld>
            <a:endParaRPr lang="en-US" altLang="zh-CN"/>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D7CCE437-1058-46D0-81F3-1D750212D4E1}" type="slidenum">
              <a:rPr lang="en-US" altLang="zh-CN"/>
            </a:fld>
            <a:endParaRPr lang="en-US" altLang="zh-CN"/>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A661404-223C-4437-8E1A-7FDD5C859AC4}" type="slidenum">
              <a:rPr lang="en-US" altLang="zh-CN"/>
            </a:fld>
            <a:endParaRPr lang="en-US" altLang="zh-C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A306779-EF28-404D-8734-3AC0F59C47CF}" type="slidenum">
              <a:rPr lang="en-US" altLang="zh-CN"/>
            </a:fld>
            <a:endParaRPr lang="en-US" altLang="zh-C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1AD783F4-7E1A-4535-BF43-E860FFD3F28A}" type="slidenum">
              <a:rPr lang="en-US" altLang="zh-CN"/>
            </a:fld>
            <a:endParaRPr lang="en-US" altLang="zh-CN"/>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B25F3A8-F677-4A00-96E7-751032936D5C}" type="slidenum">
              <a:rPr lang="en-US" altLang="zh-CN"/>
            </a:fld>
            <a:endParaRPr lang="en-US" altLang="zh-C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0D9B1C7-AA72-4E15-BDEB-576AEA1B418A}" type="slidenum">
              <a:rPr lang="en-US" altLang="zh-CN"/>
            </a:fld>
            <a:endParaRPr lang="en-US" altLang="zh-CN"/>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221D348-9067-4FB3-BB19-AA2226FE71EA}" type="slidenum">
              <a:rPr lang="en-US" altLang="zh-CN"/>
            </a:fld>
            <a:endParaRPr lang="en-US" altLang="zh-CN"/>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E4ADF8A-4267-42D2-BDDD-FB6327BB4F60}" type="slidenum">
              <a:rPr lang="en-US" altLang="zh-CN"/>
            </a:fld>
            <a:endParaRPr lang="en-US" altLang="zh-CN"/>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9F4A52A-036E-4473-91A5-BC82297425A5}" type="slidenum">
              <a:rPr lang="en-US" altLang="zh-CN"/>
            </a:fld>
            <a:endParaRPr lang="en-US" altLang="zh-CN"/>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FA02248-5C18-446D-B1E7-D7D6AD824497}" type="slidenum">
              <a:rPr lang="en-US" altLang="zh-CN"/>
            </a:fld>
            <a:endParaRPr lang="en-US" altLang="zh-CN"/>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418F454-AE6E-44D5-82DC-286C218AC036}" type="slidenum">
              <a:rPr lang="en-US" altLang="zh-CN"/>
            </a:fld>
            <a:endParaRPr lang="en-US" altLang="zh-CN"/>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FE54863B-C209-46B9-A0E9-5245D2D7E15C}" type="slidenum">
              <a:rPr lang="en-US" altLang="zh-CN"/>
            </a:fld>
            <a:endParaRPr lang="en-US" altLang="zh-CN"/>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374A702-3997-440C-ADF2-7C28F83FC638}" type="slidenum">
              <a:rPr lang="en-US" altLang="zh-CN"/>
            </a:fld>
            <a:endParaRPr lang="en-US" altLang="zh-CN"/>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7415A91-7D5A-4427-8390-66C4C4CC1D00}" type="slidenum">
              <a:rPr lang="en-US" altLang="zh-CN"/>
            </a:fld>
            <a:endParaRPr lang="en-US" altLang="zh-CN"/>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7A6A82C-27A6-47C7-9087-5425A831C578}" type="slidenum">
              <a:rPr lang="en-US" altLang="zh-CN"/>
            </a:fld>
            <a:endParaRPr lang="en-US" altLang="zh-CN"/>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7EEC5AF-6FB7-4A1C-B246-11C56D882283}" type="slidenum">
              <a:rPr lang="en-US" altLang="zh-CN"/>
            </a:fld>
            <a:endParaRPr lang="en-US" altLang="zh-CN"/>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7FDDEA1-8210-4FA3-AC4A-85C61B9D4C66}" type="slidenum">
              <a:rPr lang="en-US" altLang="zh-CN"/>
            </a:fld>
            <a:endParaRPr lang="en-US" altLang="zh-CN"/>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3BA857D-FF1E-42BC-BF69-D791E04FB37D}" type="slidenum">
              <a:rPr lang="en-US" altLang="zh-CN"/>
            </a:fld>
            <a:endParaRPr lang="en-US" altLang="zh-CN"/>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0EFF057-5FC2-4636-8E46-BF33B8A41449}" type="slidenum">
              <a:rPr lang="en-US" altLang="zh-CN"/>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997AA86-55B7-4169-B901-950879B499BB}" type="slidenum">
              <a:rPr lang="en-US" altLang="zh-CN"/>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79D8B9B-FF98-497D-BBA3-720B82B49DA7}" type="slidenum">
              <a:rPr lang="en-US" altLang="zh-CN"/>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DFE100CD-57D9-4665-8DB4-5F94B8C178D9}" type="slidenum">
              <a:rPr lang="en-US" altLang="zh-CN"/>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539521B-0C6F-4E45-9D86-A313F47D1D29}" type="slidenum">
              <a:rPr lang="en-US" altLang="zh-CN"/>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2065213-52D8-4464-97F7-755B15A32823}" type="slidenum">
              <a:rPr lang="en-US" altLang="zh-CN"/>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EC8D3340-98A7-4AC8-97F8-D9808488C51B}" type="slidenum">
              <a:rPr lang="en-US" altLang="zh-CN"/>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D508ED9-9D4B-4B9F-864D-7D71FA4F0675}" type="slidenum">
              <a:rPr lang="en-US" altLang="zh-CN"/>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B5FC932-19E4-4EDB-BE6C-429129D68BB2}" type="slidenum">
              <a:rPr lang="en-US" altLang="zh-CN"/>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E89C905-3F17-4C99-ADCD-76D098730FBC}" type="slidenum">
              <a:rPr lang="en-US" altLang="zh-CN"/>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4FC1B01-7ADC-496B-9A48-6D4BBBB15FD2}" type="slidenum">
              <a:rPr lang="en-US" altLang="zh-CN"/>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71B52CB-5128-44AF-85AD-EBA71C4512F3}"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84FC4EA-EF56-4337-A1AB-3981D6E34DD3}" type="slidenum">
              <a:rPr lang="zh-CN" altLang="en-US"/>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670DB35-7143-4A8A-B0CC-5962A8D0BEF5}"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22D2CEEF-FE13-4DEF-A9C5-A8318F58B03F}" type="slidenum">
              <a:rPr lang="zh-CN" altLang="en-US"/>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60759DA8-0A29-427A-8E68-B695879E6ACE}"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5E1A055-3C1B-4E9F-B132-6514910CF0F7}" type="slidenum">
              <a:rPr lang="zh-CN" altLang="en-US"/>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55F501AE-577A-4EC6-9DA5-439DA96DBC05}"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E39410DE-E925-4F48-A61A-3B74BCFD077D}" type="slidenum">
              <a:rPr lang="zh-CN" altLang="en-US"/>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9BE856BA-03A8-48CF-8E3E-35CBB18F1CF2}"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50F4CAC6-7952-4550-AF90-AE774083D35C}" type="slidenum">
              <a:rPr lang="zh-CN" altLang="en-US"/>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BCE995E1-D97F-4124-B18B-4876FAA1AAE2}"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133C18BF-9BF0-4AE5-B2C1-823296CB290C}" type="slidenum">
              <a:rPr lang="zh-CN" altLang="en-US"/>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4FC0BBED-1E08-4A8D-BE3A-D3266B21D694}"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320B955D-45E8-4459-87D8-B5CBF6C6B3A9}" type="slidenum">
              <a:rPr lang="zh-CN" altLang="en-US"/>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4BF5D9F4-8327-418C-AD84-69FD24AA2936}"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D25CB2DB-CEF2-4B1B-878C-98BAE6E4F1BB}" type="slidenum">
              <a:rPr lang="zh-CN" altLang="en-US"/>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D26B3ECD-0808-4F84-AE95-AA77124E96C3}"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634B282A-37A5-42D3-9ECF-B57CD06EAFCA}" type="slidenum">
              <a:rPr lang="zh-CN" altLang="en-US"/>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10A330C9-A7E1-4958-B05A-91055B796F20}"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45D0970F-4A8A-4621-8806-B2CB992EBE43}" type="slidenum">
              <a:rPr lang="zh-CN" altLang="en-US"/>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88FE3F31-94BE-4D64-8763-A2F0F48BD6C1}"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D633E669-A367-450E-8D29-F7250F137E19}" type="slidenum">
              <a:rPr lang="zh-CN" altLang="en-US"/>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93AE9AF-BCB0-40C1-AB10-17FD319086F6}" type="slidenum">
              <a:rPr lang="en-US" altLang="zh-CN"/>
            </a:fld>
            <a:endParaRPr lang="en-US" altLang="zh-CN"/>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3BBC4F7-95CF-430D-BE7C-70ABEB77F70D}" type="slidenum">
              <a:rPr lang="en-US" altLang="zh-CN"/>
            </a:fld>
            <a:endParaRPr lang="en-US" altLang="zh-CN"/>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8294A52-2C94-4184-9D41-6D61B71F636C}" type="slidenum">
              <a:rPr lang="en-US" altLang="zh-CN"/>
            </a:fld>
            <a:endParaRPr lang="en-US" altLang="zh-CN"/>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17502B1-E571-4A11-9D67-800476AA810A}" type="slidenum">
              <a:rPr lang="en-US" altLang="zh-CN"/>
            </a:fld>
            <a:endParaRPr lang="en-US" altLang="zh-CN"/>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B90614A-FFAD-413B-99F8-F75C3A4C4C3D}" type="slidenum">
              <a:rPr lang="en-US" altLang="zh-CN"/>
            </a:fld>
            <a:endParaRPr lang="en-US" altLang="zh-CN"/>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E08D4DD-1F64-4A5E-AA36-0F26FC7F232C}" type="slidenum">
              <a:rPr lang="en-US" altLang="zh-CN"/>
            </a:fld>
            <a:endParaRPr lang="en-US" altLang="zh-CN"/>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EA9C83E8-0D0D-4E84-B7EB-ADE53AAC994F}" type="slidenum">
              <a:rPr lang="en-US" altLang="zh-CN"/>
            </a:fld>
            <a:endParaRPr lang="en-US" altLang="zh-CN"/>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F63D017-CBE8-4AF3-ABF2-0AA20CF88D34}" type="slidenum">
              <a:rPr lang="en-US" altLang="zh-CN"/>
            </a:fld>
            <a:endParaRPr lang="en-US" altLang="zh-CN"/>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55C826B2-0F3E-4C48-832A-15F67514E8F6}" type="slidenum">
              <a:rPr lang="en-US" altLang="zh-CN"/>
            </a:fld>
            <a:endParaRPr lang="en-US" altLang="zh-CN"/>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BF044F9-D681-4567-9D14-D0AAD80FCAA7}" type="slidenum">
              <a:rPr lang="en-US" altLang="zh-CN"/>
            </a:fld>
            <a:endParaRPr lang="en-US" altLang="zh-CN"/>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22CEEA4-24A0-42F3-8C8C-6BB6E0D27D79}" type="slidenum">
              <a:rPr lang="en-US" altLang="zh-CN"/>
            </a:fld>
            <a:endParaRPr lang="en-US" altLang="zh-CN"/>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95BDDDE-28E7-4445-9867-74415196A51F}" type="slidenum">
              <a:rPr lang="en-US" altLang="zh-CN"/>
            </a:fld>
            <a:endParaRPr lang="en-US" altLang="zh-CN"/>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12920A9-A75F-4EAE-A573-70271E3A14A8}" type="slidenum">
              <a:rPr lang="en-US" altLang="zh-CN"/>
            </a:fld>
            <a:endParaRPr lang="en-US" altLang="zh-CN"/>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1E8E3B9-D812-4A32-8BEE-889188D6257D}" type="slidenum">
              <a:rPr lang="en-US" altLang="zh-CN"/>
            </a:fld>
            <a:endParaRPr lang="en-US" altLang="zh-CN"/>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8662814-FA94-4895-8AEE-7E58FAAE187F}" type="slidenum">
              <a:rPr lang="en-US" altLang="zh-CN"/>
            </a:fld>
            <a:endParaRPr lang="en-US" altLang="zh-CN"/>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2852B5A-8AD7-494D-AE91-1D58C084A6E4}" type="slidenum">
              <a:rPr lang="en-US" altLang="zh-CN"/>
            </a:fld>
            <a:endParaRPr lang="en-US" altLang="zh-CN"/>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0B5DF6F-B42B-4476-BA89-B35294C53E9F}" type="slidenum">
              <a:rPr lang="en-US" altLang="zh-CN"/>
            </a:fld>
            <a:endParaRPr lang="en-US" altLang="zh-CN"/>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C80F55C-9ED1-460E-83E5-A4C8508221A5}" type="slidenum">
              <a:rPr lang="en-US" altLang="zh-CN"/>
            </a:fld>
            <a:endParaRPr lang="en-US" altLang="zh-CN"/>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FF637F1-FA8F-4158-9BE0-5882D50659CE}" type="slidenum">
              <a:rPr lang="en-US" altLang="zh-CN"/>
            </a:fld>
            <a:endParaRPr lang="en-US" altLang="zh-CN"/>
          </a:p>
        </p:txBody>
      </p:sp>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C33A006-FFD3-4982-A7AC-345AF2A6EA38}" type="slidenum">
              <a:rPr lang="en-US" altLang="zh-CN"/>
            </a:fld>
            <a:endParaRPr lang="en-US" altLang="zh-CN"/>
          </a:p>
        </p:txBody>
      </p:sp>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2FA2D35-6B90-4D67-8565-1E24913B3435}" type="slidenum">
              <a:rPr lang="en-US" altLang="zh-CN"/>
            </a:fld>
            <a:endParaRPr lang="en-US" altLang="zh-CN"/>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710887B-D228-4EE9-BE6E-10B7BBD1F5B1}" type="slidenum">
              <a:rPr lang="en-US" altLang="zh-CN"/>
            </a:fld>
            <a:endParaRPr lang="en-US" altLang="zh-CN"/>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1B15130-AD6C-46A5-90E7-D760C145029D}" type="slidenum">
              <a:rPr lang="en-US" altLang="zh-CN"/>
            </a:fld>
            <a:endParaRPr lang="en-US" altLang="zh-CN"/>
          </a:p>
        </p:txBody>
      </p: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67E4C95-8566-498B-8EE7-9BB60168617B}" type="slidenum">
              <a:rPr lang="en-US" altLang="zh-CN"/>
            </a:fld>
            <a:endParaRPr lang="en-US" altLang="zh-CN"/>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F779C82-A427-4E7C-AEBE-824C827AF78B}" type="slidenum">
              <a:rPr lang="en-US" altLang="zh-CN"/>
            </a:fld>
            <a:endParaRPr lang="en-US" altLang="zh-CN"/>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CF96B3A-6452-42CA-831F-FF8AD344D99E}" type="slidenum">
              <a:rPr lang="en-US" altLang="zh-CN"/>
            </a:fld>
            <a:endParaRPr lang="en-US" altLang="zh-CN"/>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B1AEC1B4-3B39-4129-8789-50AB9A927904}" type="slidenum">
              <a:rPr lang="en-US" altLang="zh-CN"/>
            </a:fld>
            <a:endParaRPr lang="en-US" altLang="zh-CN"/>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FD2780C-A4EB-402F-BE66-8030CD6298DE}" type="slidenum">
              <a:rPr lang="en-US" altLang="zh-CN"/>
            </a:fld>
            <a:endParaRPr lang="en-US" altLang="zh-CN"/>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FB545DC9-EE90-4F13-98CF-CB963A341FBC}" type="slidenum">
              <a:rPr lang="en-US" altLang="zh-CN"/>
            </a:fld>
            <a:endParaRPr lang="en-US" altLang="zh-CN"/>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A03E7FF-882F-44E9-8703-D2DEAC871B09}" type="slidenum">
              <a:rPr lang="en-US" altLang="zh-CN"/>
            </a:fld>
            <a:endParaRPr lang="en-US" altLang="zh-CN"/>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E5AD10D-A452-44B7-9577-E2D8E2765A54}" type="slidenum">
              <a:rPr lang="en-US" altLang="zh-CN"/>
            </a:fld>
            <a:endParaRPr lang="en-US" altLang="zh-CN"/>
          </a:p>
        </p:txBody>
      </p:sp>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4D403E3-A6A6-4D8F-AF20-5B8456D5029C}" type="slidenum">
              <a:rPr lang="en-US" altLang="zh-CN"/>
            </a:fld>
            <a:endParaRPr lang="en-US" altLang="zh-CN"/>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6BCBE13-855B-4ADA-B417-AA425621A628}" type="slidenum">
              <a:rPr lang="en-US" altLang="zh-CN"/>
            </a:fld>
            <a:endParaRPr lang="en-US" altLang="zh-CN"/>
          </a:p>
        </p:txBody>
      </p:sp>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CB10E72-5352-41B8-9A17-CA1D445E3E77}" type="slidenum">
              <a:rPr lang="en-US" altLang="zh-CN"/>
            </a:fld>
            <a:endParaRPr lang="en-US" altLang="zh-CN"/>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E8E0A53-9581-4529-A0FE-D6650BED1F14}" type="slidenum">
              <a:rPr lang="en-US" altLang="zh-CN"/>
            </a:fld>
            <a:endParaRPr lang="en-US" altLang="zh-CN"/>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D82983C-68E0-4F47-8843-9AFF8AB8CC93}" type="slidenum">
              <a:rPr lang="en-US" altLang="zh-CN"/>
            </a:fld>
            <a:endParaRPr lang="en-US" altLang="zh-CN"/>
          </a:p>
        </p:txBody>
      </p: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DA7A5AA-89B0-4593-AF9D-F32E77A5B8A8}" type="slidenum">
              <a:rPr lang="en-US" altLang="zh-CN"/>
            </a:fld>
            <a:endParaRPr lang="en-US" altLang="zh-CN"/>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BF75A79-6423-4649-A8C9-E94C466399C5}" type="slidenum">
              <a:rPr lang="en-US" altLang="zh-CN"/>
            </a:fld>
            <a:endParaRPr lang="en-US" altLang="zh-CN"/>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1DFAE10-45C3-4891-9EB5-DC94C8BC2060}" type="slidenum">
              <a:rPr lang="en-US" altLang="zh-CN"/>
            </a:fld>
            <a:endParaRPr lang="en-US" altLang="zh-CN"/>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E30E358-AD47-412C-BF86-030FF634B4DB}" type="slidenum">
              <a:rPr lang="en-US" altLang="zh-CN"/>
            </a:fld>
            <a:endParaRPr lang="en-US" altLang="zh-CN"/>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B768162-0C31-44D4-88D7-F34E760F0D97}" type="slidenum">
              <a:rPr lang="en-US" altLang="zh-CN"/>
            </a:fld>
            <a:endParaRPr lang="en-US" altLang="zh-CN"/>
          </a:p>
        </p:txBody>
      </p:sp>
    </p:spTree>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453ED5C-7E6D-42DA-99FD-09D390F50E31}" type="slidenum">
              <a:rPr lang="en-US" altLang="zh-CN"/>
            </a:fld>
            <a:endParaRPr lang="en-US" altLang="zh-CN"/>
          </a:p>
        </p:txBody>
      </p:sp>
    </p:spTree>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E4DFF2D-F0C6-487F-A59C-ED5DB277E1C1}" type="slidenum">
              <a:rPr lang="en-US" altLang="zh-CN"/>
            </a:fld>
            <a:endParaRPr lang="en-US" altLang="zh-CN"/>
          </a:p>
        </p:txBody>
      </p:sp>
    </p:spTree>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2A73860-053E-40F8-93A7-97F0A4B18441}" type="slidenum">
              <a:rPr lang="en-US" altLang="zh-CN"/>
            </a:fld>
            <a:endParaRPr lang="en-US" altLang="zh-CN"/>
          </a:p>
        </p:txBody>
      </p:sp>
    </p:spTree>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BF6F013-A82D-42E2-B534-96E8B788A0AE}" type="slidenum">
              <a:rPr lang="en-US" altLang="zh-CN"/>
            </a:fld>
            <a:endParaRPr lang="en-US" altLang="zh-CN"/>
          </a:p>
        </p:txBody>
      </p:sp>
    </p:spTree>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B740366-2A4D-4B4D-8234-EE6C2CD3B201}" type="slidenum">
              <a:rPr lang="en-US" altLang="zh-CN"/>
            </a:fld>
            <a:endParaRPr lang="en-US" altLang="zh-CN"/>
          </a:p>
        </p:txBody>
      </p:sp>
    </p:spTree>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6FF33EE-E291-46B9-BC87-64B9DFF4BC67}" type="slidenum">
              <a:rPr lang="en-US" altLang="zh-CN"/>
            </a:fld>
            <a:endParaRPr lang="en-US" altLang="zh-CN"/>
          </a:p>
        </p:txBody>
      </p:sp>
    </p:spTree>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01AEB84-DFC2-4F13-A0B3-1007A68B6FED}" type="slidenum">
              <a:rPr lang="en-US" altLang="zh-CN"/>
            </a:fld>
            <a:endParaRPr lang="en-US" altLang="zh-CN"/>
          </a:p>
        </p:txBody>
      </p:sp>
    </p:spTree>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B853D079-BEF8-4E5F-AEA2-50AAC53112BA}" type="slidenum">
              <a:rPr lang="en-US" altLang="zh-CN"/>
            </a:fld>
            <a:endParaRPr lang="en-US" altLang="zh-CN"/>
          </a:p>
        </p:txBody>
      </p:sp>
    </p:spTree>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9279EA5-E6B4-4B67-B193-FAD7181A9DCA}" type="slidenum">
              <a:rPr lang="en-US" altLang="zh-CN"/>
            </a:fld>
            <a:endParaRPr lang="en-US" altLang="zh-CN"/>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DD709415-F3DA-4445-8078-3CD88C2B509D}" type="slidenum">
              <a:rPr lang="en-US" altLang="zh-CN"/>
            </a:fld>
            <a:endParaRPr lang="en-US" altLang="zh-CN"/>
          </a:p>
        </p:txBody>
      </p:sp>
    </p:spTree>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C5D0974-654D-4BE8-A38C-AFAAB3681159}" type="slidenum">
              <a:rPr lang="en-US" altLang="zh-CN"/>
            </a:fld>
            <a:endParaRPr lang="en-US" altLang="zh-CN"/>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EC79658-FF3E-4B67-A8B0-234FAC562F72}" type="slidenum">
              <a:rPr lang="en-US" altLang="zh-CN"/>
            </a:fld>
            <a:endParaRPr lang="en-US" altLang="zh-CN"/>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F67FC2B-279D-4C76-A93F-6CD1548BAEBF}" type="slidenum">
              <a:rPr lang="en-US" altLang="zh-CN"/>
            </a:fld>
            <a:endParaRPr lang="en-US" altLang="zh-CN"/>
          </a:p>
        </p:txBody>
      </p:sp>
    </p:spTree>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18E6C33-EF7C-4D0C-85CC-BAFE4CDB0CEB}" type="slidenum">
              <a:rPr lang="en-US" altLang="zh-CN"/>
            </a:fld>
            <a:endParaRPr lang="en-US" altLang="zh-CN"/>
          </a:p>
        </p:txBody>
      </p:sp>
    </p:spTree>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769E6FD-AF03-4EB9-A57F-7965AA141B6C}" type="slidenum">
              <a:rPr lang="en-US" altLang="zh-CN"/>
            </a:fld>
            <a:endParaRPr lang="en-US" altLang="zh-CN"/>
          </a:p>
        </p:txBody>
      </p:sp>
    </p:spTree>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82E3F1A-047B-48A0-9AB9-5A3E96DF78B2}" type="slidenum">
              <a:rPr lang="en-US" altLang="zh-CN"/>
            </a:fld>
            <a:endParaRPr lang="en-US" altLang="zh-CN"/>
          </a:p>
        </p:txBody>
      </p:sp>
    </p:spTree>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E65DAE7-C384-4514-A3B6-CC8AEB5BE50C}" type="slidenum">
              <a:rPr lang="en-US" altLang="zh-CN"/>
            </a:fld>
            <a:endParaRPr lang="en-US" altLang="zh-CN"/>
          </a:p>
        </p:txBody>
      </p:sp>
    </p:spTree>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CA250B4-1936-43F0-B3B6-B1218D946EFE}" type="slidenum">
              <a:rPr lang="en-US" altLang="zh-CN"/>
            </a:fld>
            <a:endParaRPr lang="en-US" altLang="zh-CN"/>
          </a:p>
        </p:txBody>
      </p:sp>
    </p:spTree>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8A51A54-F9FB-46F5-9A13-CE53B56535D8}" type="slidenum">
              <a:rPr lang="en-US" altLang="zh-CN"/>
            </a:fld>
            <a:endParaRPr lang="en-US" altLang="zh-CN"/>
          </a:p>
        </p:txBody>
      </p:sp>
    </p:spTree>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987098F-0F06-4E12-8091-240AFD0FF9BD}" type="slidenum">
              <a:rPr lang="en-US" altLang="zh-CN"/>
            </a:fld>
            <a:endParaRPr lang="en-US" altLang="zh-CN"/>
          </a:p>
        </p:txBody>
      </p:sp>
    </p:spTree>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A60865B5-36F1-4FC1-9FF3-ABC84B715556}" type="slidenum">
              <a:rPr lang="en-US" altLang="zh-CN"/>
            </a:fld>
            <a:endParaRPr lang="en-US" altLang="zh-CN"/>
          </a:p>
        </p:txBody>
      </p: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44269ED-09A2-4772-AA02-C0C90764F079}" type="slidenum">
              <a:rPr lang="en-US" altLang="zh-CN"/>
            </a:fld>
            <a:endParaRPr lang="en-US" altLang="zh-CN"/>
          </a:p>
        </p:txBody>
      </p:sp>
    </p:spTree>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E340F55-B929-40B3-868E-B2799D952DA0}" type="slidenum">
              <a:rPr lang="en-US" altLang="zh-CN"/>
            </a:fld>
            <a:endParaRPr lang="en-US" altLang="zh-CN"/>
          </a:p>
        </p:txBody>
      </p:sp>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31F2115-B7E6-4A12-9064-B59320938CB5}" type="slidenum">
              <a:rPr lang="en-US" altLang="zh-CN"/>
            </a:fld>
            <a:endParaRPr lang="en-US" altLang="zh-CN"/>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8A2462A-D910-4927-BD3B-853D9B8114F7}" type="slidenum">
              <a:rPr lang="en-US" altLang="zh-CN"/>
            </a:fld>
            <a:endParaRPr lang="en-US" altLang="zh-CN"/>
          </a:p>
        </p:txBody>
      </p:sp>
    </p:spTree>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9E70236-6E98-41E7-9E31-A8F2952F73CE}" type="slidenum">
              <a:rPr lang="en-US" altLang="zh-CN"/>
            </a:fld>
            <a:endParaRPr lang="en-US" altLang="zh-CN"/>
          </a:p>
        </p:txBody>
      </p:sp>
    </p:spTree>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62751C5-3BF5-466E-BE72-1A88D9FCFDA3}" type="slidenum">
              <a:rPr lang="en-US" altLang="zh-CN"/>
            </a:fld>
            <a:endParaRPr lang="en-US" altLang="zh-CN"/>
          </a:p>
        </p:txBody>
      </p:sp>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E656B56-8323-43BC-BE26-3F785A3A96C3}" type="slidenum">
              <a:rPr lang="en-US" altLang="zh-CN"/>
            </a:fld>
            <a:endParaRPr lang="en-US" altLang="zh-CN"/>
          </a:p>
        </p:txBody>
      </p:sp>
    </p:spTree>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3ABA320C-5ABE-45C6-800C-D4C187905F5C}" type="slidenum">
              <a:rPr lang="en-US" altLang="zh-CN"/>
            </a:fld>
            <a:endParaRPr lang="en-US" altLang="zh-CN"/>
          </a:p>
        </p:txBody>
      </p:sp>
    </p:spTree>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1C49431-6613-4570-9304-B692C467346E}" type="slidenum">
              <a:rPr lang="en-US" altLang="zh-CN"/>
            </a:fld>
            <a:endParaRPr lang="en-US" altLang="zh-CN"/>
          </a:p>
        </p:txBody>
      </p:sp>
    </p:spTree>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0836905-EE43-4CE8-9726-EF787AF83C46}" type="slidenum">
              <a:rPr lang="en-US" altLang="zh-CN"/>
            </a:fld>
            <a:endParaRPr lang="en-US" altLang="zh-CN"/>
          </a:p>
        </p:txBody>
      </p:sp>
    </p:spTree>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6A42E0B1-1344-4873-B164-6B3E8926F970}" type="slidenum">
              <a:rPr lang="en-US" altLang="zh-CN"/>
            </a:fld>
            <a:endParaRPr lang="en-US" altLang="zh-CN"/>
          </a:p>
        </p:txBody>
      </p:sp>
    </p:spTree>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B3112D6-162F-4DA2-A5AA-71AB5BCE6399}" type="slidenum">
              <a:rPr lang="en-US" altLang="zh-CN"/>
            </a:fld>
            <a:endParaRPr lang="en-US" altLang="zh-CN"/>
          </a:p>
        </p:txBody>
      </p:sp>
    </p:spTree>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3265CAE-39D2-4877-9FDA-663BE0D661A9}" type="slidenum">
              <a:rPr lang="en-US" altLang="zh-CN"/>
            </a:fld>
            <a:endParaRPr lang="en-US" altLang="zh-CN"/>
          </a:p>
        </p:txBody>
      </p:sp>
    </p:spTree>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328F220-CC23-4D00-ACD6-793A455C1574}" type="slidenum">
              <a:rPr lang="en-US" altLang="zh-CN"/>
            </a:fld>
            <a:endParaRPr lang="en-US" altLang="zh-CN"/>
          </a:p>
        </p:txBody>
      </p:sp>
    </p:spTree>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9AC9CAD-6F4D-414B-87EC-D4DE55346C6D}" type="slidenum">
              <a:rPr lang="en-US" altLang="zh-CN"/>
            </a:fld>
            <a:endParaRPr lang="en-US" altLang="zh-CN"/>
          </a:p>
        </p:txBody>
      </p:sp>
    </p:spTree>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DF26C46-66B8-40A8-9330-4B71045853C3}" type="slidenum">
              <a:rPr lang="en-US" altLang="zh-CN"/>
            </a:fld>
            <a:endParaRPr lang="en-US" altLang="zh-CN"/>
          </a:p>
        </p:txBody>
      </p:sp>
    </p:spTree>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EB86009-08EA-48FF-8D78-A745FB9F76DF}" type="slidenum">
              <a:rPr lang="en-US" altLang="zh-CN"/>
            </a:fld>
            <a:endParaRPr lang="en-US" altLang="zh-CN"/>
          </a:p>
        </p:txBody>
      </p:sp>
    </p:spTree>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8D378DE-BC94-48E9-9E16-8A0BB2FFC679}" type="slidenum">
              <a:rPr lang="en-US" altLang="zh-CN"/>
            </a:fld>
            <a:endParaRPr lang="en-US" altLang="zh-CN"/>
          </a:p>
        </p:txBody>
      </p:sp>
    </p:spTree>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49C310A-CF95-4A30-97EF-B5E4487D24B8}" type="slidenum">
              <a:rPr lang="en-US" altLang="zh-CN"/>
            </a:fld>
            <a:endParaRPr lang="en-US" altLang="zh-CN"/>
          </a:p>
        </p:txBody>
      </p:sp>
    </p:spTree>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4B20CAF1-1B87-4B04-974C-69D79B594CDA}" type="slidenum">
              <a:rPr lang="en-US" altLang="zh-CN"/>
            </a:fld>
            <a:endParaRPr lang="en-US" altLang="zh-CN"/>
          </a:p>
        </p:txBody>
      </p:sp>
    </p:spTree>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569E6D89-DF85-49DD-A0CD-026A7FCDEBAF}" type="slidenum">
              <a:rPr lang="en-US" altLang="zh-CN"/>
            </a:fld>
            <a:endParaRPr lang="en-US" altLang="zh-CN"/>
          </a:p>
        </p:txBody>
      </p:sp>
    </p:spTree>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5CB189F5-C3A8-453E-B7B6-EECA10D86FC7}" type="slidenum">
              <a:rPr lang="en-US" altLang="zh-CN"/>
            </a:fld>
            <a:endParaRPr lang="en-US" altLang="zh-CN"/>
          </a:p>
        </p:txBody>
      </p:sp>
    </p:spTree>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DB6F544-360E-435D-857B-DDA93547E9EB}" type="slidenum">
              <a:rPr lang="en-US" altLang="zh-CN"/>
            </a:fld>
            <a:endParaRPr lang="en-US" altLang="zh-CN"/>
          </a:p>
        </p:txBody>
      </p:sp>
    </p:spTree>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31DC26D-695E-4564-BD16-0DD038F34893}" type="slidenum">
              <a:rPr lang="en-US" altLang="zh-CN"/>
            </a:fld>
            <a:endParaRPr lang="en-US" altLang="zh-CN"/>
          </a:p>
        </p:txBody>
      </p:sp>
    </p:spTree>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FE834B7-7C31-49B4-A71A-8E8E829DD8D7}" type="slidenum">
              <a:rPr lang="en-US" altLang="zh-CN"/>
            </a:fld>
            <a:endParaRPr lang="en-US" altLang="zh-CN"/>
          </a:p>
        </p:txBody>
      </p:sp>
    </p:spTree>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0CD88C0-9448-452E-871C-B0F8B565A8A6}" type="slidenum">
              <a:rPr lang="en-US" altLang="zh-CN"/>
            </a:fld>
            <a:endParaRPr lang="en-US" altLang="zh-CN"/>
          </a:p>
        </p:txBody>
      </p:sp>
    </p:spTree>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84BB9F4-9A87-46EC-A02F-A47FF4BF0312}" type="slidenum">
              <a:rPr lang="en-US" altLang="zh-CN"/>
            </a:fld>
            <a:endParaRPr lang="en-US" altLang="zh-CN"/>
          </a:p>
        </p:txBody>
      </p:sp>
    </p:spTree>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BB1C81A-D356-49CD-868A-F74D536CCA3B}" type="slidenum">
              <a:rPr lang="en-US" altLang="zh-CN"/>
            </a:fld>
            <a:endParaRPr lang="en-US" altLang="zh-CN"/>
          </a:p>
        </p:txBody>
      </p:sp>
    </p:spTree>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1C96004-1FDB-4059-B5C9-28D7F92CF1B7}" type="slidenum">
              <a:rPr lang="en-US" altLang="zh-CN"/>
            </a:fld>
            <a:endParaRPr lang="en-US" altLang="zh-CN"/>
          </a:p>
        </p:txBody>
      </p:sp>
    </p:spTree>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438D621-63A9-4B72-9D5A-2A95B42D8276}" type="slidenum">
              <a:rPr lang="en-US" altLang="zh-CN"/>
            </a:fld>
            <a:endParaRPr lang="en-US" altLang="zh-CN"/>
          </a:p>
        </p:txBody>
      </p:sp>
    </p:spTree>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8BD9E23-F069-491F-BF3A-CCC376A7E251}" type="slidenum">
              <a:rPr lang="en-US" altLang="zh-CN"/>
            </a:fld>
            <a:endParaRPr lang="en-US" altLang="zh-CN"/>
          </a:p>
        </p:txBody>
      </p:sp>
    </p:spTree>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2B8492E9-4601-4ABF-A781-8D45B103E272}" type="slidenum">
              <a:rPr lang="en-US" altLang="zh-CN"/>
            </a:fld>
            <a:endParaRPr lang="en-US" altLang="zh-CN"/>
          </a:p>
        </p:txBody>
      </p:sp>
    </p:spTree>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4C6B72F0-0DD5-4144-8DCF-2CB5D62EA21B}" type="slidenum">
              <a:rPr lang="en-US" altLang="zh-CN"/>
            </a:fld>
            <a:endParaRPr lang="en-US" altLang="zh-CN"/>
          </a:p>
        </p:txBody>
      </p:sp>
    </p:spTree>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A67C110-8BB5-4913-A72D-9CCD6986CFAF}" type="slidenum">
              <a:rPr lang="en-US" altLang="zh-CN"/>
            </a:fld>
            <a:endParaRPr lang="en-US" altLang="zh-CN"/>
          </a:p>
        </p:txBody>
      </p:sp>
    </p:spTree>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DE01A06-F3E2-4219-B6D6-3CAD6558B01B}" type="slidenum">
              <a:rPr lang="en-US" altLang="zh-CN"/>
            </a:fld>
            <a:endParaRPr lang="en-US" altLang="zh-CN"/>
          </a:p>
        </p:txBody>
      </p:sp>
    </p:spTree>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0B84C12-091E-461B-AB2B-DCC56730B450}" type="slidenum">
              <a:rPr lang="en-US" altLang="zh-CN"/>
            </a:fld>
            <a:endParaRPr lang="en-US" altLang="zh-CN"/>
          </a:p>
        </p:txBody>
      </p:sp>
    </p:spTree>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1126800-687C-45B5-9EC8-DE5648ED441B}" type="slidenum">
              <a:rPr lang="en-US" altLang="zh-CN"/>
            </a:fld>
            <a:endParaRPr lang="en-US" altLang="zh-CN"/>
          </a:p>
        </p:txBody>
      </p:sp>
    </p:spTree>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63F1177-C75C-4D5F-8A85-CF6290CF26E4}" type="slidenum">
              <a:rPr lang="en-US" altLang="zh-CN"/>
            </a:fld>
            <a:endParaRPr lang="en-US" altLang="zh-CN"/>
          </a:p>
        </p:txBody>
      </p:sp>
    </p:spTree>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EFFA1FD-D101-4EDB-88ED-503E2A778B9F}" type="slidenum">
              <a:rPr lang="en-US" altLang="zh-CN"/>
            </a:fld>
            <a:endParaRPr lang="en-US" altLang="zh-CN"/>
          </a:p>
        </p:txBody>
      </p:sp>
    </p:spTree>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4047E27-D966-4D65-A914-21225A053754}" type="slidenum">
              <a:rPr lang="en-US" altLang="zh-CN"/>
            </a:fld>
            <a:endParaRPr lang="en-US" altLang="zh-CN"/>
          </a:p>
        </p:txBody>
      </p:sp>
    </p:spTree>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58024DB-209C-4CB6-8A69-1D7CCFC4857B}" type="slidenum">
              <a:rPr lang="en-US" altLang="zh-CN"/>
            </a:fld>
            <a:endParaRPr lang="en-US" altLang="zh-CN"/>
          </a:p>
        </p:txBody>
      </p:sp>
    </p:spTree>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AAABE35B-49C1-4260-86FE-812036ACB5A9}" type="slidenum">
              <a:rPr lang="en-US" altLang="zh-CN"/>
            </a:fld>
            <a:endParaRPr lang="en-US" altLang="zh-CN"/>
          </a:p>
        </p:txBody>
      </p:sp>
    </p:spTree>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77884E29-F091-40A1-B64C-13EDCBB9046E}" type="slidenum">
              <a:rPr lang="en-US" altLang="zh-CN"/>
            </a:fld>
            <a:endParaRPr lang="en-US" altLang="zh-CN"/>
          </a:p>
        </p:txBody>
      </p:sp>
    </p:spTree>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CA83A3B5-A965-4DA7-8DBD-0A08BFC329FE}" type="slidenum">
              <a:rPr lang="en-US" altLang="zh-CN"/>
            </a:fld>
            <a:endParaRPr lang="en-US" altLang="zh-CN"/>
          </a:p>
        </p:txBody>
      </p:sp>
    </p:spTree>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FE19B2F-F103-418F-AB5C-BFEEDAC720AF}" type="slidenum">
              <a:rPr lang="en-US" altLang="zh-CN"/>
            </a:fld>
            <a:endParaRPr lang="en-US" altLang="zh-CN"/>
          </a:p>
        </p:txBody>
      </p:sp>
    </p:spTree>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B70EA4E-9E10-4FAA-ADBD-1F115FBBBE3F}" type="slidenum">
              <a:rPr lang="en-US" altLang="zh-CN"/>
            </a:fld>
            <a:endParaRPr lang="en-US" altLang="zh-CN"/>
          </a:p>
        </p:txBody>
      </p:sp>
    </p:spTree>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F37281F-37FF-420F-9AF6-0F0690D73B5A}" type="slidenum">
              <a:rPr lang="en-US" altLang="zh-CN"/>
            </a:fld>
            <a:endParaRPr lang="en-US" altLang="zh-CN"/>
          </a:p>
        </p:txBody>
      </p:sp>
    </p:spTree>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A6AE208-77D8-401C-AB78-7DA675F74DF9}" type="slidenum">
              <a:rPr lang="en-US" altLang="zh-CN"/>
            </a:fld>
            <a:endParaRPr lang="en-US" altLang="zh-CN"/>
          </a:p>
        </p:txBody>
      </p:sp>
    </p:spTree>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1561709-D247-4C54-B51F-B1D7F815A175}" type="slidenum">
              <a:rPr lang="en-US" altLang="zh-CN"/>
            </a:fld>
            <a:endParaRPr lang="en-US" altLang="zh-CN"/>
          </a:p>
        </p:txBody>
      </p:sp>
    </p:spTree>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CA93502-901C-4012-A1A3-D8A0013D83D6}" type="slidenum">
              <a:rPr lang="en-US" altLang="zh-CN"/>
            </a:fld>
            <a:endParaRPr lang="en-US" altLang="zh-CN"/>
          </a:p>
        </p:txBody>
      </p:sp>
    </p:spTree>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B61F254-9509-4CA1-98E4-D15A1DCE5F8D}" type="slidenum">
              <a:rPr lang="en-US" altLang="zh-CN"/>
            </a:fld>
            <a:endParaRPr lang="en-US" altLang="zh-CN"/>
          </a:p>
        </p:txBody>
      </p:sp>
    </p:spTree>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77293EA-153D-41F3-BA1D-DCA46F34C780}" type="slidenum">
              <a:rPr lang="en-US" altLang="zh-CN"/>
            </a:fld>
            <a:endParaRPr lang="en-US" altLang="zh-CN"/>
          </a:p>
        </p:txBody>
      </p:sp>
    </p:spTree>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1E74919-68AC-44B5-BAF6-57101F650107}" type="slidenum">
              <a:rPr lang="en-US" altLang="zh-CN"/>
            </a:fld>
            <a:endParaRPr lang="en-US" altLang="zh-CN"/>
          </a:p>
        </p:txBody>
      </p:sp>
    </p:spTree>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14740808-FAC2-4E8D-A4C3-019FD4F01F60}" type="slidenum">
              <a:rPr lang="en-US" altLang="zh-CN"/>
            </a:fld>
            <a:endParaRPr lang="en-US" altLang="zh-CN"/>
          </a:p>
        </p:txBody>
      </p:sp>
    </p:spTree>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BD5B07C5-FFBA-41F9-82CC-2F50E51A8D73}" type="slidenum">
              <a:rPr lang="en-US" altLang="zh-CN"/>
            </a:fld>
            <a:endParaRPr lang="en-US" altLang="zh-CN"/>
          </a:p>
        </p:txBody>
      </p:sp>
    </p:spTree>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C3BF110-B92F-4154-A901-61F9EAED3670}" type="slidenum">
              <a:rPr lang="en-US" altLang="zh-CN"/>
            </a:fld>
            <a:endParaRPr lang="en-US" altLang="zh-CN"/>
          </a:p>
        </p:txBody>
      </p:sp>
    </p:spTree>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8A729F1-20F8-42FF-AA08-10614D304903}" type="slidenum">
              <a:rPr lang="en-US" altLang="zh-CN"/>
            </a:fld>
            <a:endParaRPr lang="en-US" altLang="zh-CN"/>
          </a:p>
        </p:txBody>
      </p:sp>
    </p:spTree>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C665D0B-A3F2-40A5-9184-1F46286E02DA}" type="slidenum">
              <a:rPr lang="en-US" altLang="zh-CN"/>
            </a:fld>
            <a:endParaRPr lang="en-US" altLang="zh-CN"/>
          </a:p>
        </p:txBody>
      </p:sp>
    </p:spTree>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CF00AE3-0E8E-4AC8-BE5B-3CA19F0DFE69}" type="slidenum">
              <a:rPr lang="en-US" altLang="zh-CN"/>
            </a:fld>
            <a:endParaRPr lang="en-US" altLang="zh-CN"/>
          </a:p>
        </p:txBody>
      </p:sp>
    </p:spTree>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49EAC11-3211-4CBA-A149-061A84119FF8}" type="slidenum">
              <a:rPr lang="en-US" altLang="zh-CN"/>
            </a:fld>
            <a:endParaRPr lang="en-US" altLang="zh-CN"/>
          </a:p>
        </p:txBody>
      </p:sp>
    </p:spTree>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3095AAB-70C0-4FEC-A481-CE2182D3E8C0}" type="slidenum">
              <a:rPr lang="en-US" altLang="zh-CN"/>
            </a:fld>
            <a:endParaRPr lang="en-US" altLang="zh-CN"/>
          </a:p>
        </p:txBody>
      </p:sp>
    </p:spTree>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DE4C2E1-3B57-4C05-8470-6AD79956F211}" type="slidenum">
              <a:rPr lang="en-US" altLang="zh-CN"/>
            </a:fld>
            <a:endParaRPr lang="en-US" altLang="zh-CN"/>
          </a:p>
        </p:txBody>
      </p:sp>
    </p:spTree>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DB1BE95-3D40-4B23-8146-E28E14DF3355}" type="slidenum">
              <a:rPr lang="en-US" altLang="zh-CN"/>
            </a:fld>
            <a:endParaRPr lang="en-US" altLang="zh-CN"/>
          </a:p>
        </p:txBody>
      </p:sp>
    </p:spTree>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5A47998-39A1-4296-99D7-3A8BAE785788}" type="slidenum">
              <a:rPr lang="en-US" altLang="zh-CN"/>
            </a:fld>
            <a:endParaRPr lang="en-US" altLang="zh-CN"/>
          </a:p>
        </p:txBody>
      </p:sp>
    </p:spTree>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A86CDF9-83DD-4378-9253-AD66D14F378F}" type="slidenum">
              <a:rPr lang="en-US" altLang="zh-CN"/>
            </a:fld>
            <a:endParaRPr lang="en-US" altLang="zh-CN"/>
          </a:p>
        </p:txBody>
      </p:sp>
    </p:spTree>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39EECB99-DF59-4BBB-950B-63528FC4B798}" type="slidenum">
              <a:rPr lang="en-US" altLang="zh-CN"/>
            </a:fld>
            <a:endParaRPr lang="en-US" altLang="zh-CN"/>
          </a:p>
        </p:txBody>
      </p:sp>
    </p:spTree>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D39BE5D-1964-41A0-BD92-C69EA1067A1D}" type="slidenum">
              <a:rPr lang="en-US" altLang="zh-CN"/>
            </a:fld>
            <a:endParaRPr lang="en-US" altLang="zh-CN"/>
          </a:p>
        </p:txBody>
      </p:sp>
    </p:spTree>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E0B2D29-2B3E-4F2B-9B6F-79F16F688CA3}" type="slidenum">
              <a:rPr lang="en-US" altLang="zh-CN"/>
            </a:fld>
            <a:endParaRPr lang="en-US" altLang="zh-CN"/>
          </a:p>
        </p:txBody>
      </p:sp>
    </p:spTree>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6CA1784-8A2D-4EA6-81E1-6D5C0C2D1B75}" type="slidenum">
              <a:rPr lang="en-US" altLang="zh-CN"/>
            </a:fld>
            <a:endParaRPr lang="en-US" altLang="zh-CN"/>
          </a:p>
        </p:txBody>
      </p:sp>
    </p:spTree>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6EFC4C9-2DB4-4EEC-923A-17D325D2E4AA}" type="slidenum">
              <a:rPr lang="en-US" altLang="zh-CN"/>
            </a:fld>
            <a:endParaRPr lang="en-US" altLang="zh-CN"/>
          </a:p>
        </p:txBody>
      </p:sp>
    </p:spTree>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B4DD570-E7F6-420F-9D6C-96D7848F7576}" type="slidenum">
              <a:rPr lang="en-US" altLang="zh-CN"/>
            </a:fld>
            <a:endParaRPr lang="en-US" altLang="zh-CN"/>
          </a:p>
        </p:txBody>
      </p:sp>
    </p:spTree>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D8BF642-8DFE-4334-80D3-4997408E0DE2}" type="slidenum">
              <a:rPr lang="en-US" altLang="zh-CN"/>
            </a:fld>
            <a:endParaRPr lang="en-US" altLang="zh-CN"/>
          </a:p>
        </p:txBody>
      </p:sp>
    </p:spTree>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729BE7A-6068-49FA-905B-2CF09CDDBF48}" type="slidenum">
              <a:rPr lang="en-US" altLang="zh-CN"/>
            </a:fld>
            <a:endParaRPr lang="en-US" altLang="zh-CN"/>
          </a:p>
        </p:txBody>
      </p:sp>
    </p:spTree>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B50CE2F-C661-4D76-A4BB-13EDB8E4758B}" type="slidenum">
              <a:rPr lang="en-US" altLang="zh-CN"/>
            </a:fld>
            <a:endParaRPr lang="en-US" altLang="zh-CN"/>
          </a:p>
        </p:txBody>
      </p:sp>
    </p:spTree>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F2B462AA-71C9-4E97-BB24-FA45BD87A01A}" type="slidenum">
              <a:rPr lang="en-US" altLang="zh-CN"/>
            </a:fld>
            <a:endParaRPr lang="en-US" altLang="zh-CN"/>
          </a:p>
        </p:txBody>
      </p:sp>
    </p:spTree>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759BD7E2-466D-40AF-A7EE-CFA229298E6E}" type="slidenum">
              <a:rPr lang="en-US" altLang="zh-CN"/>
            </a:fld>
            <a:endParaRPr lang="en-US" altLang="zh-CN"/>
          </a:p>
        </p:txBody>
      </p:sp>
    </p:spTree>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B47DB1DE-F440-4B9A-AD37-957E1CAAA726}" type="slidenum">
              <a:rPr lang="en-US" altLang="zh-CN"/>
            </a:fld>
            <a:endParaRPr lang="en-US" altLang="zh-CN"/>
          </a:p>
        </p:txBody>
      </p:sp>
    </p:spTree>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030A1BF-5736-485E-8ECE-B47D0892A35B}" type="slidenum">
              <a:rPr lang="en-US" altLang="zh-CN"/>
            </a:fld>
            <a:endParaRPr lang="en-US" altLang="zh-CN"/>
          </a:p>
        </p:txBody>
      </p:sp>
    </p:spTree>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336D92A-B2A5-4A57-B2F1-A8C25460DD0F}" type="slidenum">
              <a:rPr lang="en-US" altLang="zh-CN"/>
            </a:fld>
            <a:endParaRPr lang="en-US" altLang="zh-CN"/>
          </a:p>
        </p:txBody>
      </p:sp>
    </p:spTree>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F951BAA-C7C6-4652-A39F-982FE4B68006}" type="slidenum">
              <a:rPr lang="en-US" altLang="zh-CN"/>
            </a:fld>
            <a:endParaRPr lang="en-US" altLang="zh-CN"/>
          </a:p>
        </p:txBody>
      </p:sp>
    </p:spTree>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D5AEF81-F478-4975-BCD7-20CF8185CB6C}" type="slidenum">
              <a:rPr lang="en-US" altLang="zh-CN"/>
            </a:fld>
            <a:endParaRPr lang="en-US" altLang="zh-CN"/>
          </a:p>
        </p:txBody>
      </p:sp>
    </p:spTree>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AD1B4B1-F802-46A4-B236-6A99BD57BBA8}" type="slidenum">
              <a:rPr lang="en-US" altLang="zh-CN"/>
            </a:fld>
            <a:endParaRPr lang="en-US" altLang="zh-CN"/>
          </a:p>
        </p:txBody>
      </p:sp>
    </p:spTree>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BC34CDB-AEF9-4305-8A44-4DD89A82F7A9}" type="slidenum">
              <a:rPr lang="en-US" altLang="zh-CN"/>
            </a:fld>
            <a:endParaRPr lang="en-US" altLang="zh-CN"/>
          </a:p>
        </p:txBody>
      </p:sp>
    </p:spTree>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43FF57D-F1CE-4503-89A1-DCBAADD098AC}" type="slidenum">
              <a:rPr lang="en-US" altLang="zh-CN"/>
            </a:fld>
            <a:endParaRPr lang="en-US" altLang="zh-CN"/>
          </a:p>
        </p:txBody>
      </p:sp>
    </p:spTree>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6D6DD8E-68D1-4D7F-8F61-27D9FFA8336D}" type="slidenum">
              <a:rPr lang="en-US" altLang="zh-CN"/>
            </a:fld>
            <a:endParaRPr lang="en-US" altLang="zh-CN"/>
          </a:p>
        </p:txBody>
      </p:sp>
    </p:spTree>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8B62A90C-F356-40DB-80E8-C9ED9939146C}" type="slidenum">
              <a:rPr lang="en-US" altLang="zh-CN"/>
            </a:fld>
            <a:endParaRPr lang="en-US" altLang="zh-CN"/>
          </a:p>
        </p:txBody>
      </p:sp>
    </p:spTree>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5F1FAF23-5920-48FF-90C0-6B37937F4C12}" type="slidenum">
              <a:rPr lang="en-US" altLang="zh-CN"/>
            </a:fld>
            <a:endParaRPr lang="en-US" altLang="zh-CN"/>
          </a:p>
        </p:txBody>
      </p:sp>
    </p:spTree>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687F0B4B-6C1E-453E-BF20-E87E53504A2F}" type="slidenum">
              <a:rPr lang="en-US" altLang="zh-CN"/>
            </a:fld>
            <a:endParaRPr lang="en-US" altLang="zh-CN"/>
          </a:p>
        </p:txBody>
      </p:sp>
    </p:spTree>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182C820-DE79-4273-B084-EFA547954305}" type="slidenum">
              <a:rPr lang="en-US" altLang="zh-CN"/>
            </a:fld>
            <a:endParaRPr lang="en-US" altLang="zh-CN"/>
          </a:p>
        </p:txBody>
      </p:sp>
    </p:spTree>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149D9B3-45E4-45A8-9BF2-2036E346E29C}" type="slidenum">
              <a:rPr lang="en-US" altLang="zh-CN"/>
            </a:fld>
            <a:endParaRPr lang="en-US" altLang="zh-CN"/>
          </a:p>
        </p:txBody>
      </p:sp>
    </p:spTree>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38AF9C3-0054-4847-8EB6-1A9187F8726F}" type="slidenum">
              <a:rPr lang="en-US" altLang="zh-CN"/>
            </a:fld>
            <a:endParaRPr lang="en-US" altLang="zh-CN"/>
          </a:p>
        </p:txBody>
      </p:sp>
    </p:spTree>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C3D9243-EA08-4E51-9D4D-27E4991FB743}" type="slidenum">
              <a:rPr lang="en-US" altLang="zh-CN"/>
            </a:fld>
            <a:endParaRPr lang="en-US" altLang="zh-CN"/>
          </a:p>
        </p:txBody>
      </p:sp>
    </p:spTree>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AEEBD7A-BCB1-4EDF-825B-527BF2EE3F6F}" type="slidenum">
              <a:rPr lang="en-US" altLang="zh-CN"/>
            </a:fld>
            <a:endParaRPr lang="en-US" altLang="zh-CN"/>
          </a:p>
        </p:txBody>
      </p:sp>
    </p:spTree>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DF9F038-118B-45F8-8FC7-20B996E2E60F}" type="slidenum">
              <a:rPr lang="en-US" altLang="zh-CN"/>
            </a:fld>
            <a:endParaRPr lang="en-US" altLang="zh-CN"/>
          </a:p>
        </p:txBody>
      </p:sp>
    </p:spTree>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94619CA-5230-4B7F-B1F5-8B63974BD625}" type="slidenum">
              <a:rPr lang="en-US" altLang="zh-CN"/>
            </a:fld>
            <a:endParaRPr lang="en-US" altLang="zh-CN"/>
          </a:p>
        </p:txBody>
      </p:sp>
    </p:spTree>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1BBBBD4E-2DE5-4C3F-AE00-A6DD86E0D596}" type="slidenum">
              <a:rPr lang="en-US" altLang="zh-CN"/>
            </a:fld>
            <a:endParaRPr lang="en-US" altLang="zh-CN"/>
          </a:p>
        </p:txBody>
      </p:sp>
    </p:spTree>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031812E9-64D5-4B89-A105-A3133ACA97F3}" type="slidenum">
              <a:rPr lang="en-US" altLang="zh-CN"/>
            </a:fld>
            <a:endParaRPr lang="en-US" altLang="zh-CN"/>
          </a:p>
        </p:txBody>
      </p:sp>
    </p:spTree>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D634776F-61D5-4076-9436-63E31E40A25C}" type="slidenum">
              <a:rPr lang="en-US" altLang="zh-CN"/>
            </a:fld>
            <a:endParaRPr lang="en-US" altLang="zh-CN"/>
          </a:p>
        </p:txBody>
      </p:sp>
    </p:spTree>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AFB6392-A7DB-4F7F-A2E5-A741CDE39A63}" type="slidenum">
              <a:rPr lang="en-US" altLang="zh-CN"/>
            </a:fld>
            <a:endParaRPr lang="en-US" altLang="zh-CN"/>
          </a:p>
        </p:txBody>
      </p:sp>
    </p:spTree>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1948645F-EDC4-465B-B0E1-245409E6250E}" type="slidenum">
              <a:rPr lang="en-US" altLang="zh-CN"/>
            </a:fld>
            <a:endParaRPr lang="en-US" altLang="zh-CN"/>
          </a:p>
        </p:txBody>
      </p:sp>
    </p:spTree>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C5F19F0-4B43-4EA4-927F-97A09905EC94}" type="slidenum">
              <a:rPr lang="en-US" altLang="zh-CN"/>
            </a:fld>
            <a:endParaRPr lang="en-US" altLang="zh-CN"/>
          </a:p>
        </p:txBody>
      </p:sp>
    </p:spTree>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1C0998B-7A25-4C56-B6D1-E8390C0A0445}" type="slidenum">
              <a:rPr lang="en-US" altLang="zh-CN"/>
            </a:fld>
            <a:endParaRPr lang="en-US" altLang="zh-CN"/>
          </a:p>
        </p:txBody>
      </p:sp>
    </p:spTree>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8CA4B53-0519-41C2-960B-A205FBE0ACA6}" type="slidenum">
              <a:rPr lang="en-US" altLang="zh-CN"/>
            </a:fld>
            <a:endParaRPr lang="en-US" altLang="zh-CN"/>
          </a:p>
        </p:txBody>
      </p:sp>
    </p:spTree>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9E66213-56B8-482C-AD9B-FB947A2BC758}" type="slidenum">
              <a:rPr lang="en-US" altLang="zh-CN"/>
            </a:fld>
            <a:endParaRPr lang="en-US" altLang="zh-CN"/>
          </a:p>
        </p:txBody>
      </p:sp>
    </p:spTree>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B3B4324-17E7-4773-B819-604DC43FA4DB}" type="slidenum">
              <a:rPr lang="en-US" altLang="zh-CN"/>
            </a:fld>
            <a:endParaRPr lang="en-US" altLang="zh-CN"/>
          </a:p>
        </p:txBody>
      </p:sp>
    </p:spTree>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4BCC448-8C60-4F43-8E02-0C3088E19F72}" type="slidenum">
              <a:rPr lang="en-US" altLang="zh-CN"/>
            </a:fld>
            <a:endParaRPr lang="en-US" altLang="zh-CN"/>
          </a:p>
        </p:txBody>
      </p:sp>
    </p:spTree>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67D27DC-967C-4D02-8CC7-E43982E5B361}" type="slidenum">
              <a:rPr lang="en-US" altLang="zh-CN"/>
            </a:fld>
            <a:endParaRPr lang="en-US" altLang="zh-CN"/>
          </a:p>
        </p:txBody>
      </p:sp>
    </p:spTree>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859462E6-967D-4361-81AB-24A9BA7761F0}" type="slidenum">
              <a:rPr lang="en-US" altLang="zh-CN"/>
            </a:fld>
            <a:endParaRPr lang="en-US" altLang="zh-CN"/>
          </a:p>
        </p:txBody>
      </p:sp>
    </p:spTree>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169A2224-296F-44DA-8700-217DAD3A352B}" type="slidenum">
              <a:rPr lang="en-US" altLang="zh-CN"/>
            </a:fld>
            <a:endParaRPr lang="en-US" altLang="zh-CN"/>
          </a:p>
        </p:txBody>
      </p:sp>
    </p:spTree>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FA12BD83-B569-4E30-9A06-5096E98FA0E4}" type="slidenum">
              <a:rPr lang="en-US" altLang="zh-CN"/>
            </a:fld>
            <a:endParaRPr lang="en-US" altLang="zh-CN"/>
          </a:p>
        </p:txBody>
      </p:sp>
    </p:spTree>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67AE6D2-22A6-4CA6-AF1E-B0D8ECFAFF11}" type="slidenum">
              <a:rPr lang="en-US" altLang="zh-CN"/>
            </a:fld>
            <a:endParaRPr lang="en-US" altLang="zh-CN"/>
          </a:p>
        </p:txBody>
      </p:sp>
    </p:spTree>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51AD7D0-7220-422E-8969-1833DB58138A}" type="slidenum">
              <a:rPr lang="en-US" altLang="zh-CN"/>
            </a:fld>
            <a:endParaRPr lang="en-US" altLang="zh-CN"/>
          </a:p>
        </p:txBody>
      </p:sp>
    </p:spTree>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7E39F58-B8BE-4E15-B1F7-FF346217007B}" type="slidenum">
              <a:rPr lang="en-US" altLang="zh-CN"/>
            </a:fld>
            <a:endParaRPr lang="en-US" altLang="zh-CN"/>
          </a:p>
        </p:txBody>
      </p:sp>
    </p:spTree>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B9EBC5F-3FCA-4D67-B097-43F7FE2AF809}" type="slidenum">
              <a:rPr lang="en-US" altLang="zh-CN"/>
            </a:fld>
            <a:endParaRPr lang="en-US" altLang="zh-CN"/>
          </a:p>
        </p:txBody>
      </p:sp>
    </p:spTree>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2BB1B73-2608-4F2E-8FC2-CE10719FE70A}" type="slidenum">
              <a:rPr lang="en-US" altLang="zh-CN"/>
            </a:fld>
            <a:endParaRPr lang="en-US" altLang="zh-CN"/>
          </a:p>
        </p:txBody>
      </p:sp>
    </p:spTree>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70F6608-3DE4-4E29-B811-7E3CE3A16193}" type="slidenum">
              <a:rPr lang="en-US" altLang="zh-CN"/>
            </a:fld>
            <a:endParaRPr lang="en-US" altLang="zh-CN"/>
          </a:p>
        </p:txBody>
      </p:sp>
    </p:spTree>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7C87B2C-305F-4667-92DA-C800F85B45B5}" type="slidenum">
              <a:rPr lang="en-US" altLang="zh-CN"/>
            </a:fld>
            <a:endParaRPr lang="en-US" altLang="zh-CN"/>
          </a:p>
        </p:txBody>
      </p:sp>
    </p:spTree>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D7B25A9-D20B-4867-84B7-8DECF23A7352}" type="slidenum">
              <a:rPr lang="en-US" altLang="zh-CN"/>
            </a:fld>
            <a:endParaRPr lang="en-US" altLang="zh-CN"/>
          </a:p>
        </p:txBody>
      </p:sp>
    </p:spTree>
  </p:cSld>
  <p:clrMapOvr>
    <a:masterClrMapping/>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AEC5861A-B817-4C87-AE28-A7400CC8CA83}" type="slidenum">
              <a:rPr lang="en-US" altLang="zh-CN"/>
            </a:fld>
            <a:endParaRPr lang="en-US" altLang="zh-CN"/>
          </a:p>
        </p:txBody>
      </p:sp>
    </p:spTree>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FFC327E-C779-4798-81D0-D28C22B2FEC0}" type="slidenum">
              <a:rPr lang="en-US" altLang="zh-CN"/>
            </a:fld>
            <a:endParaRPr lang="en-US" altLang="zh-CN"/>
          </a:p>
        </p:txBody>
      </p:sp>
    </p:spTree>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98912096-AB36-40FF-A7C0-AA5D1ECC8890}" type="slidenum">
              <a:rPr lang="en-US" altLang="zh-CN"/>
            </a:fld>
            <a:endParaRPr lang="en-US" altLang="zh-CN"/>
          </a:p>
        </p:txBody>
      </p:sp>
    </p:spTree>
  </p:cSld>
  <p:clrMapOvr>
    <a:masterClrMapping/>
  </p:clrMapOvr>
  <p:transition>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35E591A-129A-4FE1-8354-250D47C1AE48}" type="slidenum">
              <a:rPr lang="en-US" altLang="zh-CN"/>
            </a:fld>
            <a:endParaRPr lang="en-US" altLang="zh-CN"/>
          </a:p>
        </p:txBody>
      </p:sp>
    </p:spTree>
  </p:cSld>
  <p:clrMapOvr>
    <a:masterClrMapping/>
  </p:clrMapOvr>
  <p:transition>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34ECEB16-CD86-4EDA-B87B-83F0E1164559}" type="slidenum">
              <a:rPr lang="en-US" altLang="zh-CN"/>
            </a:fld>
            <a:endParaRPr lang="en-US" altLang="zh-CN"/>
          </a:p>
        </p:txBody>
      </p:sp>
    </p:spTree>
  </p:cSld>
  <p:clrMapOvr>
    <a:masterClrMapping/>
  </p:clrMapOvr>
  <p:transition>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0F44B06-E568-4872-A16A-A3F009044688}" type="slidenum">
              <a:rPr lang="en-US" altLang="zh-CN"/>
            </a:fld>
            <a:endParaRPr lang="en-US" altLang="zh-CN"/>
          </a:p>
        </p:txBody>
      </p:sp>
    </p:spTree>
  </p:cSld>
  <p:clrMapOvr>
    <a:masterClrMapping/>
  </p:clrMapOvr>
  <p:transition>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4F8D772-A5C7-4537-8B50-471B1DCE6303}" type="slidenum">
              <a:rPr lang="en-US" altLang="zh-CN"/>
            </a:fld>
            <a:endParaRPr lang="en-US" altLang="zh-CN"/>
          </a:p>
        </p:txBody>
      </p:sp>
    </p:spTree>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194D1B8-0021-48EA-8567-DEEE003A364C}" type="slidenum">
              <a:rPr lang="en-US" altLang="zh-CN"/>
            </a:fld>
            <a:endParaRPr lang="en-US" altLang="zh-CN"/>
          </a:p>
        </p:txBody>
      </p:sp>
    </p:spTree>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DC32637-CB4E-42FE-8CD4-8000B33ED0A7}" type="slidenum">
              <a:rPr lang="en-US" altLang="zh-CN"/>
            </a:fld>
            <a:endParaRPr lang="en-US" altLang="zh-CN"/>
          </a:p>
        </p:txBody>
      </p:sp>
    </p:spTree>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7EAA2C7-EADB-424D-9E0D-7F03C3609206}" type="slidenum">
              <a:rPr lang="en-US" altLang="zh-CN"/>
            </a:fld>
            <a:endParaRPr lang="en-US" altLang="zh-CN"/>
          </a:p>
        </p:txBody>
      </p:sp>
    </p:spTree>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68A8D0C-8434-4789-A739-632037B2F3FA}" type="slidenum">
              <a:rPr lang="en-US" altLang="zh-CN"/>
            </a:fld>
            <a:endParaRPr lang="en-US" altLang="zh-CN"/>
          </a:p>
        </p:txBody>
      </p:sp>
    </p:spTree>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FC5DD52-8F2D-4F8A-848E-B4C328807861}" type="slidenum">
              <a:rPr lang="en-US" altLang="zh-CN"/>
            </a:fld>
            <a:endParaRPr lang="en-US" altLang="zh-CN"/>
          </a:p>
        </p:txBody>
      </p:sp>
    </p:spTree>
  </p:cSld>
  <p:clrMapOvr>
    <a:masterClrMapping/>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BFD7ECA2-A1C1-4DCB-ACF6-2631347D686A}" type="slidenum">
              <a:rPr lang="en-US" altLang="zh-CN"/>
            </a:fld>
            <a:endParaRPr lang="en-US" altLang="zh-CN"/>
          </a:p>
        </p:txBody>
      </p:sp>
    </p:spTree>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642C0319-666D-4F01-B8FA-68D543FDB4F3}" type="slidenum">
              <a:rPr lang="en-US" altLang="zh-CN"/>
            </a:fld>
            <a:endParaRPr lang="en-US" altLang="zh-CN"/>
          </a:p>
        </p:txBody>
      </p:sp>
    </p:spTree>
  </p:cSld>
  <p:clrMapOvr>
    <a:masterClrMapping/>
  </p:clrMapOvr>
  <p:transition>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5BEB431-4964-4BBD-A9A4-971F900AB60D}" type="slidenum">
              <a:rPr lang="en-US" altLang="zh-CN"/>
            </a:fld>
            <a:endParaRPr lang="en-US" altLang="zh-CN"/>
          </a:p>
        </p:txBody>
      </p:sp>
    </p:spTree>
  </p:cSld>
  <p:clrMapOvr>
    <a:masterClrMapping/>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024031B-14CA-43CD-A51C-CC55175B9F72}" type="slidenum">
              <a:rPr lang="en-US" altLang="zh-CN"/>
            </a:fld>
            <a:endParaRPr lang="en-US" altLang="zh-CN"/>
          </a:p>
        </p:txBody>
      </p:sp>
    </p:spTree>
  </p:cSld>
  <p:clrMapOvr>
    <a:masterClrMapping/>
  </p:clrMapOvr>
  <p:transition>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A42B653-74FF-48C8-A05E-F9A386CC0BD4}" type="slidenum">
              <a:rPr lang="en-US" altLang="zh-CN"/>
            </a:fld>
            <a:endParaRPr lang="en-US" altLang="zh-CN"/>
          </a:p>
        </p:txBody>
      </p:sp>
    </p:spTree>
  </p:cSld>
  <p:clrMapOvr>
    <a:masterClrMapping/>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B3C3A87-C6F5-48BB-B1D7-03D64D4392BC}" type="slidenum">
              <a:rPr lang="en-US" altLang="zh-CN"/>
            </a:fld>
            <a:endParaRPr lang="en-US" altLang="zh-CN"/>
          </a:p>
        </p:txBody>
      </p:sp>
    </p:spTree>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84262FA-CA44-4D3A-BC22-1A5427BC04E7}" type="slidenum">
              <a:rPr lang="en-US" altLang="zh-CN"/>
            </a:fld>
            <a:endParaRPr lang="en-US" altLang="zh-CN"/>
          </a:p>
        </p:txBody>
      </p:sp>
    </p:spTree>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AA2EF75-6D4C-4305-86CD-10031D9A878D}" type="slidenum">
              <a:rPr lang="en-US" altLang="zh-CN"/>
            </a:fld>
            <a:endParaRPr lang="en-US" altLang="zh-CN"/>
          </a:p>
        </p:txBody>
      </p:sp>
    </p:spTree>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FBDA79B-E153-4A70-8931-703300F74775}" type="slidenum">
              <a:rPr lang="en-US" altLang="zh-CN"/>
            </a:fld>
            <a:endParaRPr lang="en-US" altLang="zh-CN"/>
          </a:p>
        </p:txBody>
      </p:sp>
    </p:spTree>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B128B6BE-E56D-4D96-982E-50C5A9677BA5}" type="slidenum">
              <a:rPr lang="en-US" altLang="zh-CN"/>
            </a:fld>
            <a:endParaRPr lang="en-US" altLang="zh-CN"/>
          </a:p>
        </p:txBody>
      </p:sp>
    </p:spTree>
  </p:cSld>
  <p:clrMapOvr>
    <a:masterClrMapping/>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D96489A1-7B69-4338-B104-80B521BDEEE7}" type="slidenum">
              <a:rPr lang="en-US" altLang="zh-CN"/>
            </a:fld>
            <a:endParaRPr lang="en-US" altLang="zh-CN"/>
          </a:p>
        </p:txBody>
      </p:sp>
    </p:spTree>
  </p:cSld>
  <p:clrMapOvr>
    <a:masterClrMapping/>
  </p:clrMapOvr>
  <p:transition>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7757608-46F9-4651-8B72-F78043E539D9}" type="slidenum">
              <a:rPr lang="en-US" altLang="zh-CN"/>
            </a:fld>
            <a:endParaRPr lang="en-US" altLang="zh-CN"/>
          </a:p>
        </p:txBody>
      </p:sp>
    </p:spTree>
  </p:cSld>
  <p:clrMapOvr>
    <a:masterClrMapping/>
  </p:clrMapOvr>
  <p:transition>
    <p:fade/>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4D53F11A-5F0A-4F0A-948C-C10F63247457}" type="slidenum">
              <a:rPr lang="en-US" altLang="zh-CN"/>
            </a:fld>
            <a:endParaRPr lang="en-US" altLang="zh-CN"/>
          </a:p>
        </p:txBody>
      </p:sp>
    </p:spTree>
  </p:cSld>
  <p:clrMapOvr>
    <a:masterClrMapping/>
  </p:clrMapOvr>
  <p:transition>
    <p:fade/>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DB4DF0F-5641-4F50-9EEF-659BFDDB0A1F}" type="slidenum">
              <a:rPr lang="en-US" altLang="zh-CN"/>
            </a:fld>
            <a:endParaRPr lang="en-US" altLang="zh-CN"/>
          </a:p>
        </p:txBody>
      </p:sp>
    </p:spTree>
  </p:cSld>
  <p:clrMapOvr>
    <a:masterClrMapping/>
  </p:clrMapOvr>
  <p:transition>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0C79745-F6DE-45DD-B08A-2E2029C4470C}" type="slidenum">
              <a:rPr lang="en-US" altLang="zh-CN"/>
            </a:fld>
            <a:endParaRPr lang="en-US" altLang="zh-CN"/>
          </a:p>
        </p:txBody>
      </p:sp>
    </p:spTree>
  </p:cSld>
  <p:clrMapOvr>
    <a:masterClrMapping/>
  </p:clrMapOvr>
  <p:transition>
    <p:fade/>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E2D5052-EBF5-40D7-8370-157045FE0057}" type="slidenum">
              <a:rPr lang="en-US" altLang="zh-CN"/>
            </a:fld>
            <a:endParaRPr lang="en-US" altLang="zh-CN"/>
          </a:p>
        </p:txBody>
      </p:sp>
    </p:spTree>
  </p:cSld>
  <p:clrMapOvr>
    <a:masterClrMapping/>
  </p:clrMapOvr>
  <p:transition>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C41B46E-AF76-4A57-B899-2A95A61B0215}" type="slidenum">
              <a:rPr lang="en-US" altLang="zh-CN"/>
            </a:fld>
            <a:endParaRPr lang="en-US" altLang="zh-CN"/>
          </a:p>
        </p:txBody>
      </p:sp>
    </p:spTree>
  </p:cSld>
  <p:clrMapOvr>
    <a:masterClrMapping/>
  </p:clrMapOvr>
  <p:transition>
    <p:fade/>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531C0FB-D4BE-420A-86B3-0D81634DC57A}" type="slidenum">
              <a:rPr lang="en-US" altLang="zh-CN"/>
            </a:fld>
            <a:endParaRPr lang="en-US" altLang="zh-CN"/>
          </a:p>
        </p:txBody>
      </p:sp>
    </p:spTree>
  </p:cSld>
  <p:clrMapOvr>
    <a:masterClrMapping/>
  </p:clrMapOvr>
  <p:transition>
    <p:fade/>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8FE5FC7-8831-4BD2-BEB2-52A77F1719CC}" type="slidenum">
              <a:rPr lang="en-US" altLang="zh-CN"/>
            </a:fld>
            <a:endParaRPr lang="en-US" altLang="zh-CN"/>
          </a:p>
        </p:txBody>
      </p:sp>
    </p:spTree>
  </p:cSld>
  <p:clrMapOvr>
    <a:masterClrMapping/>
  </p:clrMapOvr>
  <p:transition>
    <p:fade/>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1EF1BDF-EF59-424B-93C6-DEB2B92BF6BB}" type="slidenum">
              <a:rPr lang="en-US" altLang="zh-CN"/>
            </a:fld>
            <a:endParaRPr lang="en-US" altLang="zh-CN"/>
          </a:p>
        </p:txBody>
      </p:sp>
    </p:spTree>
  </p:cSld>
  <p:clrMapOvr>
    <a:masterClrMapping/>
  </p:clrMapOvr>
  <p:transition>
    <p:fade/>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0FE8BBD-BF05-4F46-89A2-078E855CE9C1}" type="slidenum">
              <a:rPr lang="en-US" altLang="zh-CN"/>
            </a:fld>
            <a:endParaRPr lang="en-US" altLang="zh-CN"/>
          </a:p>
        </p:txBody>
      </p:sp>
    </p:spTree>
  </p:cSld>
  <p:clrMapOvr>
    <a:masterClrMapping/>
  </p:clrMapOvr>
  <p:transition>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0D5134D-CE94-476E-AC4A-AE756583915A}" type="slidenum">
              <a:rPr lang="en-US" altLang="zh-CN"/>
            </a:fld>
            <a:endParaRPr lang="en-US" altLang="zh-CN"/>
          </a:p>
        </p:txBody>
      </p:sp>
    </p:spTree>
  </p:cSld>
  <p:clrMapOvr>
    <a:masterClrMapping/>
  </p:clrMapOvr>
  <p:transition>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3781821-EAF5-4564-AF9B-955A64B18297}" type="slidenum">
              <a:rPr lang="en-US" altLang="zh-CN"/>
            </a:fld>
            <a:endParaRPr lang="en-US" altLang="zh-CN"/>
          </a:p>
        </p:txBody>
      </p:sp>
    </p:spTree>
  </p:cSld>
  <p:clrMapOvr>
    <a:masterClrMapping/>
  </p:clrMapOvr>
  <p:transition>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16B7685C-D183-4A0C-9F0A-EDDFC3F82D0B}" type="slidenum">
              <a:rPr lang="en-US" altLang="zh-CN"/>
            </a:fld>
            <a:endParaRPr lang="en-US" altLang="zh-CN"/>
          </a:p>
        </p:txBody>
      </p:sp>
    </p:spTree>
  </p:cSld>
  <p:clrMapOvr>
    <a:masterClrMapping/>
  </p:clrMapOvr>
  <p:transition>
    <p:fade/>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05F2386-BCD0-47B4-9668-67E29C8833E3}" type="slidenum">
              <a:rPr lang="en-US" altLang="zh-CN"/>
            </a:fld>
            <a:endParaRPr lang="en-US" altLang="zh-CN"/>
          </a:p>
        </p:txBody>
      </p:sp>
    </p:spTree>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79897D4-0A88-45E4-96C3-AC9D3459E305}" type="slidenum">
              <a:rPr lang="en-US" altLang="zh-CN"/>
            </a:fld>
            <a:endParaRPr lang="en-US" altLang="zh-CN"/>
          </a:p>
        </p:txBody>
      </p:sp>
    </p:spTree>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DF88447-F845-41D9-A541-8297A7045E35}" type="slidenum">
              <a:rPr lang="en-US" altLang="zh-CN"/>
            </a:fld>
            <a:endParaRPr lang="en-US" altLang="zh-CN"/>
          </a:p>
        </p:txBody>
      </p:sp>
    </p:spTree>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B0CBBE6-23DA-4E50-A0B4-6D8D01864E75}" type="slidenum">
              <a:rPr lang="en-US" altLang="zh-CN"/>
            </a:fld>
            <a:endParaRPr lang="en-US" altLang="zh-CN"/>
          </a:p>
        </p:txBody>
      </p:sp>
    </p:spTree>
  </p:cSld>
  <p:clrMapOvr>
    <a:masterClrMapping/>
  </p:clrMapOvr>
  <p:transition>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1384E79-B786-46F4-9CB7-F6F40BB05340}" type="slidenum">
              <a:rPr lang="en-US" altLang="zh-CN"/>
            </a:fld>
            <a:endParaRPr lang="en-US" altLang="zh-CN"/>
          </a:p>
        </p:txBody>
      </p:sp>
    </p:spTree>
  </p:cSld>
  <p:clrMapOvr>
    <a:masterClrMapping/>
  </p:clrMapOvr>
  <p:transition>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20C90AC-2C53-42C0-95A2-BB145028AA9B}" type="slidenum">
              <a:rPr lang="en-US" altLang="zh-CN"/>
            </a:fld>
            <a:endParaRPr lang="en-US" altLang="zh-CN"/>
          </a:p>
        </p:txBody>
      </p:sp>
    </p:spTree>
  </p:cSld>
  <p:clrMapOvr>
    <a:masterClrMapping/>
  </p:clrMapOvr>
  <p:transition>
    <p:fade/>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3CD39A8-83CF-4316-8455-50A752C4CEBD}" type="slidenum">
              <a:rPr lang="en-US" altLang="zh-CN"/>
            </a:fld>
            <a:endParaRPr lang="en-US" altLang="zh-CN"/>
          </a:p>
        </p:txBody>
      </p:sp>
    </p:spTree>
  </p:cSld>
  <p:clrMapOvr>
    <a:masterClrMapping/>
  </p:clrMapOvr>
  <p:transition>
    <p:fade/>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D16B82E-C3B1-47A7-A64D-ED884AAC7415}" type="slidenum">
              <a:rPr lang="en-US" altLang="zh-CN"/>
            </a:fld>
            <a:endParaRPr lang="en-US" altLang="zh-CN"/>
          </a:p>
        </p:txBody>
      </p:sp>
    </p:spTree>
  </p:cSld>
  <p:clrMapOvr>
    <a:masterClrMapping/>
  </p:clrMapOvr>
  <p:transition>
    <p:fade/>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0FD83CB9-7C22-4458-8E0F-1748EC619DED}" type="slidenum">
              <a:rPr lang="en-US" altLang="zh-CN"/>
            </a:fld>
            <a:endParaRPr lang="en-US" altLang="zh-CN"/>
          </a:p>
        </p:txBody>
      </p:sp>
    </p:spTree>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0D79BA9-56CC-49AA-BA4D-9BA6347801B6}" type="slidenum">
              <a:rPr lang="en-US" altLang="zh-CN"/>
            </a:fld>
            <a:endParaRPr lang="en-US" altLang="zh-CN"/>
          </a:p>
        </p:txBody>
      </p:sp>
    </p:spTree>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A4F38A02-B448-4C99-9C6E-997C465054C2}" type="slidenum">
              <a:rPr lang="en-US" altLang="zh-CN"/>
            </a:fld>
            <a:endParaRPr lang="en-US" altLang="zh-CN"/>
          </a:p>
        </p:txBody>
      </p:sp>
    </p:spTree>
  </p:cSld>
  <p:clrMapOvr>
    <a:masterClrMapping/>
  </p:clrMapOvr>
  <p:transition>
    <p:fade/>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0FD1380-EAB8-47F4-83D7-096B3098F82B}" type="slidenum">
              <a:rPr lang="en-US" altLang="zh-CN"/>
            </a:fld>
            <a:endParaRPr lang="en-US" altLang="zh-CN"/>
          </a:p>
        </p:txBody>
      </p:sp>
    </p:spTree>
  </p:cSld>
  <p:clrMapOvr>
    <a:masterClrMapping/>
  </p:clrMapOvr>
  <p:transition>
    <p:fade/>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91DDD08-6582-4D60-84F1-7E550D24EDAA}" type="slidenum">
              <a:rPr lang="en-US" altLang="zh-CN"/>
            </a:fld>
            <a:endParaRPr lang="en-US" altLang="zh-CN"/>
          </a:p>
        </p:txBody>
      </p:sp>
    </p:spTree>
  </p:cSld>
  <p:clrMapOvr>
    <a:masterClrMapping/>
  </p:clrMapOvr>
  <p:transition>
    <p:fade/>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7356736-10CE-4580-A90C-FB4C80504897}" type="slidenum">
              <a:rPr lang="en-US" altLang="zh-CN"/>
            </a:fld>
            <a:endParaRPr lang="en-US" altLang="zh-CN"/>
          </a:p>
        </p:txBody>
      </p:sp>
    </p:spTree>
  </p:cSld>
  <p:clrMapOvr>
    <a:masterClrMapping/>
  </p:clrMapOvr>
  <p:transition>
    <p:fade/>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585C44B-E428-416C-8F05-58E4112B4549}" type="slidenum">
              <a:rPr lang="en-US" altLang="zh-CN"/>
            </a:fld>
            <a:endParaRPr lang="en-US" altLang="zh-CN"/>
          </a:p>
        </p:txBody>
      </p:sp>
    </p:spTree>
  </p:cSld>
  <p:clrMapOvr>
    <a:masterClrMapping/>
  </p:clrMapOvr>
  <p:transition>
    <p:fade/>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20A850A-4ED0-4E45-AA39-5915DA63B765}" type="slidenum">
              <a:rPr lang="en-US" altLang="zh-CN"/>
            </a:fld>
            <a:endParaRPr lang="en-US" altLang="zh-CN"/>
          </a:p>
        </p:txBody>
      </p:sp>
    </p:spTree>
  </p:cSld>
  <p:clrMapOvr>
    <a:masterClrMapping/>
  </p:clrMapOvr>
  <p:transition>
    <p:fade/>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2E4B41F-71DA-4557-AB19-3BA08BFDF26B}" type="slidenum">
              <a:rPr lang="en-US" altLang="zh-CN"/>
            </a:fld>
            <a:endParaRPr lang="en-US" altLang="zh-CN"/>
          </a:p>
        </p:txBody>
      </p:sp>
    </p:spTree>
  </p:cSld>
  <p:clrMapOvr>
    <a:masterClrMapping/>
  </p:clrMapOvr>
  <p:transition>
    <p:fade/>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0C68E7A-C9B9-4AD9-BAB4-764716640B79}" type="slidenum">
              <a:rPr lang="en-US" altLang="zh-CN"/>
            </a:fld>
            <a:endParaRPr lang="en-US" altLang="zh-CN"/>
          </a:p>
        </p:txBody>
      </p:sp>
    </p:spTree>
  </p:cSld>
  <p:clrMapOvr>
    <a:masterClrMapping/>
  </p:clrMapOvr>
  <p:transition>
    <p:fade/>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FB9627A-8E59-44EF-9DEB-C2E83AD4A11E}" type="slidenum">
              <a:rPr lang="en-US" altLang="zh-CN"/>
            </a:fld>
            <a:endParaRPr lang="en-US" altLang="zh-CN"/>
          </a:p>
        </p:txBody>
      </p:sp>
    </p:spTree>
  </p:cSld>
  <p:clrMapOvr>
    <a:masterClrMapping/>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37816041-25FD-4EDF-A4E9-90A82BCB8FE8}" type="slidenum">
              <a:rPr lang="en-US" altLang="zh-CN"/>
            </a:fld>
            <a:endParaRPr lang="en-US" altLang="zh-CN"/>
          </a:p>
        </p:txBody>
      </p:sp>
    </p:spTree>
  </p:cSld>
  <p:clrMapOvr>
    <a:masterClrMapping/>
  </p:clrMapOvr>
  <p:transition>
    <p:fade/>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E3E9C36-935F-4AEC-9C53-4869F299A24E}" type="slidenum">
              <a:rPr lang="en-US" altLang="zh-CN"/>
            </a:fld>
            <a:endParaRPr lang="en-US" altLang="zh-CN"/>
          </a:p>
        </p:txBody>
      </p:sp>
    </p:spTree>
  </p:cSld>
  <p:clrMapOvr>
    <a:masterClrMapping/>
  </p:clrMapOvr>
  <p:transition>
    <p:fade/>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8FF686F-CD29-434A-B8B8-C63456865C77}" type="slidenum">
              <a:rPr lang="en-US" altLang="zh-CN"/>
            </a:fld>
            <a:endParaRPr lang="en-US" altLang="zh-CN"/>
          </a:p>
        </p:txBody>
      </p:sp>
    </p:spTree>
  </p:cSld>
  <p:clrMapOvr>
    <a:masterClrMapping/>
  </p:clrMapOvr>
  <p:transition>
    <p:fade/>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5B4EBC8D-2E81-405E-9745-37EAE3F84E4C}" type="slidenum">
              <a:rPr lang="en-US" altLang="zh-CN"/>
            </a:fld>
            <a:endParaRPr lang="en-US" altLang="zh-CN"/>
          </a:p>
        </p:txBody>
      </p:sp>
    </p:spTree>
  </p:cSld>
  <p:clrMapOvr>
    <a:masterClrMapping/>
  </p:clrMapOvr>
  <p:transition>
    <p:fade/>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E914AE0-BB6C-48E6-895B-56B68A7FF84C}" type="slidenum">
              <a:rPr lang="en-US" altLang="zh-CN"/>
            </a:fld>
            <a:endParaRPr lang="en-US" altLang="zh-CN"/>
          </a:p>
        </p:txBody>
      </p:sp>
    </p:spTree>
  </p:cSld>
  <p:clrMapOvr>
    <a:masterClrMapping/>
  </p:clrMapOvr>
  <p:transition>
    <p:fade/>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EAA3B33-5864-415A-86BF-03D8FAA40934}" type="slidenum">
              <a:rPr lang="en-US" altLang="zh-CN"/>
            </a:fld>
            <a:endParaRPr lang="en-US" altLang="zh-CN"/>
          </a:p>
        </p:txBody>
      </p:sp>
    </p:spTree>
  </p:cSld>
  <p:clrMapOvr>
    <a:masterClrMapping/>
  </p:clrMapOvr>
  <p:transition>
    <p:fade/>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4B7509A-9794-4227-8FA9-E616A12A9103}" type="slidenum">
              <a:rPr lang="en-US" altLang="zh-CN"/>
            </a:fld>
            <a:endParaRPr lang="en-US" altLang="zh-CN"/>
          </a:p>
        </p:txBody>
      </p:sp>
    </p:spTree>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C58D1F5-05EA-4DCC-9D05-76EDADF48F95}" type="slidenum">
              <a:rPr lang="en-US" altLang="zh-CN"/>
            </a:fld>
            <a:endParaRPr lang="en-US" altLang="zh-CN"/>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F22A605-D4BD-48F9-826C-C884522CE64A}" type="slidenum">
              <a:rPr lang="en-US" altLang="zh-CN"/>
            </a:fld>
            <a:endParaRPr lang="en-US" altLang="zh-CN"/>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303EFBE-F087-4CD1-81C5-767EE840234B}" type="slidenum">
              <a:rPr lang="en-US" altLang="zh-CN"/>
            </a:fld>
            <a:endParaRPr lang="en-US" altLang="zh-CN"/>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BE3AF9C-1EBC-4E62-B64D-A9FBB0CDD227}" type="slidenum">
              <a:rPr lang="en-US" altLang="zh-CN"/>
            </a:fld>
            <a:endParaRPr lang="en-US" altLang="zh-CN"/>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D386AFA-23A0-48E0-AEEA-A9F2F06D2F3C}" type="slidenum">
              <a:rPr lang="en-US" altLang="zh-CN"/>
            </a:fld>
            <a:endParaRPr lang="en-US" altLang="zh-CN"/>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FD87AC10-3D8E-4A64-83D9-36B161DD3E85}" type="slidenum">
              <a:rPr lang="en-US" altLang="zh-CN"/>
            </a:fld>
            <a:endParaRPr lang="en-US" altLang="zh-CN"/>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9BACC1E-6C69-446A-A817-1F82A037AB89}" type="slidenum">
              <a:rPr lang="en-US" altLang="zh-CN"/>
            </a:fld>
            <a:endParaRPr lang="en-US" altLang="zh-CN"/>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604F48F-AFE5-4709-A0B3-E0E268612548}" type="slidenum">
              <a:rPr lang="en-US" altLang="zh-CN"/>
            </a:fld>
            <a:endParaRPr lang="en-US" altLang="zh-CN"/>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081BEB9-90A4-4B1F-B8A1-8BF36E3E5125}" type="slidenum">
              <a:rPr lang="en-US" altLang="zh-CN"/>
            </a:fld>
            <a:endParaRPr lang="en-US" altLang="zh-CN"/>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E50EB4A-D4C6-431E-BB65-EFB27A130E33}" type="slidenum">
              <a:rPr lang="en-US" altLang="zh-CN"/>
            </a:fld>
            <a:endParaRPr lang="en-US" altLang="zh-CN"/>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A61E1DF-E396-4DEB-ABE9-A89FF3FBA326}" type="slidenum">
              <a:rPr lang="en-US" altLang="zh-CN"/>
            </a:fld>
            <a:endParaRPr lang="en-US" altLang="zh-CN"/>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AF0643C-F7C8-4D90-A4F7-ACCBC1607B2D}" type="slidenum">
              <a:rPr lang="en-US" altLang="zh-CN"/>
            </a:fld>
            <a:endParaRPr lang="en-US" altLang="zh-CN"/>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B3B94F3-29EA-4DA0-A292-C55924B434D9}" type="slidenum">
              <a:rPr lang="en-US" altLang="zh-CN"/>
            </a:fld>
            <a:endParaRPr lang="en-US" altLang="zh-CN"/>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406A4D6-6182-4452-9DD3-16FDA3C21ACC}" type="slidenum">
              <a:rPr lang="en-US" altLang="zh-CN"/>
            </a:fld>
            <a:endParaRPr lang="en-US" altLang="zh-CN"/>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F86AB70-6D45-478D-A6A9-2A915081A7F7}" type="slidenum">
              <a:rPr lang="en-US" altLang="zh-CN"/>
            </a:fld>
            <a:endParaRPr lang="en-US" altLang="zh-CN"/>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3087897-8131-4057-969C-C856BB8A99E0}" type="slidenum">
              <a:rPr lang="en-US" altLang="zh-CN"/>
            </a:fld>
            <a:endParaRPr lang="en-US" altLang="zh-CN"/>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4AFB8A36-CB5F-424B-9546-E0D8BEC5E5C1}" type="slidenum">
              <a:rPr lang="en-US" altLang="zh-CN"/>
            </a:fld>
            <a:endParaRPr lang="en-US" altLang="zh-CN"/>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754F01C6-3554-4634-99B7-54B743471FE4}" type="slidenum">
              <a:rPr lang="en-US" altLang="zh-CN"/>
            </a:fld>
            <a:endParaRPr lang="en-US" altLang="zh-CN"/>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C7C41A9-1993-448A-B025-9852AB4C97AC}" type="slidenum">
              <a:rPr lang="en-US" altLang="zh-CN"/>
            </a:fld>
            <a:endParaRPr lang="en-US" altLang="zh-CN"/>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392187B3-360F-4D2D-9BA2-5F9822CB6FD0}" type="slidenum">
              <a:rPr lang="en-US" altLang="zh-CN"/>
            </a:fld>
            <a:endParaRPr lang="en-US" altLang="zh-CN"/>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4BDD603-61BE-496B-9067-EECA33A77861}" type="slidenum">
              <a:rPr lang="en-US" altLang="zh-CN"/>
            </a:fld>
            <a:endParaRPr lang="en-US" altLang="zh-CN"/>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04D4737-D8D0-4211-B497-EB727D62AC97}" type="slidenum">
              <a:rPr lang="en-US" altLang="zh-CN"/>
            </a:fld>
            <a:endParaRPr lang="en-US" altLang="zh-CN"/>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8E2A0CEB-041E-4A2C-8FB2-3E6CFB291216}" type="slidenum">
              <a:rPr lang="en-US" altLang="zh-CN"/>
            </a:fld>
            <a:endParaRPr lang="en-US" altLang="zh-CN"/>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2A9E1B4E-563D-4F1A-9362-4F8704D08810}" type="slidenum">
              <a:rPr lang="en-US" altLang="zh-CN"/>
            </a:fld>
            <a:endParaRPr lang="en-US" altLang="zh-CN"/>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B7F7B7AD-7231-4D7B-9D62-8FB822BD4C74}" type="slidenum">
              <a:rPr lang="en-US" altLang="zh-CN"/>
            </a:fld>
            <a:endParaRPr lang="en-US" altLang="zh-CN"/>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56E6393-1461-4266-B1B0-1150C3054DDE}" type="slidenum">
              <a:rPr lang="en-US" altLang="zh-CN"/>
            </a:fld>
            <a:endParaRPr lang="en-US" altLang="zh-CN"/>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4"/>
          <p:cNvSpPr>
            <a:spLocks noGrp="1" noChangeArrowheads="1"/>
          </p:cNvSpPr>
          <p:nvPr>
            <p:ph type="dt" sz="half" idx="10"/>
          </p:nvPr>
        </p:nvSpPr>
        <p:spPr/>
        <p:txBody>
          <a:bodyPr/>
          <a:lstStyle>
            <a:lvl1pPr>
              <a:defRPr/>
            </a:lvl1pPr>
          </a:lstStyle>
          <a:p>
            <a:pPr>
              <a:defRPr/>
            </a:pPr>
            <a:endParaRPr lang="en-US" altLang="zh-CN"/>
          </a:p>
        </p:txBody>
      </p:sp>
      <p:sp>
        <p:nvSpPr>
          <p:cNvPr id="8"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6"/>
          <p:cNvSpPr>
            <a:spLocks noGrp="1" noChangeArrowheads="1"/>
          </p:cNvSpPr>
          <p:nvPr>
            <p:ph type="sldNum" sz="quarter" idx="12"/>
          </p:nvPr>
        </p:nvSpPr>
        <p:spPr/>
        <p:txBody>
          <a:bodyPr/>
          <a:lstStyle>
            <a:lvl1pPr>
              <a:defRPr/>
            </a:lvl1pPr>
          </a:lstStyle>
          <a:p>
            <a:pPr>
              <a:defRPr/>
            </a:pPr>
            <a:fld id="{ACDF8C26-8788-428B-843E-D8DBE6DAECDE}" type="slidenum">
              <a:rPr lang="en-US" altLang="zh-CN"/>
            </a:fld>
            <a:endParaRPr lang="en-US" altLang="zh-CN"/>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4"/>
          <p:cNvSpPr>
            <a:spLocks noGrp="1" noChangeArrowheads="1"/>
          </p:cNvSpPr>
          <p:nvPr>
            <p:ph type="dt" sz="half" idx="10"/>
          </p:nvPr>
        </p:nvSpPr>
        <p:spPr/>
        <p:txBody>
          <a:bodyPr/>
          <a:lstStyle>
            <a:lvl1pPr>
              <a:defRPr/>
            </a:lvl1pPr>
          </a:lstStyle>
          <a:p>
            <a:pPr>
              <a:defRPr/>
            </a:pPr>
            <a:endParaRPr lang="en-US" altLang="zh-CN"/>
          </a:p>
        </p:txBody>
      </p:sp>
      <p:sp>
        <p:nvSpPr>
          <p:cNvPr id="4"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6"/>
          <p:cNvSpPr>
            <a:spLocks noGrp="1" noChangeArrowheads="1"/>
          </p:cNvSpPr>
          <p:nvPr>
            <p:ph type="sldNum" sz="quarter" idx="12"/>
          </p:nvPr>
        </p:nvSpPr>
        <p:spPr/>
        <p:txBody>
          <a:bodyPr/>
          <a:lstStyle>
            <a:lvl1pPr>
              <a:defRPr/>
            </a:lvl1pPr>
          </a:lstStyle>
          <a:p>
            <a:pPr>
              <a:defRPr/>
            </a:pPr>
            <a:fld id="{F45C0C8A-77EB-41BC-9C60-027E68925D15}" type="slidenum">
              <a:rPr lang="en-US" altLang="zh-CN"/>
            </a:fld>
            <a:endParaRPr lang="en-US" altLang="zh-CN"/>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endParaRPr lang="en-US" altLang="zh-CN"/>
          </a:p>
        </p:txBody>
      </p:sp>
      <p:sp>
        <p:nvSpPr>
          <p:cNvPr id="3"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6"/>
          <p:cNvSpPr>
            <a:spLocks noGrp="1" noChangeArrowheads="1"/>
          </p:cNvSpPr>
          <p:nvPr>
            <p:ph type="sldNum" sz="quarter" idx="12"/>
          </p:nvPr>
        </p:nvSpPr>
        <p:spPr/>
        <p:txBody>
          <a:bodyPr/>
          <a:lstStyle>
            <a:lvl1pPr>
              <a:defRPr/>
            </a:lvl1pPr>
          </a:lstStyle>
          <a:p>
            <a:pPr>
              <a:defRPr/>
            </a:pPr>
            <a:fld id="{B2E4C105-C3F7-40E6-9FA4-C3A640D70A67}" type="slidenum">
              <a:rPr lang="en-US" altLang="zh-CN"/>
            </a:fld>
            <a:endParaRPr lang="en-US" altLang="zh-CN"/>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A496B379-A5AE-40CF-919F-40591707D9A4}" type="slidenum">
              <a:rPr lang="en-US" altLang="zh-CN"/>
            </a:fld>
            <a:endParaRPr lang="en-US" altLang="zh-CN"/>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73A40F6-A39B-4C95-9B68-35B0BDD06A99}" type="slidenum">
              <a:rPr lang="en-US" altLang="zh-CN"/>
            </a:fld>
            <a:endParaRPr lang="en-US" altLang="zh-CN"/>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D74A2A3D-28B1-4BAE-8796-BA225F4C5B99}" type="slidenum">
              <a:rPr lang="en-US" altLang="zh-CN"/>
            </a:fld>
            <a:endParaRPr lang="en-US" altLang="zh-CN"/>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205F11F6-0C63-4DE9-9543-FB3723A0B6D2}" type="slidenum">
              <a:rPr lang="en-US" altLang="zh-CN"/>
            </a:fld>
            <a:endParaRPr lang="en-US" altLang="zh-CN"/>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CE668958-D36C-4D02-9EA0-85BF1913EB00}" type="slidenum">
              <a:rPr lang="en-US" altLang="zh-CN"/>
            </a:fld>
            <a:endParaRPr lang="en-US" altLang="zh-CN"/>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29085148-53F2-478C-A6C2-D1C10BB020F8}" type="slidenum">
              <a:rPr lang="en-US" altLang="zh-CN"/>
            </a:fld>
            <a:endParaRPr lang="en-US" altLang="zh-CN"/>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34475AD5-CADC-4AD9-93F1-76156C29685D}" type="slidenum">
              <a:rPr lang="en-US" altLang="zh-CN"/>
            </a:fld>
            <a:endParaRPr lang="en-US" altLang="zh-CN"/>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6"/>
          <p:cNvSpPr>
            <a:spLocks noGrp="1" noChangeArrowheads="1"/>
          </p:cNvSpPr>
          <p:nvPr>
            <p:ph type="dt" sz="half" idx="10"/>
          </p:nvPr>
        </p:nvSpPr>
        <p:spPr/>
        <p:txBody>
          <a:bodyPr/>
          <a:lstStyle>
            <a:lvl1pPr>
              <a:defRPr/>
            </a:lvl1pPr>
          </a:lstStyle>
          <a:p>
            <a:pPr>
              <a:defRPr/>
            </a:pPr>
            <a:endParaRPr lang="en-US" altLang="zh-CN"/>
          </a:p>
        </p:txBody>
      </p:sp>
      <p:sp>
        <p:nvSpPr>
          <p:cNvPr id="6"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8"/>
          <p:cNvSpPr>
            <a:spLocks noGrp="1" noChangeArrowheads="1"/>
          </p:cNvSpPr>
          <p:nvPr>
            <p:ph type="sldNum" sz="quarter" idx="12"/>
          </p:nvPr>
        </p:nvSpPr>
        <p:spPr/>
        <p:txBody>
          <a:bodyPr/>
          <a:lstStyle>
            <a:lvl1pPr>
              <a:defRPr/>
            </a:lvl1pPr>
          </a:lstStyle>
          <a:p>
            <a:pPr>
              <a:defRPr/>
            </a:pPr>
            <a:fld id="{7C9497A2-EF35-4B40-BCC7-797B3F877731}" type="slidenum">
              <a:rPr lang="en-US" altLang="zh-CN"/>
            </a:fld>
            <a:endParaRPr lang="en-US" altLang="zh-CN"/>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noChangeArrowheads="1"/>
          </p:cNvSpPr>
          <p:nvPr>
            <p:ph type="dt" sz="half" idx="10"/>
          </p:nvPr>
        </p:nvSpPr>
        <p:spPr/>
        <p:txBody>
          <a:bodyPr/>
          <a:lstStyle>
            <a:lvl1pPr>
              <a:defRPr/>
            </a:lvl1pPr>
          </a:lstStyle>
          <a:p>
            <a:pPr>
              <a:defRPr/>
            </a:pPr>
            <a:endParaRPr lang="en-US" altLang="zh-CN"/>
          </a:p>
        </p:txBody>
      </p:sp>
      <p:sp>
        <p:nvSpPr>
          <p:cNvPr id="8"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8"/>
          <p:cNvSpPr>
            <a:spLocks noGrp="1" noChangeArrowheads="1"/>
          </p:cNvSpPr>
          <p:nvPr>
            <p:ph type="sldNum" sz="quarter" idx="12"/>
          </p:nvPr>
        </p:nvSpPr>
        <p:spPr/>
        <p:txBody>
          <a:bodyPr/>
          <a:lstStyle>
            <a:lvl1pPr>
              <a:defRPr/>
            </a:lvl1pPr>
          </a:lstStyle>
          <a:p>
            <a:pPr>
              <a:defRPr/>
            </a:pPr>
            <a:fld id="{7500CF73-8406-44FA-9B97-5B68F0871F6C}" type="slidenum">
              <a:rPr lang="en-US" altLang="zh-CN"/>
            </a:fld>
            <a:endParaRPr lang="en-US" altLang="zh-CN"/>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6"/>
          <p:cNvSpPr>
            <a:spLocks noGrp="1" noChangeArrowheads="1"/>
          </p:cNvSpPr>
          <p:nvPr>
            <p:ph type="dt" sz="half" idx="10"/>
          </p:nvPr>
        </p:nvSpPr>
        <p:spPr/>
        <p:txBody>
          <a:bodyPr/>
          <a:lstStyle>
            <a:lvl1pPr>
              <a:defRPr/>
            </a:lvl1pPr>
          </a:lstStyle>
          <a:p>
            <a:pPr>
              <a:defRPr/>
            </a:pPr>
            <a:endParaRPr lang="en-US" altLang="zh-CN"/>
          </a:p>
        </p:txBody>
      </p:sp>
      <p:sp>
        <p:nvSpPr>
          <p:cNvPr id="4"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8"/>
          <p:cNvSpPr>
            <a:spLocks noGrp="1" noChangeArrowheads="1"/>
          </p:cNvSpPr>
          <p:nvPr>
            <p:ph type="sldNum" sz="quarter" idx="12"/>
          </p:nvPr>
        </p:nvSpPr>
        <p:spPr/>
        <p:txBody>
          <a:bodyPr/>
          <a:lstStyle>
            <a:lvl1pPr>
              <a:defRPr/>
            </a:lvl1pPr>
          </a:lstStyle>
          <a:p>
            <a:pPr>
              <a:defRPr/>
            </a:pPr>
            <a:fld id="{54B71D83-6934-492B-9315-B760123445FE}" type="slidenum">
              <a:rPr lang="en-US" altLang="zh-CN"/>
            </a:fld>
            <a:endParaRPr lang="en-US" altLang="zh-CN"/>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6"/>
          <p:cNvSpPr>
            <a:spLocks noGrp="1" noChangeArrowheads="1"/>
          </p:cNvSpPr>
          <p:nvPr>
            <p:ph type="dt" sz="half" idx="10"/>
          </p:nvPr>
        </p:nvSpPr>
        <p:spPr/>
        <p:txBody>
          <a:bodyPr/>
          <a:lstStyle>
            <a:lvl1pPr>
              <a:defRPr/>
            </a:lvl1pPr>
          </a:lstStyle>
          <a:p>
            <a:pPr>
              <a:defRPr/>
            </a:pPr>
            <a:endParaRPr lang="en-US" altLang="zh-CN"/>
          </a:p>
        </p:txBody>
      </p:sp>
      <p:sp>
        <p:nvSpPr>
          <p:cNvPr id="3"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8"/>
          <p:cNvSpPr>
            <a:spLocks noGrp="1" noChangeArrowheads="1"/>
          </p:cNvSpPr>
          <p:nvPr>
            <p:ph type="sldNum" sz="quarter" idx="12"/>
          </p:nvPr>
        </p:nvSpPr>
        <p:spPr/>
        <p:txBody>
          <a:bodyPr/>
          <a:lstStyle>
            <a:lvl1pPr>
              <a:defRPr/>
            </a:lvl1pPr>
          </a:lstStyle>
          <a:p>
            <a:pPr>
              <a:defRPr/>
            </a:pPr>
            <a:fld id="{7C15BBD8-827D-449B-BA0A-938E94D44F9B}" type="slidenum">
              <a:rPr lang="en-US" altLang="zh-CN"/>
            </a:fld>
            <a:endParaRPr lang="en-US" altLang="zh-CN"/>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6"/>
          <p:cNvSpPr>
            <a:spLocks noGrp="1" noChangeArrowheads="1"/>
          </p:cNvSpPr>
          <p:nvPr>
            <p:ph type="dt" sz="half" idx="10"/>
          </p:nvPr>
        </p:nvSpPr>
        <p:spPr/>
        <p:txBody>
          <a:bodyPr/>
          <a:lstStyle>
            <a:lvl1pPr>
              <a:defRPr/>
            </a:lvl1pPr>
          </a:lstStyle>
          <a:p>
            <a:pPr>
              <a:defRPr/>
            </a:pPr>
            <a:endParaRPr lang="en-US" altLang="zh-CN"/>
          </a:p>
        </p:txBody>
      </p:sp>
      <p:sp>
        <p:nvSpPr>
          <p:cNvPr id="6"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8"/>
          <p:cNvSpPr>
            <a:spLocks noGrp="1" noChangeArrowheads="1"/>
          </p:cNvSpPr>
          <p:nvPr>
            <p:ph type="sldNum" sz="quarter" idx="12"/>
          </p:nvPr>
        </p:nvSpPr>
        <p:spPr/>
        <p:txBody>
          <a:bodyPr/>
          <a:lstStyle>
            <a:lvl1pPr>
              <a:defRPr/>
            </a:lvl1pPr>
          </a:lstStyle>
          <a:p>
            <a:pPr>
              <a:defRPr/>
            </a:pPr>
            <a:fld id="{1B596433-D6BA-4421-8E4C-0FA2F4C96645}" type="slidenum">
              <a:rPr lang="en-US" altLang="zh-CN"/>
            </a:fld>
            <a:endParaRPr lang="en-US" altLang="zh-CN"/>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6"/>
          <p:cNvSpPr>
            <a:spLocks noGrp="1" noChangeArrowheads="1"/>
          </p:cNvSpPr>
          <p:nvPr>
            <p:ph type="dt" sz="half" idx="10"/>
          </p:nvPr>
        </p:nvSpPr>
        <p:spPr/>
        <p:txBody>
          <a:bodyPr/>
          <a:lstStyle>
            <a:lvl1pPr>
              <a:defRPr/>
            </a:lvl1pPr>
          </a:lstStyle>
          <a:p>
            <a:pPr>
              <a:defRPr/>
            </a:pPr>
            <a:endParaRPr lang="en-US" altLang="zh-CN"/>
          </a:p>
        </p:txBody>
      </p:sp>
      <p:sp>
        <p:nvSpPr>
          <p:cNvPr id="6"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8"/>
          <p:cNvSpPr>
            <a:spLocks noGrp="1" noChangeArrowheads="1"/>
          </p:cNvSpPr>
          <p:nvPr>
            <p:ph type="sldNum" sz="quarter" idx="12"/>
          </p:nvPr>
        </p:nvSpPr>
        <p:spPr/>
        <p:txBody>
          <a:bodyPr/>
          <a:lstStyle>
            <a:lvl1pPr>
              <a:defRPr/>
            </a:lvl1pPr>
          </a:lstStyle>
          <a:p>
            <a:pPr>
              <a:defRPr/>
            </a:pPr>
            <a:fld id="{ADA1E65B-3D1E-4FEA-81CC-6AD48F2D1C50}" type="slidenum">
              <a:rPr lang="en-US" altLang="zh-CN"/>
            </a:fld>
            <a:endParaRPr lang="en-US" altLang="zh-CN"/>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B769C7AA-9779-44F1-AC48-E3FF4732D3DE}" type="slidenum">
              <a:rPr lang="en-US" altLang="zh-CN"/>
            </a:fld>
            <a:endParaRPr lang="en-US" altLang="zh-CN"/>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C061181F-3007-4C0E-B345-9F3CD0969A1E}" type="slidenum">
              <a:rPr lang="en-US" altLang="zh-CN"/>
            </a:fld>
            <a:endParaRPr lang="en-US" altLang="zh-CN"/>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0FF625DD-A8EB-4A42-BF33-83D952557657}" type="slidenum">
              <a:rPr lang="en-US" altLang="zh-CN"/>
            </a:fld>
            <a:endParaRPr lang="en-US" altLang="zh-CN"/>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419DBFD8-53C8-4F85-A630-C11A4D245DC5}" type="slidenum">
              <a:rPr lang="en-US" altLang="zh-CN"/>
            </a:fld>
            <a:endParaRPr lang="en-US" altLang="zh-CN"/>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495214E8-2620-414E-8362-6CE74F941905}" type="slidenum">
              <a:rPr lang="en-US" altLang="zh-CN"/>
            </a:fld>
            <a:endParaRPr lang="en-US" altLang="zh-CN"/>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2"/>
          <p:cNvSpPr>
            <a:spLocks noGrp="1" noChangeArrowheads="1"/>
          </p:cNvSpPr>
          <p:nvPr>
            <p:ph type="dt" sz="half" idx="10"/>
          </p:nvPr>
        </p:nvSpPr>
        <p:spPr/>
        <p:txBody>
          <a:bodyPr/>
          <a:lstStyle>
            <a:lvl1pPr>
              <a:defRPr/>
            </a:lvl1pPr>
          </a:lstStyle>
          <a:p>
            <a:pPr>
              <a:defRPr/>
            </a:pPr>
            <a:endParaRPr lang="en-US" altLang="zh-CN"/>
          </a:p>
        </p:txBody>
      </p:sp>
      <p:sp>
        <p:nvSpPr>
          <p:cNvPr id="6"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4"/>
          <p:cNvSpPr>
            <a:spLocks noGrp="1" noChangeArrowheads="1"/>
          </p:cNvSpPr>
          <p:nvPr>
            <p:ph type="sldNum" sz="quarter" idx="12"/>
          </p:nvPr>
        </p:nvSpPr>
        <p:spPr/>
        <p:txBody>
          <a:bodyPr/>
          <a:lstStyle>
            <a:lvl1pPr>
              <a:defRPr/>
            </a:lvl1pPr>
          </a:lstStyle>
          <a:p>
            <a:pPr>
              <a:defRPr/>
            </a:pPr>
            <a:fld id="{2E981C35-FDC3-4628-82E6-EBAF95B24FAF}" type="slidenum">
              <a:rPr lang="en-US" altLang="zh-CN"/>
            </a:fld>
            <a:endParaRPr lang="en-US" altLang="zh-CN"/>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2"/>
          <p:cNvSpPr>
            <a:spLocks noGrp="1" noChangeArrowheads="1"/>
          </p:cNvSpPr>
          <p:nvPr>
            <p:ph type="dt" sz="half" idx="10"/>
          </p:nvPr>
        </p:nvSpPr>
        <p:spPr/>
        <p:txBody>
          <a:bodyPr/>
          <a:lstStyle>
            <a:lvl1pPr>
              <a:defRPr/>
            </a:lvl1pPr>
          </a:lstStyle>
          <a:p>
            <a:pPr>
              <a:defRPr/>
            </a:pPr>
            <a:endParaRPr lang="en-US" altLang="zh-CN"/>
          </a:p>
        </p:txBody>
      </p:sp>
      <p:sp>
        <p:nvSpPr>
          <p:cNvPr id="8"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4"/>
          <p:cNvSpPr>
            <a:spLocks noGrp="1" noChangeArrowheads="1"/>
          </p:cNvSpPr>
          <p:nvPr>
            <p:ph type="sldNum" sz="quarter" idx="12"/>
          </p:nvPr>
        </p:nvSpPr>
        <p:spPr/>
        <p:txBody>
          <a:bodyPr/>
          <a:lstStyle>
            <a:lvl1pPr>
              <a:defRPr/>
            </a:lvl1pPr>
          </a:lstStyle>
          <a:p>
            <a:pPr>
              <a:defRPr/>
            </a:pPr>
            <a:fld id="{00C5B9F5-4764-463B-BEC5-31E77B73B0A0}" type="slidenum">
              <a:rPr lang="en-US" altLang="zh-CN"/>
            </a:fld>
            <a:endParaRPr lang="en-US" altLang="zh-CN"/>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noChangeArrowheads="1"/>
          </p:cNvSpPr>
          <p:nvPr>
            <p:ph type="dt" sz="half" idx="10"/>
          </p:nvPr>
        </p:nvSpPr>
        <p:spPr/>
        <p:txBody>
          <a:bodyPr/>
          <a:lstStyle>
            <a:lvl1pPr>
              <a:defRPr/>
            </a:lvl1pPr>
          </a:lstStyle>
          <a:p>
            <a:pPr>
              <a:defRPr/>
            </a:pPr>
            <a:endParaRPr lang="en-US" altLang="zh-CN"/>
          </a:p>
        </p:txBody>
      </p:sp>
      <p:sp>
        <p:nvSpPr>
          <p:cNvPr id="4"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4"/>
          <p:cNvSpPr>
            <a:spLocks noGrp="1" noChangeArrowheads="1"/>
          </p:cNvSpPr>
          <p:nvPr>
            <p:ph type="sldNum" sz="quarter" idx="12"/>
          </p:nvPr>
        </p:nvSpPr>
        <p:spPr/>
        <p:txBody>
          <a:bodyPr/>
          <a:lstStyle>
            <a:lvl1pPr>
              <a:defRPr/>
            </a:lvl1pPr>
          </a:lstStyle>
          <a:p>
            <a:pPr>
              <a:defRPr/>
            </a:pPr>
            <a:fld id="{CAB3316A-373F-4594-9DB7-31FEE2B3AF9A}" type="slidenum">
              <a:rPr lang="en-US" altLang="zh-CN"/>
            </a:fld>
            <a:endParaRPr lang="en-US" altLang="zh-CN"/>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p:cNvSpPr>
            <a:spLocks noGrp="1" noChangeArrowheads="1"/>
          </p:cNvSpPr>
          <p:nvPr>
            <p:ph type="dt" sz="half" idx="10"/>
          </p:nvPr>
        </p:nvSpPr>
        <p:spPr/>
        <p:txBody>
          <a:bodyPr/>
          <a:lstStyle>
            <a:lvl1pPr>
              <a:defRPr/>
            </a:lvl1pPr>
          </a:lstStyle>
          <a:p>
            <a:pPr>
              <a:defRPr/>
            </a:pPr>
            <a:endParaRPr lang="en-US" altLang="zh-CN"/>
          </a:p>
        </p:txBody>
      </p:sp>
      <p:sp>
        <p:nvSpPr>
          <p:cNvPr id="3"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4"/>
          <p:cNvSpPr>
            <a:spLocks noGrp="1" noChangeArrowheads="1"/>
          </p:cNvSpPr>
          <p:nvPr>
            <p:ph type="sldNum" sz="quarter" idx="12"/>
          </p:nvPr>
        </p:nvSpPr>
        <p:spPr/>
        <p:txBody>
          <a:bodyPr/>
          <a:lstStyle>
            <a:lvl1pPr>
              <a:defRPr/>
            </a:lvl1pPr>
          </a:lstStyle>
          <a:p>
            <a:pPr>
              <a:defRPr/>
            </a:pPr>
            <a:fld id="{85D6D5EE-AD33-4A0A-8AB1-DD668319CCC7}" type="slidenum">
              <a:rPr lang="en-US" altLang="zh-CN"/>
            </a:fld>
            <a:endParaRPr lang="en-US" altLang="zh-CN"/>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2"/>
          <p:cNvSpPr>
            <a:spLocks noGrp="1" noChangeArrowheads="1"/>
          </p:cNvSpPr>
          <p:nvPr>
            <p:ph type="dt" sz="half" idx="10"/>
          </p:nvPr>
        </p:nvSpPr>
        <p:spPr/>
        <p:txBody>
          <a:bodyPr/>
          <a:lstStyle>
            <a:lvl1pPr>
              <a:defRPr/>
            </a:lvl1pPr>
          </a:lstStyle>
          <a:p>
            <a:pPr>
              <a:defRPr/>
            </a:pPr>
            <a:endParaRPr lang="en-US" altLang="zh-CN"/>
          </a:p>
        </p:txBody>
      </p:sp>
      <p:sp>
        <p:nvSpPr>
          <p:cNvPr id="6"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4"/>
          <p:cNvSpPr>
            <a:spLocks noGrp="1" noChangeArrowheads="1"/>
          </p:cNvSpPr>
          <p:nvPr>
            <p:ph type="sldNum" sz="quarter" idx="12"/>
          </p:nvPr>
        </p:nvSpPr>
        <p:spPr/>
        <p:txBody>
          <a:bodyPr/>
          <a:lstStyle>
            <a:lvl1pPr>
              <a:defRPr/>
            </a:lvl1pPr>
          </a:lstStyle>
          <a:p>
            <a:pPr>
              <a:defRPr/>
            </a:pPr>
            <a:fld id="{F4DE0E2A-AB13-47C8-882D-FD0C82AC19E3}" type="slidenum">
              <a:rPr lang="en-US" altLang="zh-CN"/>
            </a:fld>
            <a:endParaRPr lang="en-US" altLang="zh-CN"/>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2"/>
          <p:cNvSpPr>
            <a:spLocks noGrp="1" noChangeArrowheads="1"/>
          </p:cNvSpPr>
          <p:nvPr>
            <p:ph type="dt" sz="half" idx="10"/>
          </p:nvPr>
        </p:nvSpPr>
        <p:spPr/>
        <p:txBody>
          <a:bodyPr/>
          <a:lstStyle>
            <a:lvl1pPr>
              <a:defRPr/>
            </a:lvl1pPr>
          </a:lstStyle>
          <a:p>
            <a:pPr>
              <a:defRPr/>
            </a:pPr>
            <a:endParaRPr lang="en-US" altLang="zh-CN"/>
          </a:p>
        </p:txBody>
      </p:sp>
      <p:sp>
        <p:nvSpPr>
          <p:cNvPr id="6"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4"/>
          <p:cNvSpPr>
            <a:spLocks noGrp="1" noChangeArrowheads="1"/>
          </p:cNvSpPr>
          <p:nvPr>
            <p:ph type="sldNum" sz="quarter" idx="12"/>
          </p:nvPr>
        </p:nvSpPr>
        <p:spPr/>
        <p:txBody>
          <a:bodyPr/>
          <a:lstStyle>
            <a:lvl1pPr>
              <a:defRPr/>
            </a:lvl1pPr>
          </a:lstStyle>
          <a:p>
            <a:pPr>
              <a:defRPr/>
            </a:pPr>
            <a:fld id="{81570E0B-E967-4706-887B-A9A7CF9CF3B2}" type="slidenum">
              <a:rPr lang="en-US" altLang="zh-CN"/>
            </a:fld>
            <a:endParaRPr lang="en-US" altLang="zh-CN"/>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7874D467-B7A7-47F2-ABE0-4B056EB8166D}" type="slidenum">
              <a:rPr lang="en-US" altLang="zh-CN"/>
            </a:fld>
            <a:endParaRPr lang="en-US" altLang="zh-CN"/>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93A88E4D-51F4-4C68-849A-BC24AB211C0B}" type="slidenum">
              <a:rPr lang="en-US" altLang="zh-CN"/>
            </a:fld>
            <a:endParaRPr lang="en-US" altLang="zh-CN"/>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7352DE1D-F6B0-4EF5-93C4-12AD5A35E9C5}" type="slidenum">
              <a:rPr lang="en-US" altLang="zh-CN"/>
            </a:fld>
            <a:endParaRPr lang="en-US" altLang="zh-CN"/>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AC4992FA-8A62-4424-8709-B13B0ACEA8F2}" type="slidenum">
              <a:rPr lang="en-US" altLang="zh-CN"/>
            </a:fld>
            <a:endParaRPr lang="en-US" altLang="zh-CN"/>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81891EEB-4638-4A72-BDF4-13BF2F7EC323}" type="slidenum">
              <a:rPr lang="en-US" altLang="zh-CN"/>
            </a:fld>
            <a:endParaRPr lang="en-US" altLang="zh-CN"/>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1"/>
          <p:cNvSpPr>
            <a:spLocks noGrp="1" noChangeArrowheads="1"/>
          </p:cNvSpPr>
          <p:nvPr>
            <p:ph type="dt" sz="half" idx="10"/>
          </p:nvPr>
        </p:nvSpPr>
        <p:spPr/>
        <p:txBody>
          <a:bodyPr/>
          <a:lstStyle>
            <a:lvl1pPr>
              <a:defRPr/>
            </a:lvl1pPr>
          </a:lstStyle>
          <a:p>
            <a:pPr>
              <a:defRPr/>
            </a:pPr>
            <a:endParaRPr lang="en-US" altLang="zh-CN"/>
          </a:p>
        </p:txBody>
      </p:sp>
      <p:sp>
        <p:nvSpPr>
          <p:cNvPr id="6"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3"/>
          <p:cNvSpPr>
            <a:spLocks noGrp="1" noChangeArrowheads="1"/>
          </p:cNvSpPr>
          <p:nvPr>
            <p:ph type="sldNum" sz="quarter" idx="12"/>
          </p:nvPr>
        </p:nvSpPr>
        <p:spPr/>
        <p:txBody>
          <a:bodyPr/>
          <a:lstStyle>
            <a:lvl1pPr>
              <a:defRPr/>
            </a:lvl1pPr>
          </a:lstStyle>
          <a:p>
            <a:pPr>
              <a:defRPr/>
            </a:pPr>
            <a:fld id="{DC39B6BE-8529-49CE-BE33-F853376CAD77}" type="slidenum">
              <a:rPr lang="en-US" altLang="zh-CN"/>
            </a:fld>
            <a:endParaRPr lang="en-US" altLang="zh-CN"/>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1"/>
          <p:cNvSpPr>
            <a:spLocks noGrp="1" noChangeArrowheads="1"/>
          </p:cNvSpPr>
          <p:nvPr>
            <p:ph type="dt" sz="half" idx="10"/>
          </p:nvPr>
        </p:nvSpPr>
        <p:spPr/>
        <p:txBody>
          <a:bodyPr/>
          <a:lstStyle>
            <a:lvl1pPr>
              <a:defRPr/>
            </a:lvl1pPr>
          </a:lstStyle>
          <a:p>
            <a:pPr>
              <a:defRPr/>
            </a:pPr>
            <a:endParaRPr lang="en-US" altLang="zh-CN"/>
          </a:p>
        </p:txBody>
      </p:sp>
      <p:sp>
        <p:nvSpPr>
          <p:cNvPr id="8"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3"/>
          <p:cNvSpPr>
            <a:spLocks noGrp="1" noChangeArrowheads="1"/>
          </p:cNvSpPr>
          <p:nvPr>
            <p:ph type="sldNum" sz="quarter" idx="12"/>
          </p:nvPr>
        </p:nvSpPr>
        <p:spPr/>
        <p:txBody>
          <a:bodyPr/>
          <a:lstStyle>
            <a:lvl1pPr>
              <a:defRPr/>
            </a:lvl1pPr>
          </a:lstStyle>
          <a:p>
            <a:pPr>
              <a:defRPr/>
            </a:pPr>
            <a:fld id="{6C92BE16-3931-4DB6-8149-24C5D68A929B}" type="slidenum">
              <a:rPr lang="en-US" altLang="zh-CN"/>
            </a:fld>
            <a:endParaRPr lang="en-US" altLang="zh-CN"/>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1"/>
          <p:cNvSpPr>
            <a:spLocks noGrp="1" noChangeArrowheads="1"/>
          </p:cNvSpPr>
          <p:nvPr>
            <p:ph type="dt" sz="half" idx="10"/>
          </p:nvPr>
        </p:nvSpPr>
        <p:spPr/>
        <p:txBody>
          <a:bodyPr/>
          <a:lstStyle>
            <a:lvl1pPr>
              <a:defRPr/>
            </a:lvl1pPr>
          </a:lstStyle>
          <a:p>
            <a:pPr>
              <a:defRPr/>
            </a:pPr>
            <a:endParaRPr lang="en-US" altLang="zh-CN"/>
          </a:p>
        </p:txBody>
      </p:sp>
      <p:sp>
        <p:nvSpPr>
          <p:cNvPr id="4"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3"/>
          <p:cNvSpPr>
            <a:spLocks noGrp="1" noChangeArrowheads="1"/>
          </p:cNvSpPr>
          <p:nvPr>
            <p:ph type="sldNum" sz="quarter" idx="12"/>
          </p:nvPr>
        </p:nvSpPr>
        <p:spPr/>
        <p:txBody>
          <a:bodyPr/>
          <a:lstStyle>
            <a:lvl1pPr>
              <a:defRPr/>
            </a:lvl1pPr>
          </a:lstStyle>
          <a:p>
            <a:pPr>
              <a:defRPr/>
            </a:pPr>
            <a:fld id="{8FAD9761-A5C4-48CE-9DA7-641356E5EDF2}" type="slidenum">
              <a:rPr lang="en-US" altLang="zh-CN"/>
            </a:fld>
            <a:endParaRPr lang="en-US" altLang="zh-CN"/>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noChangeArrowheads="1"/>
          </p:cNvSpPr>
          <p:nvPr>
            <p:ph type="dt" sz="half" idx="10"/>
          </p:nvPr>
        </p:nvSpPr>
        <p:spPr/>
        <p:txBody>
          <a:bodyPr/>
          <a:lstStyle>
            <a:lvl1pPr>
              <a:defRPr/>
            </a:lvl1pPr>
          </a:lstStyle>
          <a:p>
            <a:pPr>
              <a:defRPr/>
            </a:pPr>
            <a:endParaRPr lang="en-US" altLang="zh-CN"/>
          </a:p>
        </p:txBody>
      </p:sp>
      <p:sp>
        <p:nvSpPr>
          <p:cNvPr id="3"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3"/>
          <p:cNvSpPr>
            <a:spLocks noGrp="1" noChangeArrowheads="1"/>
          </p:cNvSpPr>
          <p:nvPr>
            <p:ph type="sldNum" sz="quarter" idx="12"/>
          </p:nvPr>
        </p:nvSpPr>
        <p:spPr/>
        <p:txBody>
          <a:bodyPr/>
          <a:lstStyle>
            <a:lvl1pPr>
              <a:defRPr/>
            </a:lvl1pPr>
          </a:lstStyle>
          <a:p>
            <a:pPr>
              <a:defRPr/>
            </a:pPr>
            <a:fld id="{915F3D19-21F5-4BCB-9A75-26EECDD00E1C}" type="slidenum">
              <a:rPr lang="en-US" altLang="zh-CN"/>
            </a:fld>
            <a:endParaRPr lang="en-US" altLang="zh-CN"/>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1"/>
          <p:cNvSpPr>
            <a:spLocks noGrp="1" noChangeArrowheads="1"/>
          </p:cNvSpPr>
          <p:nvPr>
            <p:ph type="dt" sz="half" idx="10"/>
          </p:nvPr>
        </p:nvSpPr>
        <p:spPr/>
        <p:txBody>
          <a:bodyPr/>
          <a:lstStyle>
            <a:lvl1pPr>
              <a:defRPr/>
            </a:lvl1pPr>
          </a:lstStyle>
          <a:p>
            <a:pPr>
              <a:defRPr/>
            </a:pPr>
            <a:endParaRPr lang="en-US" altLang="zh-CN"/>
          </a:p>
        </p:txBody>
      </p:sp>
      <p:sp>
        <p:nvSpPr>
          <p:cNvPr id="6"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3"/>
          <p:cNvSpPr>
            <a:spLocks noGrp="1" noChangeArrowheads="1"/>
          </p:cNvSpPr>
          <p:nvPr>
            <p:ph type="sldNum" sz="quarter" idx="12"/>
          </p:nvPr>
        </p:nvSpPr>
        <p:spPr/>
        <p:txBody>
          <a:bodyPr/>
          <a:lstStyle>
            <a:lvl1pPr>
              <a:defRPr/>
            </a:lvl1pPr>
          </a:lstStyle>
          <a:p>
            <a:pPr>
              <a:defRPr/>
            </a:pPr>
            <a:fld id="{4855B120-95AF-4371-BF4B-6415155AD4B4}" type="slidenum">
              <a:rPr lang="en-US" altLang="zh-CN"/>
            </a:fld>
            <a:endParaRPr lang="en-US" altLang="zh-CN"/>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1"/>
          <p:cNvSpPr>
            <a:spLocks noGrp="1" noChangeArrowheads="1"/>
          </p:cNvSpPr>
          <p:nvPr>
            <p:ph type="dt" sz="half" idx="10"/>
          </p:nvPr>
        </p:nvSpPr>
        <p:spPr/>
        <p:txBody>
          <a:bodyPr/>
          <a:lstStyle>
            <a:lvl1pPr>
              <a:defRPr/>
            </a:lvl1pPr>
          </a:lstStyle>
          <a:p>
            <a:pPr>
              <a:defRPr/>
            </a:pPr>
            <a:endParaRPr lang="en-US" altLang="zh-CN"/>
          </a:p>
        </p:txBody>
      </p:sp>
      <p:sp>
        <p:nvSpPr>
          <p:cNvPr id="6"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3"/>
          <p:cNvSpPr>
            <a:spLocks noGrp="1" noChangeArrowheads="1"/>
          </p:cNvSpPr>
          <p:nvPr>
            <p:ph type="sldNum" sz="quarter" idx="12"/>
          </p:nvPr>
        </p:nvSpPr>
        <p:spPr/>
        <p:txBody>
          <a:bodyPr/>
          <a:lstStyle>
            <a:lvl1pPr>
              <a:defRPr/>
            </a:lvl1pPr>
          </a:lstStyle>
          <a:p>
            <a:pPr>
              <a:defRPr/>
            </a:pPr>
            <a:fld id="{D2EA1CA2-D2F7-42D9-AFE0-C4EEEAAAF0A8}" type="slidenum">
              <a:rPr lang="en-US" altLang="zh-CN"/>
            </a:fld>
            <a:endParaRPr lang="en-US" altLang="zh-CN"/>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477EE09C-94F6-4788-B2B4-53AF9524696D}" type="slidenum">
              <a:rPr lang="en-US" altLang="zh-CN"/>
            </a:fld>
            <a:endParaRPr lang="en-US" altLang="zh-CN"/>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AAB96242-7120-46D5-8C1F-67CB3EC555A7}" type="slidenum">
              <a:rPr lang="en-US" altLang="zh-CN"/>
            </a:fld>
            <a:endParaRPr lang="en-US" altLang="zh-CN"/>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ACCE9DA0-2F18-46DD-8A2F-495FF0B7CE1E}" type="slidenum">
              <a:rPr lang="en-US" altLang="zh-CN"/>
            </a:fld>
            <a:endParaRPr lang="en-US" altLang="zh-CN"/>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A2D85BDA-2F00-4832-94BF-90739FAAA2A6}" type="slidenum">
              <a:rPr lang="en-US" altLang="zh-CN"/>
            </a:fld>
            <a:endParaRPr lang="en-US" altLang="zh-CN"/>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621BD5B1-4ACA-4953-9300-E814DDCCCE7D}" type="slidenum">
              <a:rPr lang="en-US" altLang="zh-CN"/>
            </a:fld>
            <a:endParaRPr lang="en-US" altLang="zh-CN"/>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761FD765-2DAC-4E93-9BB2-08EC49FBE6AE}" type="slidenum">
              <a:rPr lang="en-US" altLang="zh-CN"/>
            </a:fld>
            <a:endParaRPr lang="en-US" altLang="zh-CN"/>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4"/>
          <p:cNvSpPr>
            <a:spLocks noGrp="1" noChangeArrowheads="1"/>
          </p:cNvSpPr>
          <p:nvPr>
            <p:ph type="dt" sz="half" idx="10"/>
          </p:nvPr>
        </p:nvSpPr>
        <p:spPr/>
        <p:txBody>
          <a:bodyPr/>
          <a:lstStyle>
            <a:lvl1pPr>
              <a:defRPr/>
            </a:lvl1pPr>
          </a:lstStyle>
          <a:p>
            <a:pPr>
              <a:defRPr/>
            </a:pPr>
            <a:endParaRPr lang="en-US" altLang="zh-CN"/>
          </a:p>
        </p:txBody>
      </p:sp>
      <p:sp>
        <p:nvSpPr>
          <p:cNvPr id="8"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6"/>
          <p:cNvSpPr>
            <a:spLocks noGrp="1" noChangeArrowheads="1"/>
          </p:cNvSpPr>
          <p:nvPr>
            <p:ph type="sldNum" sz="quarter" idx="12"/>
          </p:nvPr>
        </p:nvSpPr>
        <p:spPr/>
        <p:txBody>
          <a:bodyPr/>
          <a:lstStyle>
            <a:lvl1pPr>
              <a:defRPr/>
            </a:lvl1pPr>
          </a:lstStyle>
          <a:p>
            <a:pPr>
              <a:defRPr/>
            </a:pPr>
            <a:fld id="{E7D6DE8A-AFDC-41BF-99C1-3E52657C2D0E}" type="slidenum">
              <a:rPr lang="en-US" altLang="zh-CN"/>
            </a:fld>
            <a:endParaRPr lang="en-US" altLang="zh-CN"/>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4"/>
          <p:cNvSpPr>
            <a:spLocks noGrp="1" noChangeArrowheads="1"/>
          </p:cNvSpPr>
          <p:nvPr>
            <p:ph type="dt" sz="half" idx="10"/>
          </p:nvPr>
        </p:nvSpPr>
        <p:spPr/>
        <p:txBody>
          <a:bodyPr/>
          <a:lstStyle>
            <a:lvl1pPr>
              <a:defRPr/>
            </a:lvl1pPr>
          </a:lstStyle>
          <a:p>
            <a:pPr>
              <a:defRPr/>
            </a:pPr>
            <a:endParaRPr lang="en-US" altLang="zh-CN"/>
          </a:p>
        </p:txBody>
      </p:sp>
      <p:sp>
        <p:nvSpPr>
          <p:cNvPr id="4"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6"/>
          <p:cNvSpPr>
            <a:spLocks noGrp="1" noChangeArrowheads="1"/>
          </p:cNvSpPr>
          <p:nvPr>
            <p:ph type="sldNum" sz="quarter" idx="12"/>
          </p:nvPr>
        </p:nvSpPr>
        <p:spPr/>
        <p:txBody>
          <a:bodyPr/>
          <a:lstStyle>
            <a:lvl1pPr>
              <a:defRPr/>
            </a:lvl1pPr>
          </a:lstStyle>
          <a:p>
            <a:pPr>
              <a:defRPr/>
            </a:pPr>
            <a:fld id="{57170F7D-2699-4827-9D29-2C3BCBE2D9DB}" type="slidenum">
              <a:rPr lang="en-US" altLang="zh-CN"/>
            </a:fld>
            <a:endParaRPr lang="en-US" altLang="zh-CN"/>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endParaRPr lang="en-US" altLang="zh-CN"/>
          </a:p>
        </p:txBody>
      </p:sp>
      <p:sp>
        <p:nvSpPr>
          <p:cNvPr id="3"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6"/>
          <p:cNvSpPr>
            <a:spLocks noGrp="1" noChangeArrowheads="1"/>
          </p:cNvSpPr>
          <p:nvPr>
            <p:ph type="sldNum" sz="quarter" idx="12"/>
          </p:nvPr>
        </p:nvSpPr>
        <p:spPr/>
        <p:txBody>
          <a:bodyPr/>
          <a:lstStyle>
            <a:lvl1pPr>
              <a:defRPr/>
            </a:lvl1pPr>
          </a:lstStyle>
          <a:p>
            <a:pPr>
              <a:defRPr/>
            </a:pPr>
            <a:fld id="{8672F7AA-8DF2-43C6-9DC5-1B11918A94D5}" type="slidenum">
              <a:rPr lang="en-US" altLang="zh-CN"/>
            </a:fld>
            <a:endParaRPr lang="en-US" altLang="zh-CN"/>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DFE631D9-6D8B-45D3-B7CD-956440A23670}" type="slidenum">
              <a:rPr lang="en-US" altLang="zh-CN"/>
            </a:fld>
            <a:endParaRPr lang="en-US" altLang="zh-CN"/>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7122CA0-94BF-4E4F-9B3B-56BC1DFDC98C}" type="slidenum">
              <a:rPr lang="en-US" altLang="zh-CN"/>
            </a:fld>
            <a:endParaRPr lang="en-US" altLang="zh-CN"/>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9606B1A8-04E3-45E7-B3C1-EF4B1A61E1B3}" type="slidenum">
              <a:rPr lang="en-US" altLang="zh-CN"/>
            </a:fld>
            <a:endParaRPr lang="en-US" altLang="zh-CN"/>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6661037A-2815-4A48-BE68-42634A29498A}" type="slidenum">
              <a:rPr lang="en-US" altLang="zh-CN"/>
            </a:fld>
            <a:endParaRPr lang="en-US" altLang="zh-CN"/>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14B28FD7-3A2C-45AE-970C-F5B425E792A1}" type="slidenum">
              <a:rPr lang="en-US" altLang="zh-CN"/>
            </a:fld>
            <a:endParaRPr lang="en-US" altLang="zh-CN"/>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C37CEDB0-F88D-4FFB-A74E-A3C867E26413}" type="slidenum">
              <a:rPr lang="en-US" altLang="zh-CN"/>
            </a:fld>
            <a:endParaRPr lang="en-US" altLang="zh-CN"/>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04128967-5C1E-425F-BFB9-739E9279CEF9}" type="slidenum">
              <a:rPr lang="en-US" altLang="zh-CN"/>
            </a:fld>
            <a:endParaRPr lang="en-US" altLang="zh-CN"/>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86D1AC3C-277F-425E-8F6C-668C23100944}" type="slidenum">
              <a:rPr lang="en-US" altLang="zh-CN"/>
            </a:fld>
            <a:endParaRPr lang="en-US" altLang="zh-CN"/>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4"/>
          <p:cNvSpPr>
            <a:spLocks noGrp="1" noChangeArrowheads="1"/>
          </p:cNvSpPr>
          <p:nvPr>
            <p:ph type="dt" sz="half" idx="10"/>
          </p:nvPr>
        </p:nvSpPr>
        <p:spPr/>
        <p:txBody>
          <a:bodyPr/>
          <a:lstStyle>
            <a:lvl1pPr>
              <a:defRPr/>
            </a:lvl1pPr>
          </a:lstStyle>
          <a:p>
            <a:pPr>
              <a:defRPr/>
            </a:pPr>
            <a:endParaRPr lang="en-US" altLang="zh-CN"/>
          </a:p>
        </p:txBody>
      </p:sp>
      <p:sp>
        <p:nvSpPr>
          <p:cNvPr id="8"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6"/>
          <p:cNvSpPr>
            <a:spLocks noGrp="1" noChangeArrowheads="1"/>
          </p:cNvSpPr>
          <p:nvPr>
            <p:ph type="sldNum" sz="quarter" idx="12"/>
          </p:nvPr>
        </p:nvSpPr>
        <p:spPr/>
        <p:txBody>
          <a:bodyPr/>
          <a:lstStyle>
            <a:lvl1pPr>
              <a:defRPr/>
            </a:lvl1pPr>
          </a:lstStyle>
          <a:p>
            <a:pPr>
              <a:defRPr/>
            </a:pPr>
            <a:fld id="{CE4ACCB3-F48B-49F2-9BDE-D81BAD5C0E4D}" type="slidenum">
              <a:rPr lang="en-US" altLang="zh-CN"/>
            </a:fld>
            <a:endParaRPr lang="en-US" altLang="zh-CN"/>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4"/>
          <p:cNvSpPr>
            <a:spLocks noGrp="1" noChangeArrowheads="1"/>
          </p:cNvSpPr>
          <p:nvPr>
            <p:ph type="dt" sz="half" idx="10"/>
          </p:nvPr>
        </p:nvSpPr>
        <p:spPr/>
        <p:txBody>
          <a:bodyPr/>
          <a:lstStyle>
            <a:lvl1pPr>
              <a:defRPr/>
            </a:lvl1pPr>
          </a:lstStyle>
          <a:p>
            <a:pPr>
              <a:defRPr/>
            </a:pPr>
            <a:endParaRPr lang="en-US" altLang="zh-CN"/>
          </a:p>
        </p:txBody>
      </p:sp>
      <p:sp>
        <p:nvSpPr>
          <p:cNvPr id="4"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6"/>
          <p:cNvSpPr>
            <a:spLocks noGrp="1" noChangeArrowheads="1"/>
          </p:cNvSpPr>
          <p:nvPr>
            <p:ph type="sldNum" sz="quarter" idx="12"/>
          </p:nvPr>
        </p:nvSpPr>
        <p:spPr/>
        <p:txBody>
          <a:bodyPr/>
          <a:lstStyle>
            <a:lvl1pPr>
              <a:defRPr/>
            </a:lvl1pPr>
          </a:lstStyle>
          <a:p>
            <a:pPr>
              <a:defRPr/>
            </a:pPr>
            <a:fld id="{37DF9B26-E05A-4F5E-BA71-FD15BFC890F3}" type="slidenum">
              <a:rPr lang="en-US" altLang="zh-CN"/>
            </a:fld>
            <a:endParaRPr lang="en-US" altLang="zh-CN"/>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endParaRPr lang="en-US" altLang="zh-CN"/>
          </a:p>
        </p:txBody>
      </p:sp>
      <p:sp>
        <p:nvSpPr>
          <p:cNvPr id="3"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6"/>
          <p:cNvSpPr>
            <a:spLocks noGrp="1" noChangeArrowheads="1"/>
          </p:cNvSpPr>
          <p:nvPr>
            <p:ph type="sldNum" sz="quarter" idx="12"/>
          </p:nvPr>
        </p:nvSpPr>
        <p:spPr/>
        <p:txBody>
          <a:bodyPr/>
          <a:lstStyle>
            <a:lvl1pPr>
              <a:defRPr/>
            </a:lvl1pPr>
          </a:lstStyle>
          <a:p>
            <a:pPr>
              <a:defRPr/>
            </a:pPr>
            <a:fld id="{05C3EEC4-2FB9-4E3F-81CF-7E73700B261B}" type="slidenum">
              <a:rPr lang="en-US" altLang="zh-CN"/>
            </a:fld>
            <a:endParaRPr lang="en-US" altLang="zh-CN"/>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86EB2A3-8CDF-48D8-B98A-0E5C67CF92A6}" type="slidenum">
              <a:rPr lang="en-US" altLang="zh-CN"/>
            </a:fld>
            <a:endParaRPr lang="en-US" altLang="zh-CN"/>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259FB419-93EE-433F-A75A-34E026254533}" type="slidenum">
              <a:rPr lang="en-US" altLang="zh-CN"/>
            </a:fld>
            <a:endParaRPr lang="en-US" altLang="zh-CN"/>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31E66299-CB85-4140-8FED-BB34CF16C1DA}" type="slidenum">
              <a:rPr lang="en-US" altLang="zh-CN"/>
            </a:fld>
            <a:endParaRPr lang="en-US" altLang="zh-CN"/>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2E06E43F-F1C1-42BF-B335-261199CCFA92}" type="slidenum">
              <a:rPr lang="en-US" altLang="zh-CN"/>
            </a:fld>
            <a:endParaRPr lang="en-US" altLang="zh-CN"/>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5925A69-EBEB-4B9F-9210-4DB4A4C867ED}" type="slidenum">
              <a:rPr lang="en-US" altLang="zh-CN"/>
            </a:fld>
            <a:endParaRPr lang="en-US" altLang="zh-CN"/>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9C429E1-2FCD-4878-A8C8-D79F956D3C8C}" type="slidenum">
              <a:rPr lang="en-US" altLang="zh-CN"/>
            </a:fld>
            <a:endParaRPr lang="en-US" altLang="zh-CN"/>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C1A16E9-4B92-4B8F-A3D7-883A6A1F927D}" type="slidenum">
              <a:rPr lang="en-US" altLang="zh-CN"/>
            </a:fld>
            <a:endParaRPr lang="en-US" altLang="zh-CN"/>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66CE10E-4704-43DA-956D-91C5B792BBAE}" type="slidenum">
              <a:rPr lang="en-US" altLang="zh-CN"/>
            </a:fld>
            <a:endParaRPr lang="en-US" altLang="zh-CN"/>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D4CFECC-8D13-490C-BAA9-CB86E099E36F}" type="slidenum">
              <a:rPr lang="en-US" altLang="zh-CN"/>
            </a:fld>
            <a:endParaRPr lang="en-US" altLang="zh-CN"/>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F150E39A-2A68-4D1B-8DEE-134E25E0B2BF}" type="slidenum">
              <a:rPr lang="en-US" altLang="zh-CN"/>
            </a:fld>
            <a:endParaRPr lang="en-US" altLang="zh-CN"/>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E4D83E25-B3AA-4FFB-9D56-B04096C4C212}" type="slidenum">
              <a:rPr lang="en-US" altLang="zh-CN"/>
            </a:fld>
            <a:endParaRPr lang="en-US" altLang="zh-CN"/>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B2FBB5D-0F18-4428-A4AD-B882979B6295}" type="slidenum">
              <a:rPr lang="en-US" altLang="zh-CN"/>
            </a:fld>
            <a:endParaRPr lang="en-US" altLang="zh-CN"/>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67E7D36-E966-4276-B5DC-ECC22BD55D5F}" type="slidenum">
              <a:rPr lang="en-US" altLang="zh-CN"/>
            </a:fld>
            <a:endParaRPr lang="en-US" altLang="zh-CN"/>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DEA97F2-FD33-4243-B80F-CA5193195A98}" type="slidenum">
              <a:rPr lang="en-US" altLang="zh-CN"/>
            </a:fld>
            <a:endParaRPr lang="en-US" altLang="zh-CN"/>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D16DFFC-27AF-4DB1-9FA0-B2A83D3F3926}" type="slidenum">
              <a:rPr lang="en-US" altLang="zh-CN"/>
            </a:fld>
            <a:endParaRPr lang="en-US" altLang="zh-CN"/>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C7D9948-00B2-4E42-8428-A41EA145019C}" type="slidenum">
              <a:rPr lang="en-US" altLang="zh-CN"/>
            </a:fld>
            <a:endParaRPr lang="en-US" altLang="zh-CN"/>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25B9BC1-5D01-436E-8417-845B3021BE23}" type="slidenum">
              <a:rPr lang="en-US" altLang="zh-CN"/>
            </a:fld>
            <a:endParaRPr lang="en-US" altLang="zh-CN"/>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C75D45E-F9C0-4F6E-8B22-ECC6BE9D60FB}" type="slidenum">
              <a:rPr lang="en-US" altLang="zh-CN"/>
            </a:fld>
            <a:endParaRPr lang="en-US" altLang="zh-CN"/>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81ED121-8898-4E48-BE99-C06B9C7E0B36}" type="slidenum">
              <a:rPr lang="en-US" altLang="zh-CN"/>
            </a:fld>
            <a:endParaRPr lang="en-US" altLang="zh-CN"/>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761EC8C-9352-4729-A4EB-3A9EA3731226}" type="slidenum">
              <a:rPr lang="en-US" altLang="zh-CN"/>
            </a:fld>
            <a:endParaRPr lang="en-US" altLang="zh-CN"/>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C5AD1588-550A-40E2-BD7B-E0ABB84AD941}" type="slidenum">
              <a:rPr lang="en-US" altLang="zh-CN"/>
            </a:fld>
            <a:endParaRPr lang="en-US" altLang="zh-CN"/>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49A595F-9E0D-4A6A-A1EC-62B4AB3DFE97}" type="slidenum">
              <a:rPr lang="en-US" altLang="zh-CN"/>
            </a:fld>
            <a:endParaRPr lang="en-US" altLang="zh-CN"/>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3E4363F-62B4-4201-94A8-312B72C24678}" type="slidenum">
              <a:rPr lang="en-US" altLang="zh-CN"/>
            </a:fld>
            <a:endParaRPr lang="en-US" altLang="zh-CN"/>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757D836-589F-4155-A0C1-533D9C7DEA2E}" type="slidenum">
              <a:rPr lang="en-US" altLang="zh-CN"/>
            </a:fld>
            <a:endParaRPr lang="en-US" altLang="zh-CN"/>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314FAA0-C360-48AF-866C-DA1752825177}" type="slidenum">
              <a:rPr lang="en-US" altLang="zh-CN"/>
            </a:fld>
            <a:endParaRPr lang="en-US" altLang="zh-CN"/>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56E9B9B-7DA8-4133-BD87-EEC2C4F25056}" type="slidenum">
              <a:rPr lang="en-US" altLang="zh-CN"/>
            </a:fld>
            <a:endParaRPr lang="en-US" altLang="zh-CN"/>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C4262B88-9D02-406C-A411-EC19EFA378DD}"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479218F-DE77-4634-910E-4A2D63F861B5}" type="slidenum">
              <a:rPr lang="zh-CN" altLang="en-US"/>
            </a:fld>
            <a:endParaRPr lang="zh-CN" altLang="en-US"/>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61679C6F-5777-4830-83C5-F950CFD6B562}"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E81BE09-565D-4C8A-8C70-5DBD2D124486}" type="slidenum">
              <a:rPr lang="zh-CN" altLang="en-US"/>
            </a:fld>
            <a:endParaRPr lang="zh-CN" altLang="en-US"/>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63EA02DA-4F66-424E-A294-5B7B491FA03F}"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C5E7E65-A091-4953-BB13-5A2CA27065EA}" type="slidenum">
              <a:rPr lang="zh-CN" altLang="en-US"/>
            </a:fld>
            <a:endParaRPr lang="zh-CN" altLang="en-US"/>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2B698BAB-A7F3-4B39-A3BE-70DF1F6BFF61}"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17975E30-ABE9-4304-9177-18050FE03CC4}" type="slidenum">
              <a:rPr lang="zh-CN" altLang="en-US"/>
            </a:fld>
            <a:endParaRPr lang="zh-CN" altLang="en-US"/>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7B84368E-B5B1-4CD6-8798-6676BE81FFAE}"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8ABFD2DB-AFB7-4BB4-B385-F57857CF1CFF}" type="slidenum">
              <a:rPr lang="zh-CN" altLang="en-US"/>
            </a:fld>
            <a:endParaRPr lang="zh-CN" altLang="en-US"/>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966D3FB7-BF84-47A9-8DB8-A24DD8C523CE}"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BBD6801C-2804-4354-99A5-F5CE59F3AB51}" type="slidenum">
              <a:rPr lang="zh-CN" altLang="en-US"/>
            </a:fld>
            <a:endParaRPr lang="zh-CN" altLang="en-US"/>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4FA955BD-D9D0-4C92-ABA3-B301520EFA35}"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52572CEC-BA03-4542-BBBB-DA5F02D5AED0}" type="slidenum">
              <a:rPr lang="zh-CN" altLang="en-US"/>
            </a:fld>
            <a:endParaRPr lang="zh-CN" altLang="en-US"/>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C10E2399-9833-44A8-8BB7-2CC9EB65E5B5}"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45A3B91A-D5A3-468C-91BE-E1A2676024E3}" type="slidenum">
              <a:rPr lang="zh-CN" altLang="en-US"/>
            </a:fld>
            <a:endParaRPr lang="zh-CN" altLang="en-US"/>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CDE81D5E-D046-4559-9D70-B3D46FD61A01}"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7535244E-D0F7-4E6A-8539-5112B84E585F}" type="slidenum">
              <a:rPr lang="zh-CN" altLang="en-US"/>
            </a:fld>
            <a:endParaRPr lang="zh-CN" altLang="en-US"/>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2F54ED90-C965-4E28-98D6-4E6C34356665}"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43EB454D-3065-4079-8E0D-3E3B5E7A356E}" type="slidenum">
              <a:rPr lang="zh-CN" altLang="en-US"/>
            </a:fld>
            <a:endParaRPr lang="zh-CN" altLang="en-US"/>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5652A514-F996-4AB9-A037-3778A88A1B56}"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FAF6DD7-5400-47B4-8DAE-7E72E18BACC7}" type="slidenum">
              <a:rPr lang="zh-CN" altLang="en-US"/>
            </a:fld>
            <a:endParaRPr lang="zh-CN" altLang="en-US"/>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E42343A2-C119-447B-81A1-E208961A5CAB}"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ADDA02D-D3F8-406B-8791-F1F571AF11DC}" type="slidenum">
              <a:rPr lang="zh-CN" altLang="en-US"/>
            </a:fld>
            <a:endParaRPr lang="zh-CN" altLang="en-US"/>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8EE597B5-B04A-4FB3-9778-BD8A1A8564F3}"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B3B26A9-B0D6-47F2-A8EE-4B40BD5F2AD5}" type="slidenum">
              <a:rPr lang="zh-CN" altLang="en-US"/>
            </a:fld>
            <a:endParaRPr lang="zh-CN" altLang="en-US"/>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5E962907-0D06-4A7E-AF83-5C7AEAB0DA43}"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80C1772-7D2E-4462-84A6-41C90A760631}" type="slidenum">
              <a:rPr lang="zh-CN" altLang="en-US"/>
            </a:fld>
            <a:endParaRPr lang="zh-CN" altLang="en-US"/>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46D75BFE-D146-4990-8292-0D0C8499EEB5}"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691C893F-AC57-476C-AC6D-6236EAA73138}" type="slidenum">
              <a:rPr lang="zh-CN" altLang="en-US"/>
            </a:fld>
            <a:endParaRPr lang="zh-CN" altLang="en-US"/>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6852CBE5-75EE-433B-8B14-5F4368DE989A}"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D2B320E5-A23A-4613-9D70-2B4CA492662F}" type="slidenum">
              <a:rPr lang="zh-CN" altLang="en-US"/>
            </a:fld>
            <a:endParaRPr lang="zh-CN" altLang="en-US"/>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5B42961B-A5B4-4351-B29E-561F667A60AD}"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F94DA758-7365-46A0-A5F0-A95B5E6F51FC}" type="slidenum">
              <a:rPr lang="zh-CN" altLang="en-US"/>
            </a:fld>
            <a:endParaRPr lang="zh-CN" altLang="en-US"/>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2B2CA53F-5DC7-40E2-81E1-BD45C798B724}"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76FF3221-BE52-4FA8-A3D8-6A10F6CB13C5}" type="slidenum">
              <a:rPr lang="zh-CN" altLang="en-US"/>
            </a:fld>
            <a:endParaRPr lang="zh-CN" altLang="en-US"/>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7F824CB4-C553-45C3-B645-4B5296C33BD3}"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829B3B40-5CCE-4459-804A-6AC26F4072BB}" type="slidenum">
              <a:rPr lang="zh-CN" altLang="en-US"/>
            </a:fld>
            <a:endParaRPr lang="zh-CN" altLang="en-US"/>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2AB6D148-EDEB-42E1-B8A1-727D492BB75D}"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298DA462-D13D-4701-8D70-7B7CDE01AAAE}" type="slidenum">
              <a:rPr lang="zh-CN" altLang="en-US"/>
            </a:fld>
            <a:endParaRPr lang="zh-CN" altLang="en-US"/>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AF096915-D5B7-4F97-968D-89C7BC3F8786}"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C8DF7BE-1DD1-49EB-86A5-0690C306678E}" type="slidenum">
              <a:rPr lang="zh-CN" altLang="en-US"/>
            </a:fld>
            <a:endParaRPr lang="zh-CN" altLang="en-US"/>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B831A8C4-03D2-4F6D-85E8-BFAB764B164A}"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1672766-257C-48F1-B9A8-EE9F511F8CA9}" type="slidenum">
              <a:rPr lang="zh-CN" altLang="en-US"/>
            </a:fld>
            <a:endParaRPr lang="zh-CN" altLang="en-US"/>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225578D1-D7E3-41EE-AC94-00996C831CF0}"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5A1E536F-2C15-4C80-A939-57E622BD3C75}" type="slidenum">
              <a:rPr lang="zh-CN" altLang="en-US"/>
            </a:fld>
            <a:endParaRPr lang="zh-CN" altLang="en-US"/>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E5601341-730E-450F-B6EC-38FE680772AB}"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A67799D1-EFB3-4205-BD73-39EB987728B9}" type="slidenum">
              <a:rPr lang="zh-CN" altLang="en-US"/>
            </a:fld>
            <a:endParaRPr lang="zh-CN" altLang="en-US"/>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5657B74F-10F6-4D6D-9B70-09776DCA0CC0}"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D219B81B-933C-4483-A571-8235EBE7F50B}" type="slidenum">
              <a:rPr lang="zh-CN" altLang="en-US"/>
            </a:fld>
            <a:endParaRPr lang="zh-CN" altLang="en-US"/>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5C00AECE-1F74-4CD5-8CB1-225AFD5A55A3}"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3F552859-29B5-45F7-B799-3999315EFDE0}" type="slidenum">
              <a:rPr lang="zh-CN" altLang="en-US"/>
            </a:fld>
            <a:endParaRPr lang="zh-CN" altLang="en-US"/>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3DB06C04-271F-44D9-B58E-8AACFA062B20}"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A311A4FE-1E07-47E7-BD50-C68D44793AEA}" type="slidenum">
              <a:rPr lang="zh-CN" altLang="en-US"/>
            </a:fld>
            <a:endParaRPr lang="zh-CN" altLang="en-US"/>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BCA12776-6415-45B4-BD26-ACFF4EE8F322}"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19BBAAEE-1F50-43EF-B007-D0CD5532F580}" type="slidenum">
              <a:rPr lang="zh-CN" altLang="en-US"/>
            </a:fld>
            <a:endParaRPr lang="zh-CN" altLang="en-US"/>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3B04710A-7FC0-492E-A4A3-40B2C185B06B}"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68574C56-3137-4923-8695-B7CE861647F9}" type="slidenum">
              <a:rPr lang="zh-CN" altLang="en-US"/>
            </a:fld>
            <a:endParaRPr lang="zh-CN" altLang="en-US"/>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4ED2E10E-9FB1-490B-9F65-D8A9E166898F}"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BAE1213D-B4EC-4F43-9D33-7493FDEB288A}" type="slidenum">
              <a:rPr lang="zh-CN" altLang="en-US"/>
            </a:fld>
            <a:endParaRPr lang="zh-CN" altLang="en-US"/>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11A06E51-1C93-466B-A898-F19AF2086A56}"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1336F86D-2986-48C4-AE7C-25BF604B5610}" type="slidenum">
              <a:rPr lang="zh-CN" altLang="en-US"/>
            </a:fld>
            <a:endParaRPr lang="zh-CN" altLang="en-US"/>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87A2FC53-2A54-4558-97E7-2DE23E40C9FC}"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9857808A-C7BA-495D-98B1-AEABCE612005}" type="slidenum">
              <a:rPr lang="zh-CN" altLang="en-US"/>
            </a:fld>
            <a:endParaRPr lang="zh-CN" altLang="en-US"/>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F79E4995-046D-4A8F-9346-6A09562AEA9E}"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CB77D434-09E5-4428-B5EA-BB2E000DA670}" type="slidenum">
              <a:rPr lang="zh-CN" altLang="en-US"/>
            </a:fld>
            <a:endParaRPr lang="zh-CN" altLang="en-US"/>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931B36BF-07FF-4169-9D15-671346207D68}"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9B5FBA42-3C67-49CB-87DB-46146FE5A0CC}" type="slidenum">
              <a:rPr lang="zh-CN" altLang="en-US"/>
            </a:fld>
            <a:endParaRPr lang="zh-CN" altLang="en-US"/>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665EC331-A2E8-438B-9F3F-D4650C9A5468}"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57D76A15-8CD6-4FF0-8C0A-7AC1BAD50EBA}" type="slidenum">
              <a:rPr lang="zh-CN" altLang="en-US"/>
            </a:fld>
            <a:endParaRPr lang="zh-CN" altLang="en-US"/>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4"/>
          <p:cNvSpPr>
            <a:spLocks noGrp="1" noChangeArrowheads="1"/>
          </p:cNvSpPr>
          <p:nvPr>
            <p:ph type="dt" sz="half" idx="10"/>
          </p:nvPr>
        </p:nvSpPr>
        <p:spPr/>
        <p:txBody>
          <a:bodyPr/>
          <a:lstStyle>
            <a:lvl1pPr>
              <a:defRPr/>
            </a:lvl1pPr>
          </a:lstStyle>
          <a:p>
            <a:pPr>
              <a:defRPr/>
            </a:pPr>
            <a:fld id="{C156919E-C297-4D17-BCDD-3DB0FB6635C6}"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E5B7B8B4-40AC-4420-AA9C-40D1774763E1}" type="slidenum">
              <a:rPr lang="zh-CN" altLang="en-US"/>
            </a:fld>
            <a:endParaRPr lang="zh-CN" altLang="en-US"/>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noChangeArrowheads="1"/>
          </p:cNvSpPr>
          <p:nvPr>
            <p:ph type="dt" sz="half" idx="10"/>
          </p:nvPr>
        </p:nvSpPr>
        <p:spPr/>
        <p:txBody>
          <a:bodyPr/>
          <a:lstStyle>
            <a:lvl1pPr>
              <a:defRPr/>
            </a:lvl1pPr>
          </a:lstStyle>
          <a:p>
            <a:pPr>
              <a:defRPr/>
            </a:pPr>
            <a:fld id="{0C21026A-B547-41D0-B85D-3BDEC730A6B0}"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5526526E-B77A-4083-8AFB-7A97D561DC8B}" type="slidenum">
              <a:rPr lang="zh-CN" altLang="en-US"/>
            </a:fld>
            <a:endParaRPr lang="zh-CN" altLang="en-US"/>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4"/>
          <p:cNvSpPr>
            <a:spLocks noGrp="1" noChangeArrowheads="1"/>
          </p:cNvSpPr>
          <p:nvPr>
            <p:ph type="dt" sz="half" idx="10"/>
          </p:nvPr>
        </p:nvSpPr>
        <p:spPr/>
        <p:txBody>
          <a:bodyPr/>
          <a:lstStyle>
            <a:lvl1pPr>
              <a:defRPr/>
            </a:lvl1pPr>
          </a:lstStyle>
          <a:p>
            <a:pPr>
              <a:defRPr/>
            </a:pPr>
            <a:fld id="{8F255F20-5D09-44DA-B886-CB44627B655F}" type="datetimeFigureOut">
              <a:rPr lang="zh-CN" altLang="en-US"/>
            </a:fld>
            <a:endParaRPr lang="zh-CN" altLang="en-US"/>
          </a:p>
        </p:txBody>
      </p:sp>
      <p:sp>
        <p:nvSpPr>
          <p:cNvPr id="8"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6"/>
          <p:cNvSpPr>
            <a:spLocks noGrp="1" noChangeArrowheads="1"/>
          </p:cNvSpPr>
          <p:nvPr>
            <p:ph type="sldNum" sz="quarter" idx="12"/>
          </p:nvPr>
        </p:nvSpPr>
        <p:spPr/>
        <p:txBody>
          <a:bodyPr/>
          <a:lstStyle>
            <a:lvl1pPr>
              <a:defRPr/>
            </a:lvl1pPr>
          </a:lstStyle>
          <a:p>
            <a:pPr>
              <a:defRPr/>
            </a:pPr>
            <a:fld id="{3D523A75-E73F-429E-A571-5935277BF4C0}" type="slidenum">
              <a:rPr lang="zh-CN" altLang="en-US"/>
            </a:fld>
            <a:endParaRPr lang="zh-CN" altLang="en-US"/>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4"/>
          <p:cNvSpPr>
            <a:spLocks noGrp="1" noChangeArrowheads="1"/>
          </p:cNvSpPr>
          <p:nvPr>
            <p:ph type="dt" sz="half" idx="10"/>
          </p:nvPr>
        </p:nvSpPr>
        <p:spPr/>
        <p:txBody>
          <a:bodyPr/>
          <a:lstStyle>
            <a:lvl1pPr>
              <a:defRPr/>
            </a:lvl1pPr>
          </a:lstStyle>
          <a:p>
            <a:pPr>
              <a:defRPr/>
            </a:pPr>
            <a:fld id="{EF99CC54-7FBF-4A0F-B2C2-1BC876336465}" type="datetimeFigureOut">
              <a:rPr lang="zh-CN" altLang="en-US"/>
            </a:fld>
            <a:endParaRPr lang="zh-CN" altLang="en-US"/>
          </a:p>
        </p:txBody>
      </p:sp>
      <p:sp>
        <p:nvSpPr>
          <p:cNvPr id="4"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6"/>
          <p:cNvSpPr>
            <a:spLocks noGrp="1" noChangeArrowheads="1"/>
          </p:cNvSpPr>
          <p:nvPr>
            <p:ph type="sldNum" sz="quarter" idx="12"/>
          </p:nvPr>
        </p:nvSpPr>
        <p:spPr/>
        <p:txBody>
          <a:bodyPr/>
          <a:lstStyle>
            <a:lvl1pPr>
              <a:defRPr/>
            </a:lvl1pPr>
          </a:lstStyle>
          <a:p>
            <a:pPr>
              <a:defRPr/>
            </a:pPr>
            <a:fld id="{2482D451-EB44-4CE7-B7EA-C8B6A4D4E912}" type="slidenum">
              <a:rPr lang="zh-CN" altLang="en-US"/>
            </a:fld>
            <a:endParaRPr lang="zh-CN" altLang="en-US"/>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fld id="{6D3101B6-18B1-424F-8EEA-AE2962267BCF}" type="datetimeFigureOut">
              <a:rPr lang="zh-CN" altLang="en-US"/>
            </a:fld>
            <a:endParaRPr lang="zh-CN" altLang="en-US"/>
          </a:p>
        </p:txBody>
      </p:sp>
      <p:sp>
        <p:nvSpPr>
          <p:cNvPr id="3"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6"/>
          <p:cNvSpPr>
            <a:spLocks noGrp="1" noChangeArrowheads="1"/>
          </p:cNvSpPr>
          <p:nvPr>
            <p:ph type="sldNum" sz="quarter" idx="12"/>
          </p:nvPr>
        </p:nvSpPr>
        <p:spPr/>
        <p:txBody>
          <a:bodyPr/>
          <a:lstStyle>
            <a:lvl1pPr>
              <a:defRPr/>
            </a:lvl1pPr>
          </a:lstStyle>
          <a:p>
            <a:pPr>
              <a:defRPr/>
            </a:pPr>
            <a:fld id="{9B2F030E-A8D9-4527-8476-5E51D1D3676E}" type="slidenum">
              <a:rPr lang="zh-CN" altLang="en-US"/>
            </a:fld>
            <a:endParaRPr lang="zh-CN" altLang="en-US"/>
          </a:p>
        </p:txBody>
      </p:sp>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fld id="{B68B5FCA-93A1-452D-BD35-69280B974969}"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C2C56761-4567-4352-95FA-72A641F6242D}" type="slidenum">
              <a:rPr lang="zh-CN" altLang="en-US"/>
            </a:fld>
            <a:endParaRPr lang="zh-CN" altLang="en-US"/>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fld id="{3133E171-8515-4E2E-8B25-1700ACAD27AB}"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116D4A6B-0E1E-44E3-9C38-00C5F61AE55A}" type="slidenum">
              <a:rPr lang="zh-CN" altLang="en-US"/>
            </a:fld>
            <a:endParaRPr lang="zh-CN" altLang="en-US"/>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01EFE9C3-4C83-407D-8D92-C7B8B19352A8}"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B0F229DE-0ACC-4852-849A-D133DF247E63}" type="slidenum">
              <a:rPr lang="zh-CN" altLang="en-US"/>
            </a:fld>
            <a:endParaRPr lang="zh-CN" altLang="en-US"/>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9DB9D02A-FB7E-4945-B033-9165AE499A03}"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F0E430F4-91A6-497F-A3E5-6AABA56E2221}" type="slidenum">
              <a:rPr lang="zh-CN" altLang="en-US"/>
            </a:fld>
            <a:endParaRPr lang="zh-CN" altLang="en-US"/>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fld id="{A9360E6B-EA95-443B-9EC6-05EA48341404}" type="datetimeFigureOut">
              <a:rPr lang="zh-CN" altLang="en-US"/>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F0D21397-6B61-4C68-8C92-1AEA3D082ECE}" type="slidenum">
              <a:rPr lang="zh-CN" altLang="en-US"/>
            </a:fld>
            <a:endParaRPr lang="zh-CN" altLang="en-US"/>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fld id="{D814DAEF-A09E-4034-A1B7-32DCA79FDA48}" type="datetimeFigureOut">
              <a:rPr lang="zh-CN" altLang="en-US"/>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FA537F3B-968D-4635-8E59-E830DEDFBB30}" type="slidenum">
              <a:rPr lang="zh-CN" altLang="en-US"/>
            </a:fld>
            <a:endParaRPr lang="zh-CN" altLang="en-US"/>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6"/>
          <p:cNvSpPr>
            <a:spLocks noGrp="1" noChangeArrowheads="1"/>
          </p:cNvSpPr>
          <p:nvPr>
            <p:ph type="dt" sz="half" idx="10"/>
          </p:nvPr>
        </p:nvSpPr>
        <p:spPr/>
        <p:txBody>
          <a:bodyPr/>
          <a:lstStyle>
            <a:lvl1pPr>
              <a:defRPr/>
            </a:lvl1pPr>
          </a:lstStyle>
          <a:p>
            <a:pPr>
              <a:defRPr/>
            </a:pPr>
            <a:fld id="{B2D82F87-BB4E-427F-B93D-6A119DD5B387}" type="datetimeFigureOut">
              <a:rPr lang="zh-CN" altLang="en-US"/>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7977FE64-EAC5-4BB0-8E08-D5EF0A2311AB}" type="slidenum">
              <a:rPr lang="zh-CN" altLang="en-US"/>
            </a:fld>
            <a:endParaRPr lang="zh-CN" altLang="en-US"/>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6"/>
          <p:cNvSpPr>
            <a:spLocks noGrp="1" noChangeArrowheads="1"/>
          </p:cNvSpPr>
          <p:nvPr>
            <p:ph type="dt" sz="half" idx="10"/>
          </p:nvPr>
        </p:nvSpPr>
        <p:spPr/>
        <p:txBody>
          <a:bodyPr/>
          <a:lstStyle>
            <a:lvl1pPr>
              <a:defRPr/>
            </a:lvl1pPr>
          </a:lstStyle>
          <a:p>
            <a:pPr>
              <a:defRPr/>
            </a:pPr>
            <a:fld id="{406CC4CD-EFB1-440A-A528-5831D23BFE86}" type="datetimeFigureOut">
              <a:rPr lang="zh-CN" altLang="en-US"/>
            </a:fld>
            <a:endParaRPr lang="zh-CN" altLang="en-US"/>
          </a:p>
        </p:txBody>
      </p:sp>
      <p:sp>
        <p:nvSpPr>
          <p:cNvPr id="6"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8"/>
          <p:cNvSpPr>
            <a:spLocks noGrp="1" noChangeArrowheads="1"/>
          </p:cNvSpPr>
          <p:nvPr>
            <p:ph type="sldNum" sz="quarter" idx="12"/>
          </p:nvPr>
        </p:nvSpPr>
        <p:spPr/>
        <p:txBody>
          <a:bodyPr/>
          <a:lstStyle>
            <a:lvl1pPr>
              <a:defRPr/>
            </a:lvl1pPr>
          </a:lstStyle>
          <a:p>
            <a:pPr>
              <a:defRPr/>
            </a:pPr>
            <a:fld id="{FD61E7B2-4FEC-4A6A-8831-5A0431EAB9F6}" type="slidenum">
              <a:rPr lang="zh-CN" altLang="en-US"/>
            </a:fld>
            <a:endParaRPr lang="zh-CN" altLang="en-US"/>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noChangeArrowheads="1"/>
          </p:cNvSpPr>
          <p:nvPr>
            <p:ph type="dt" sz="half" idx="10"/>
          </p:nvPr>
        </p:nvSpPr>
        <p:spPr/>
        <p:txBody>
          <a:bodyPr/>
          <a:lstStyle>
            <a:lvl1pPr>
              <a:defRPr/>
            </a:lvl1pPr>
          </a:lstStyle>
          <a:p>
            <a:pPr>
              <a:defRPr/>
            </a:pPr>
            <a:fld id="{CDE35253-1A59-43D6-A676-0C13434C57DF}" type="datetimeFigureOut">
              <a:rPr lang="zh-CN" altLang="en-US"/>
            </a:fld>
            <a:endParaRPr lang="zh-CN" altLang="en-US"/>
          </a:p>
        </p:txBody>
      </p:sp>
      <p:sp>
        <p:nvSpPr>
          <p:cNvPr id="8"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8"/>
          <p:cNvSpPr>
            <a:spLocks noGrp="1" noChangeArrowheads="1"/>
          </p:cNvSpPr>
          <p:nvPr>
            <p:ph type="sldNum" sz="quarter" idx="12"/>
          </p:nvPr>
        </p:nvSpPr>
        <p:spPr/>
        <p:txBody>
          <a:bodyPr/>
          <a:lstStyle>
            <a:lvl1pPr>
              <a:defRPr/>
            </a:lvl1pPr>
          </a:lstStyle>
          <a:p>
            <a:pPr>
              <a:defRPr/>
            </a:pPr>
            <a:fld id="{F422264F-AA30-44E2-9698-FE0D749FF602}" type="slidenum">
              <a:rPr lang="zh-CN" altLang="en-US"/>
            </a:fld>
            <a:endParaRPr lang="zh-CN" altLang="en-US"/>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6"/>
          <p:cNvSpPr>
            <a:spLocks noGrp="1" noChangeArrowheads="1"/>
          </p:cNvSpPr>
          <p:nvPr>
            <p:ph type="dt" sz="half" idx="10"/>
          </p:nvPr>
        </p:nvSpPr>
        <p:spPr/>
        <p:txBody>
          <a:bodyPr/>
          <a:lstStyle>
            <a:lvl1pPr>
              <a:defRPr/>
            </a:lvl1pPr>
          </a:lstStyle>
          <a:p>
            <a:pPr>
              <a:defRPr/>
            </a:pPr>
            <a:fld id="{60D980FC-8B8D-4B69-A4B4-BE5326BEF707}" type="datetimeFigureOut">
              <a:rPr lang="zh-CN" altLang="en-US"/>
            </a:fld>
            <a:endParaRPr lang="zh-CN" altLang="en-US"/>
          </a:p>
        </p:txBody>
      </p:sp>
      <p:sp>
        <p:nvSpPr>
          <p:cNvPr id="4"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8"/>
          <p:cNvSpPr>
            <a:spLocks noGrp="1" noChangeArrowheads="1"/>
          </p:cNvSpPr>
          <p:nvPr>
            <p:ph type="sldNum" sz="quarter" idx="12"/>
          </p:nvPr>
        </p:nvSpPr>
        <p:spPr/>
        <p:txBody>
          <a:bodyPr/>
          <a:lstStyle>
            <a:lvl1pPr>
              <a:defRPr/>
            </a:lvl1pPr>
          </a:lstStyle>
          <a:p>
            <a:pPr>
              <a:defRPr/>
            </a:pPr>
            <a:fld id="{8ADF7D21-5DCE-4B31-B6BD-564B29AB1B27}" type="slidenum">
              <a:rPr lang="zh-CN" altLang="en-US"/>
            </a:fld>
            <a:endParaRPr lang="zh-CN" altLang="en-US"/>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6"/>
          <p:cNvSpPr>
            <a:spLocks noGrp="1" noChangeArrowheads="1"/>
          </p:cNvSpPr>
          <p:nvPr>
            <p:ph type="dt" sz="half" idx="10"/>
          </p:nvPr>
        </p:nvSpPr>
        <p:spPr/>
        <p:txBody>
          <a:bodyPr/>
          <a:lstStyle>
            <a:lvl1pPr>
              <a:defRPr/>
            </a:lvl1pPr>
          </a:lstStyle>
          <a:p>
            <a:pPr>
              <a:defRPr/>
            </a:pPr>
            <a:fld id="{5E101572-9C04-405A-95C7-97BC2021D395}" type="datetimeFigureOut">
              <a:rPr lang="zh-CN" altLang="en-US"/>
            </a:fld>
            <a:endParaRPr lang="zh-CN" altLang="en-US"/>
          </a:p>
        </p:txBody>
      </p:sp>
      <p:sp>
        <p:nvSpPr>
          <p:cNvPr id="3"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8"/>
          <p:cNvSpPr>
            <a:spLocks noGrp="1" noChangeArrowheads="1"/>
          </p:cNvSpPr>
          <p:nvPr>
            <p:ph type="sldNum" sz="quarter" idx="12"/>
          </p:nvPr>
        </p:nvSpPr>
        <p:spPr/>
        <p:txBody>
          <a:bodyPr/>
          <a:lstStyle>
            <a:lvl1pPr>
              <a:defRPr/>
            </a:lvl1pPr>
          </a:lstStyle>
          <a:p>
            <a:pPr>
              <a:defRPr/>
            </a:pPr>
            <a:fld id="{42DC5413-289B-4FC1-A9AB-ABCEE326DCA1}" type="slidenum">
              <a:rPr lang="zh-CN" altLang="en-US"/>
            </a:fld>
            <a:endParaRPr lang="zh-CN" altLang="en-US"/>
          </a:p>
        </p:txBody>
      </p:sp>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6"/>
          <p:cNvSpPr>
            <a:spLocks noGrp="1" noChangeArrowheads="1"/>
          </p:cNvSpPr>
          <p:nvPr>
            <p:ph type="dt" sz="half" idx="10"/>
          </p:nvPr>
        </p:nvSpPr>
        <p:spPr/>
        <p:txBody>
          <a:bodyPr/>
          <a:lstStyle>
            <a:lvl1pPr>
              <a:defRPr/>
            </a:lvl1pPr>
          </a:lstStyle>
          <a:p>
            <a:pPr>
              <a:defRPr/>
            </a:pPr>
            <a:fld id="{78866C7A-4F3A-45C0-B7C1-7E4E1A8B18C3}" type="datetimeFigureOut">
              <a:rPr lang="zh-CN" altLang="en-US"/>
            </a:fld>
            <a:endParaRPr lang="zh-CN" altLang="en-US"/>
          </a:p>
        </p:txBody>
      </p:sp>
      <p:sp>
        <p:nvSpPr>
          <p:cNvPr id="6"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8"/>
          <p:cNvSpPr>
            <a:spLocks noGrp="1" noChangeArrowheads="1"/>
          </p:cNvSpPr>
          <p:nvPr>
            <p:ph type="sldNum" sz="quarter" idx="12"/>
          </p:nvPr>
        </p:nvSpPr>
        <p:spPr/>
        <p:txBody>
          <a:bodyPr/>
          <a:lstStyle>
            <a:lvl1pPr>
              <a:defRPr/>
            </a:lvl1pPr>
          </a:lstStyle>
          <a:p>
            <a:pPr>
              <a:defRPr/>
            </a:pPr>
            <a:fld id="{EBFACCD7-F543-4234-A264-B26C3C05959C}" type="slidenum">
              <a:rPr lang="zh-CN" altLang="en-US"/>
            </a:fld>
            <a:endParaRPr lang="zh-CN" altLang="en-US"/>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6"/>
          <p:cNvSpPr>
            <a:spLocks noGrp="1" noChangeArrowheads="1"/>
          </p:cNvSpPr>
          <p:nvPr>
            <p:ph type="dt" sz="half" idx="10"/>
          </p:nvPr>
        </p:nvSpPr>
        <p:spPr/>
        <p:txBody>
          <a:bodyPr/>
          <a:lstStyle>
            <a:lvl1pPr>
              <a:defRPr/>
            </a:lvl1pPr>
          </a:lstStyle>
          <a:p>
            <a:pPr>
              <a:defRPr/>
            </a:pPr>
            <a:fld id="{FAD2D44D-7C14-40EF-8C7B-6660A53C734A}" type="datetimeFigureOut">
              <a:rPr lang="zh-CN" altLang="en-US"/>
            </a:fld>
            <a:endParaRPr lang="zh-CN" altLang="en-US"/>
          </a:p>
        </p:txBody>
      </p:sp>
      <p:sp>
        <p:nvSpPr>
          <p:cNvPr id="6"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8"/>
          <p:cNvSpPr>
            <a:spLocks noGrp="1" noChangeArrowheads="1"/>
          </p:cNvSpPr>
          <p:nvPr>
            <p:ph type="sldNum" sz="quarter" idx="12"/>
          </p:nvPr>
        </p:nvSpPr>
        <p:spPr/>
        <p:txBody>
          <a:bodyPr/>
          <a:lstStyle>
            <a:lvl1pPr>
              <a:defRPr/>
            </a:lvl1pPr>
          </a:lstStyle>
          <a:p>
            <a:pPr>
              <a:defRPr/>
            </a:pPr>
            <a:fld id="{7279AD47-7CFA-4D99-BBB9-0A034CF8FC50}" type="slidenum">
              <a:rPr lang="zh-CN" altLang="en-US"/>
            </a:fld>
            <a:endParaRPr lang="zh-CN" altLang="en-US"/>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fld id="{9EF32FF0-AFEC-43B8-8612-0D2300332AA0}" type="datetimeFigureOut">
              <a:rPr lang="zh-CN" altLang="en-US"/>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B7F6A691-5876-4722-93A8-B8B71EFE3D41}" type="slidenum">
              <a:rPr lang="zh-CN" altLang="en-US"/>
            </a:fld>
            <a:endParaRPr lang="zh-CN" altLang="en-US"/>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6"/>
          <p:cNvSpPr>
            <a:spLocks noGrp="1" noChangeArrowheads="1"/>
          </p:cNvSpPr>
          <p:nvPr>
            <p:ph type="dt" sz="half" idx="10"/>
          </p:nvPr>
        </p:nvSpPr>
        <p:spPr/>
        <p:txBody>
          <a:bodyPr/>
          <a:lstStyle>
            <a:lvl1pPr>
              <a:defRPr/>
            </a:lvl1pPr>
          </a:lstStyle>
          <a:p>
            <a:pPr>
              <a:defRPr/>
            </a:pPr>
            <a:fld id="{1DD2BE4F-8F50-407F-899D-FEC567F3BE18}" type="datetimeFigureOut">
              <a:rPr lang="zh-CN" altLang="en-US"/>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03758E0A-A108-4392-BCE0-EE1ADB1CA401}" type="slidenum">
              <a:rPr lang="zh-CN" altLang="en-US"/>
            </a:fld>
            <a:endParaRPr lang="zh-CN" altLang="en-US"/>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fld id="{0C3AAA2E-9B09-4997-82C1-23C552579041}" type="datetimeFigureOut">
              <a:rPr lang="zh-CN" altLang="en-US"/>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F85F1FB2-89A8-4FEE-BAC2-8AAEB2DDFA70}" type="slidenum">
              <a:rPr lang="zh-CN" altLang="en-US"/>
            </a:fld>
            <a:endParaRPr lang="zh-CN" altLang="en-US"/>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fld id="{20EDDFB1-C137-4B41-AB3A-918FD105ACC2}" type="datetimeFigureOut">
              <a:rPr lang="zh-CN" altLang="en-US"/>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AEAC34C7-D114-4CB6-B8EB-4034D6E54C75}" type="slidenum">
              <a:rPr lang="zh-CN" altLang="en-US"/>
            </a:fld>
            <a:endParaRPr lang="zh-CN" altLang="en-US"/>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2"/>
          <p:cNvSpPr>
            <a:spLocks noGrp="1" noChangeArrowheads="1"/>
          </p:cNvSpPr>
          <p:nvPr>
            <p:ph type="dt" sz="half" idx="10"/>
          </p:nvPr>
        </p:nvSpPr>
        <p:spPr/>
        <p:txBody>
          <a:bodyPr/>
          <a:lstStyle>
            <a:lvl1pPr>
              <a:defRPr/>
            </a:lvl1pPr>
          </a:lstStyle>
          <a:p>
            <a:pPr>
              <a:defRPr/>
            </a:pPr>
            <a:fld id="{F67269EA-3525-47FC-A766-2DBBBE33BCB8}" type="datetimeFigureOut">
              <a:rPr lang="zh-CN" altLang="en-US"/>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E4AE2E15-24EA-4C80-A8F5-652602A8AF20}" type="slidenum">
              <a:rPr lang="zh-CN" altLang="en-US"/>
            </a:fld>
            <a:endParaRPr lang="zh-CN" altLang="en-US"/>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2"/>
          <p:cNvSpPr>
            <a:spLocks noGrp="1" noChangeArrowheads="1"/>
          </p:cNvSpPr>
          <p:nvPr>
            <p:ph type="dt" sz="half" idx="10"/>
          </p:nvPr>
        </p:nvSpPr>
        <p:spPr/>
        <p:txBody>
          <a:bodyPr/>
          <a:lstStyle>
            <a:lvl1pPr>
              <a:defRPr/>
            </a:lvl1pPr>
          </a:lstStyle>
          <a:p>
            <a:pPr>
              <a:defRPr/>
            </a:pPr>
            <a:fld id="{48DAB6D9-7E3B-4672-8E41-D2CA28AE8F86}" type="datetimeFigureOut">
              <a:rPr lang="zh-CN" altLang="en-US"/>
            </a:fld>
            <a:endParaRPr lang="zh-CN" altLang="en-US"/>
          </a:p>
        </p:txBody>
      </p:sp>
      <p:sp>
        <p:nvSpPr>
          <p:cNvPr id="6"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4"/>
          <p:cNvSpPr>
            <a:spLocks noGrp="1" noChangeArrowheads="1"/>
          </p:cNvSpPr>
          <p:nvPr>
            <p:ph type="sldNum" sz="quarter" idx="12"/>
          </p:nvPr>
        </p:nvSpPr>
        <p:spPr/>
        <p:txBody>
          <a:bodyPr/>
          <a:lstStyle>
            <a:lvl1pPr>
              <a:defRPr/>
            </a:lvl1pPr>
          </a:lstStyle>
          <a:p>
            <a:pPr>
              <a:defRPr/>
            </a:pPr>
            <a:fld id="{CD0871A2-E3F3-491C-8FE7-AC2416A00988}" type="slidenum">
              <a:rPr lang="zh-CN" altLang="en-US"/>
            </a:fld>
            <a:endParaRPr lang="zh-CN" altLang="en-US"/>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2"/>
          <p:cNvSpPr>
            <a:spLocks noGrp="1" noChangeArrowheads="1"/>
          </p:cNvSpPr>
          <p:nvPr>
            <p:ph type="dt" sz="half" idx="10"/>
          </p:nvPr>
        </p:nvSpPr>
        <p:spPr/>
        <p:txBody>
          <a:bodyPr/>
          <a:lstStyle>
            <a:lvl1pPr>
              <a:defRPr/>
            </a:lvl1pPr>
          </a:lstStyle>
          <a:p>
            <a:pPr>
              <a:defRPr/>
            </a:pPr>
            <a:fld id="{5913DE93-0946-491E-908B-CC3C7E291C65}" type="datetimeFigureOut">
              <a:rPr lang="zh-CN" altLang="en-US"/>
            </a:fld>
            <a:endParaRPr lang="zh-CN" altLang="en-US"/>
          </a:p>
        </p:txBody>
      </p:sp>
      <p:sp>
        <p:nvSpPr>
          <p:cNvPr id="8"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4"/>
          <p:cNvSpPr>
            <a:spLocks noGrp="1" noChangeArrowheads="1"/>
          </p:cNvSpPr>
          <p:nvPr>
            <p:ph type="sldNum" sz="quarter" idx="12"/>
          </p:nvPr>
        </p:nvSpPr>
        <p:spPr/>
        <p:txBody>
          <a:bodyPr/>
          <a:lstStyle>
            <a:lvl1pPr>
              <a:defRPr/>
            </a:lvl1pPr>
          </a:lstStyle>
          <a:p>
            <a:pPr>
              <a:defRPr/>
            </a:pPr>
            <a:fld id="{857E9F8E-7FFA-4E31-B224-998AEB61836D}" type="slidenum">
              <a:rPr lang="zh-CN" altLang="en-US"/>
            </a:fld>
            <a:endParaRPr lang="zh-CN" altLang="en-US"/>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noChangeArrowheads="1"/>
          </p:cNvSpPr>
          <p:nvPr>
            <p:ph type="dt" sz="half" idx="10"/>
          </p:nvPr>
        </p:nvSpPr>
        <p:spPr/>
        <p:txBody>
          <a:bodyPr/>
          <a:lstStyle>
            <a:lvl1pPr>
              <a:defRPr/>
            </a:lvl1pPr>
          </a:lstStyle>
          <a:p>
            <a:pPr>
              <a:defRPr/>
            </a:pPr>
            <a:fld id="{FC4D8E0F-2DED-4AC4-850C-AF9F9E2DBE96}" type="datetimeFigureOut">
              <a:rPr lang="zh-CN" altLang="en-US"/>
            </a:fld>
            <a:endParaRPr lang="zh-CN" altLang="en-US"/>
          </a:p>
        </p:txBody>
      </p:sp>
      <p:sp>
        <p:nvSpPr>
          <p:cNvPr id="4"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4"/>
          <p:cNvSpPr>
            <a:spLocks noGrp="1" noChangeArrowheads="1"/>
          </p:cNvSpPr>
          <p:nvPr>
            <p:ph type="sldNum" sz="quarter" idx="12"/>
          </p:nvPr>
        </p:nvSpPr>
        <p:spPr/>
        <p:txBody>
          <a:bodyPr/>
          <a:lstStyle>
            <a:lvl1pPr>
              <a:defRPr/>
            </a:lvl1pPr>
          </a:lstStyle>
          <a:p>
            <a:pPr>
              <a:defRPr/>
            </a:pPr>
            <a:fld id="{ACE7EA45-EB70-493B-AF47-0B2085BC12C1}" type="slidenum">
              <a:rPr lang="zh-CN" altLang="en-US"/>
            </a:fld>
            <a:endParaRPr lang="zh-CN" altLang="en-US"/>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p:cNvSpPr>
            <a:spLocks noGrp="1" noChangeArrowheads="1"/>
          </p:cNvSpPr>
          <p:nvPr>
            <p:ph type="dt" sz="half" idx="10"/>
          </p:nvPr>
        </p:nvSpPr>
        <p:spPr/>
        <p:txBody>
          <a:bodyPr/>
          <a:lstStyle>
            <a:lvl1pPr>
              <a:defRPr/>
            </a:lvl1pPr>
          </a:lstStyle>
          <a:p>
            <a:pPr>
              <a:defRPr/>
            </a:pPr>
            <a:fld id="{357EE2DC-E3A3-494E-B930-B8761495920E}" type="datetimeFigureOut">
              <a:rPr lang="zh-CN" altLang="en-US"/>
            </a:fld>
            <a:endParaRPr lang="zh-CN" altLang="en-US"/>
          </a:p>
        </p:txBody>
      </p:sp>
      <p:sp>
        <p:nvSpPr>
          <p:cNvPr id="3"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4"/>
          <p:cNvSpPr>
            <a:spLocks noGrp="1" noChangeArrowheads="1"/>
          </p:cNvSpPr>
          <p:nvPr>
            <p:ph type="sldNum" sz="quarter" idx="12"/>
          </p:nvPr>
        </p:nvSpPr>
        <p:spPr/>
        <p:txBody>
          <a:bodyPr/>
          <a:lstStyle>
            <a:lvl1pPr>
              <a:defRPr/>
            </a:lvl1pPr>
          </a:lstStyle>
          <a:p>
            <a:pPr>
              <a:defRPr/>
            </a:pPr>
            <a:fld id="{0B9D006E-9D97-4191-9044-C2118157D4B8}" type="slidenum">
              <a:rPr lang="zh-CN" altLang="en-US"/>
            </a:fld>
            <a:endParaRPr lang="zh-CN" altLang="en-US"/>
          </a:p>
        </p:txBody>
      </p:sp>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2"/>
          <p:cNvSpPr>
            <a:spLocks noGrp="1" noChangeArrowheads="1"/>
          </p:cNvSpPr>
          <p:nvPr>
            <p:ph type="dt" sz="half" idx="10"/>
          </p:nvPr>
        </p:nvSpPr>
        <p:spPr/>
        <p:txBody>
          <a:bodyPr/>
          <a:lstStyle>
            <a:lvl1pPr>
              <a:defRPr/>
            </a:lvl1pPr>
          </a:lstStyle>
          <a:p>
            <a:pPr>
              <a:defRPr/>
            </a:pPr>
            <a:fld id="{35D6D112-D8C4-4141-AD5B-A5BA35D2FCFF}" type="datetimeFigureOut">
              <a:rPr lang="zh-CN" altLang="en-US"/>
            </a:fld>
            <a:endParaRPr lang="zh-CN" altLang="en-US"/>
          </a:p>
        </p:txBody>
      </p:sp>
      <p:sp>
        <p:nvSpPr>
          <p:cNvPr id="6"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4"/>
          <p:cNvSpPr>
            <a:spLocks noGrp="1" noChangeArrowheads="1"/>
          </p:cNvSpPr>
          <p:nvPr>
            <p:ph type="sldNum" sz="quarter" idx="12"/>
          </p:nvPr>
        </p:nvSpPr>
        <p:spPr/>
        <p:txBody>
          <a:bodyPr/>
          <a:lstStyle>
            <a:lvl1pPr>
              <a:defRPr/>
            </a:lvl1pPr>
          </a:lstStyle>
          <a:p>
            <a:pPr>
              <a:defRPr/>
            </a:pPr>
            <a:fld id="{596F5D69-A5E6-4A87-A3F4-D697BB7340F4}" type="slidenum">
              <a:rPr lang="zh-CN" altLang="en-US"/>
            </a:fld>
            <a:endParaRPr lang="zh-CN" altLang="en-US"/>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2"/>
          <p:cNvSpPr>
            <a:spLocks noGrp="1" noChangeArrowheads="1"/>
          </p:cNvSpPr>
          <p:nvPr>
            <p:ph type="dt" sz="half" idx="10"/>
          </p:nvPr>
        </p:nvSpPr>
        <p:spPr/>
        <p:txBody>
          <a:bodyPr/>
          <a:lstStyle>
            <a:lvl1pPr>
              <a:defRPr/>
            </a:lvl1pPr>
          </a:lstStyle>
          <a:p>
            <a:pPr>
              <a:defRPr/>
            </a:pPr>
            <a:fld id="{62F13C26-9A55-4629-9158-B0DF58D4756B}" type="datetimeFigureOut">
              <a:rPr lang="zh-CN" altLang="en-US"/>
            </a:fld>
            <a:endParaRPr lang="zh-CN" altLang="en-US"/>
          </a:p>
        </p:txBody>
      </p:sp>
      <p:sp>
        <p:nvSpPr>
          <p:cNvPr id="6"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4"/>
          <p:cNvSpPr>
            <a:spLocks noGrp="1" noChangeArrowheads="1"/>
          </p:cNvSpPr>
          <p:nvPr>
            <p:ph type="sldNum" sz="quarter" idx="12"/>
          </p:nvPr>
        </p:nvSpPr>
        <p:spPr/>
        <p:txBody>
          <a:bodyPr/>
          <a:lstStyle>
            <a:lvl1pPr>
              <a:defRPr/>
            </a:lvl1pPr>
          </a:lstStyle>
          <a:p>
            <a:pPr>
              <a:defRPr/>
            </a:pPr>
            <a:fld id="{38856C4C-C972-411C-870F-166E2AC738CC}" type="slidenum">
              <a:rPr lang="zh-CN" altLang="en-US"/>
            </a:fld>
            <a:endParaRPr lang="zh-CN" altLang="en-US"/>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fld id="{2B96166A-B893-4256-ABC6-F0FA843B89FE}" type="datetimeFigureOut">
              <a:rPr lang="zh-CN" altLang="en-US"/>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2350BBBC-7FE1-44AB-A530-4391222654DB}" type="slidenum">
              <a:rPr lang="zh-CN" altLang="en-US"/>
            </a:fld>
            <a:endParaRPr lang="zh-CN" altLang="en-US"/>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2"/>
          <p:cNvSpPr>
            <a:spLocks noGrp="1" noChangeArrowheads="1"/>
          </p:cNvSpPr>
          <p:nvPr>
            <p:ph type="dt" sz="half" idx="10"/>
          </p:nvPr>
        </p:nvSpPr>
        <p:spPr/>
        <p:txBody>
          <a:bodyPr/>
          <a:lstStyle>
            <a:lvl1pPr>
              <a:defRPr/>
            </a:lvl1pPr>
          </a:lstStyle>
          <a:p>
            <a:pPr>
              <a:defRPr/>
            </a:pPr>
            <a:fld id="{E2458DAA-1840-48EA-A487-3720343AF3B1}" type="datetimeFigureOut">
              <a:rPr lang="zh-CN" altLang="en-US"/>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71B5B127-2760-45DB-B00F-CA59B7F4292A}" type="slidenum">
              <a:rPr lang="zh-CN" altLang="en-US"/>
            </a:fld>
            <a:endParaRPr lang="zh-CN" altLang="en-US"/>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850E8A4C-91B9-4A19-9BE1-246F9CFE76A6}"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4C3D65CA-C2A6-4661-9731-4435620400FE}" type="slidenum">
              <a:rPr lang="zh-CN" altLang="en-US"/>
            </a:fld>
            <a:endParaRPr lang="zh-CN" altLang="en-US"/>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9BC09C0C-CC24-4633-94B6-3F6161B0E1F9}"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AA64D85E-E3D3-4448-99FC-45B91EB7BB93}" type="slidenum">
              <a:rPr lang="zh-CN" altLang="en-US"/>
            </a:fld>
            <a:endParaRPr lang="zh-CN" altLang="en-US"/>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4"/>
          <p:cNvSpPr>
            <a:spLocks noGrp="1" noChangeArrowheads="1"/>
          </p:cNvSpPr>
          <p:nvPr>
            <p:ph type="dt" sz="half" idx="10"/>
          </p:nvPr>
        </p:nvSpPr>
        <p:spPr/>
        <p:txBody>
          <a:bodyPr/>
          <a:lstStyle>
            <a:lvl1pPr>
              <a:defRPr/>
            </a:lvl1pPr>
          </a:lstStyle>
          <a:p>
            <a:pPr>
              <a:defRPr/>
            </a:pPr>
            <a:fld id="{353DB70E-B4F2-4BC9-81B7-83C06FD75329}"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C08E9061-2647-48D5-A31F-5B52C12D5E5B}" type="slidenum">
              <a:rPr lang="zh-CN" altLang="en-US"/>
            </a:fld>
            <a:endParaRPr lang="zh-CN" altLang="en-US"/>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noChangeArrowheads="1"/>
          </p:cNvSpPr>
          <p:nvPr>
            <p:ph type="dt" sz="half" idx="10"/>
          </p:nvPr>
        </p:nvSpPr>
        <p:spPr/>
        <p:txBody>
          <a:bodyPr/>
          <a:lstStyle>
            <a:lvl1pPr>
              <a:defRPr/>
            </a:lvl1pPr>
          </a:lstStyle>
          <a:p>
            <a:pPr>
              <a:defRPr/>
            </a:pPr>
            <a:fld id="{F6339634-CDAA-485B-84D1-48A7DE81CDE0}"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74D015FB-20BE-4040-94B2-098CBB10DBBA}" type="slidenum">
              <a:rPr lang="zh-CN" altLang="en-US"/>
            </a:fld>
            <a:endParaRPr lang="zh-CN" altLang="en-US"/>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4"/>
          <p:cNvSpPr>
            <a:spLocks noGrp="1" noChangeArrowheads="1"/>
          </p:cNvSpPr>
          <p:nvPr>
            <p:ph type="dt" sz="half" idx="10"/>
          </p:nvPr>
        </p:nvSpPr>
        <p:spPr/>
        <p:txBody>
          <a:bodyPr/>
          <a:lstStyle>
            <a:lvl1pPr>
              <a:defRPr/>
            </a:lvl1pPr>
          </a:lstStyle>
          <a:p>
            <a:pPr>
              <a:defRPr/>
            </a:pPr>
            <a:fld id="{3544D058-B412-4D91-AFFB-020B93E28F59}" type="datetimeFigureOut">
              <a:rPr lang="zh-CN" altLang="en-US"/>
            </a:fld>
            <a:endParaRPr lang="zh-CN" altLang="en-US"/>
          </a:p>
        </p:txBody>
      </p:sp>
      <p:sp>
        <p:nvSpPr>
          <p:cNvPr id="8"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6"/>
          <p:cNvSpPr>
            <a:spLocks noGrp="1" noChangeArrowheads="1"/>
          </p:cNvSpPr>
          <p:nvPr>
            <p:ph type="sldNum" sz="quarter" idx="12"/>
          </p:nvPr>
        </p:nvSpPr>
        <p:spPr/>
        <p:txBody>
          <a:bodyPr/>
          <a:lstStyle>
            <a:lvl1pPr>
              <a:defRPr/>
            </a:lvl1pPr>
          </a:lstStyle>
          <a:p>
            <a:pPr>
              <a:defRPr/>
            </a:pPr>
            <a:fld id="{50E785AA-7EA6-423E-B539-890AD866BE9C}" type="slidenum">
              <a:rPr lang="zh-CN" altLang="en-US"/>
            </a:fld>
            <a:endParaRPr lang="zh-CN" altLang="en-US"/>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4"/>
          <p:cNvSpPr>
            <a:spLocks noGrp="1" noChangeArrowheads="1"/>
          </p:cNvSpPr>
          <p:nvPr>
            <p:ph type="dt" sz="half" idx="10"/>
          </p:nvPr>
        </p:nvSpPr>
        <p:spPr/>
        <p:txBody>
          <a:bodyPr/>
          <a:lstStyle>
            <a:lvl1pPr>
              <a:defRPr/>
            </a:lvl1pPr>
          </a:lstStyle>
          <a:p>
            <a:pPr>
              <a:defRPr/>
            </a:pPr>
            <a:fld id="{20F417D4-A9F2-4D21-AE29-BF1823BE4DF2}" type="datetimeFigureOut">
              <a:rPr lang="zh-CN" altLang="en-US"/>
            </a:fld>
            <a:endParaRPr lang="zh-CN" altLang="en-US"/>
          </a:p>
        </p:txBody>
      </p:sp>
      <p:sp>
        <p:nvSpPr>
          <p:cNvPr id="4"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6"/>
          <p:cNvSpPr>
            <a:spLocks noGrp="1" noChangeArrowheads="1"/>
          </p:cNvSpPr>
          <p:nvPr>
            <p:ph type="sldNum" sz="quarter" idx="12"/>
          </p:nvPr>
        </p:nvSpPr>
        <p:spPr/>
        <p:txBody>
          <a:bodyPr/>
          <a:lstStyle>
            <a:lvl1pPr>
              <a:defRPr/>
            </a:lvl1pPr>
          </a:lstStyle>
          <a:p>
            <a:pPr>
              <a:defRPr/>
            </a:pPr>
            <a:fld id="{B7409B76-7C0F-4BA3-A2C4-99EDE1908454}" type="slidenum">
              <a:rPr lang="zh-CN" altLang="en-US"/>
            </a:fld>
            <a:endParaRPr lang="zh-CN" altLang="en-US"/>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fld id="{B5ACC868-E515-4A6D-9D48-AA7ECDC70545}" type="datetimeFigureOut">
              <a:rPr lang="zh-CN" altLang="en-US"/>
            </a:fld>
            <a:endParaRPr lang="zh-CN" altLang="en-US"/>
          </a:p>
        </p:txBody>
      </p:sp>
      <p:sp>
        <p:nvSpPr>
          <p:cNvPr id="3"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6"/>
          <p:cNvSpPr>
            <a:spLocks noGrp="1" noChangeArrowheads="1"/>
          </p:cNvSpPr>
          <p:nvPr>
            <p:ph type="sldNum" sz="quarter" idx="12"/>
          </p:nvPr>
        </p:nvSpPr>
        <p:spPr/>
        <p:txBody>
          <a:bodyPr/>
          <a:lstStyle>
            <a:lvl1pPr>
              <a:defRPr/>
            </a:lvl1pPr>
          </a:lstStyle>
          <a:p>
            <a:pPr>
              <a:defRPr/>
            </a:pPr>
            <a:fld id="{6D0353BB-19B3-4081-81AE-757F7A075824}" type="slidenum">
              <a:rPr lang="zh-CN" altLang="en-US"/>
            </a:fld>
            <a:endParaRPr lang="zh-CN" altLang="en-US"/>
          </a:p>
        </p:txBody>
      </p:sp>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fld id="{E755DA7F-DC04-421A-99F2-48472ABEAB40}"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2E5BA461-C950-42EF-A489-B1C43386A7C7}" type="slidenum">
              <a:rPr lang="zh-CN" altLang="en-US"/>
            </a:fld>
            <a:endParaRPr lang="zh-CN" altLang="en-US"/>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fld id="{C566EF3E-0EDC-4642-9156-146F12DBCC10}"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99DB91CC-3366-4906-B036-F5E6D30DCFD4}" type="slidenum">
              <a:rPr lang="zh-CN" altLang="en-US"/>
            </a:fld>
            <a:endParaRPr lang="zh-CN" altLang="en-US"/>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71788FF8-1F04-469B-A6F8-AA9D314D9D39}"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9E5F62BB-C716-49D7-991D-5E7C81E1759F}" type="slidenum">
              <a:rPr lang="zh-CN" altLang="en-US"/>
            </a:fld>
            <a:endParaRPr lang="zh-CN" altLang="en-US"/>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B8085F22-6D82-4452-9851-CDD279A4F1BC}"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350456F2-7384-409B-A14D-F7E323DFA061}" type="slidenum">
              <a:rPr lang="zh-CN" altLang="en-US"/>
            </a:fld>
            <a:endParaRPr lang="zh-CN" altLang="en-US"/>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B36F1E32-AB81-437E-AE3A-E2DBA230F724}"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505A01FF-8C49-4ECE-AEFC-9E8319A83F1A}" type="slidenum">
              <a:rPr lang="zh-CN" altLang="en-US"/>
            </a:fld>
            <a:endParaRPr lang="zh-CN" altLang="en-US"/>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EE1373A2-4160-45A5-A5A3-9AF0C7440620}"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7ED682CA-6D72-4B74-84CE-58E2E62BA507}" type="slidenum">
              <a:rPr lang="zh-CN" altLang="en-US"/>
            </a:fld>
            <a:endParaRPr lang="zh-CN" altLang="en-US"/>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4"/>
          <p:cNvSpPr>
            <a:spLocks noGrp="1" noChangeArrowheads="1"/>
          </p:cNvSpPr>
          <p:nvPr>
            <p:ph type="dt" sz="half" idx="10"/>
          </p:nvPr>
        </p:nvSpPr>
        <p:spPr/>
        <p:txBody>
          <a:bodyPr/>
          <a:lstStyle>
            <a:lvl1pPr>
              <a:defRPr/>
            </a:lvl1pPr>
          </a:lstStyle>
          <a:p>
            <a:pPr>
              <a:defRPr/>
            </a:pPr>
            <a:fld id="{BFD78FDD-86D2-4C2C-AC78-C6A7099B8B4D}"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51EB3C9D-6A9E-40F6-A86C-6AC8BC538F44}" type="slidenum">
              <a:rPr lang="zh-CN" altLang="en-US"/>
            </a:fld>
            <a:endParaRPr lang="zh-CN" altLang="en-US"/>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noChangeArrowheads="1"/>
          </p:cNvSpPr>
          <p:nvPr>
            <p:ph type="dt" sz="half" idx="10"/>
          </p:nvPr>
        </p:nvSpPr>
        <p:spPr/>
        <p:txBody>
          <a:bodyPr/>
          <a:lstStyle>
            <a:lvl1pPr>
              <a:defRPr/>
            </a:lvl1pPr>
          </a:lstStyle>
          <a:p>
            <a:pPr>
              <a:defRPr/>
            </a:pPr>
            <a:fld id="{4129AFC1-B1BB-406E-B7EC-EAF3CA6E605E}"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0A6888F8-9BB0-4A1E-9FF5-A462455BE1D0}" type="slidenum">
              <a:rPr lang="zh-CN" altLang="en-US"/>
            </a:fld>
            <a:endParaRPr lang="zh-CN" altLang="en-US"/>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4"/>
          <p:cNvSpPr>
            <a:spLocks noGrp="1" noChangeArrowheads="1"/>
          </p:cNvSpPr>
          <p:nvPr>
            <p:ph type="dt" sz="half" idx="10"/>
          </p:nvPr>
        </p:nvSpPr>
        <p:spPr/>
        <p:txBody>
          <a:bodyPr/>
          <a:lstStyle>
            <a:lvl1pPr>
              <a:defRPr/>
            </a:lvl1pPr>
          </a:lstStyle>
          <a:p>
            <a:pPr>
              <a:defRPr/>
            </a:pPr>
            <a:fld id="{ADC7E2F2-3B0F-404D-949E-18A34E5CFCFD}" type="datetimeFigureOut">
              <a:rPr lang="zh-CN" altLang="en-US"/>
            </a:fld>
            <a:endParaRPr lang="zh-CN" altLang="en-US"/>
          </a:p>
        </p:txBody>
      </p:sp>
      <p:sp>
        <p:nvSpPr>
          <p:cNvPr id="8"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6"/>
          <p:cNvSpPr>
            <a:spLocks noGrp="1" noChangeArrowheads="1"/>
          </p:cNvSpPr>
          <p:nvPr>
            <p:ph type="sldNum" sz="quarter" idx="12"/>
          </p:nvPr>
        </p:nvSpPr>
        <p:spPr/>
        <p:txBody>
          <a:bodyPr/>
          <a:lstStyle>
            <a:lvl1pPr>
              <a:defRPr/>
            </a:lvl1pPr>
          </a:lstStyle>
          <a:p>
            <a:pPr>
              <a:defRPr/>
            </a:pPr>
            <a:fld id="{74EF62E3-7BA7-4C68-A82D-2AA3585CBDC1}" type="slidenum">
              <a:rPr lang="zh-CN" altLang="en-US"/>
            </a:fld>
            <a:endParaRPr lang="zh-CN" altLang="en-US"/>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4"/>
          <p:cNvSpPr>
            <a:spLocks noGrp="1" noChangeArrowheads="1"/>
          </p:cNvSpPr>
          <p:nvPr>
            <p:ph type="dt" sz="half" idx="10"/>
          </p:nvPr>
        </p:nvSpPr>
        <p:spPr/>
        <p:txBody>
          <a:bodyPr/>
          <a:lstStyle>
            <a:lvl1pPr>
              <a:defRPr/>
            </a:lvl1pPr>
          </a:lstStyle>
          <a:p>
            <a:pPr>
              <a:defRPr/>
            </a:pPr>
            <a:fld id="{2EF57C71-BD8C-4365-9431-13DF4E430A04}" type="datetimeFigureOut">
              <a:rPr lang="zh-CN" altLang="en-US"/>
            </a:fld>
            <a:endParaRPr lang="zh-CN" altLang="en-US"/>
          </a:p>
        </p:txBody>
      </p:sp>
      <p:sp>
        <p:nvSpPr>
          <p:cNvPr id="4"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6"/>
          <p:cNvSpPr>
            <a:spLocks noGrp="1" noChangeArrowheads="1"/>
          </p:cNvSpPr>
          <p:nvPr>
            <p:ph type="sldNum" sz="quarter" idx="12"/>
          </p:nvPr>
        </p:nvSpPr>
        <p:spPr/>
        <p:txBody>
          <a:bodyPr/>
          <a:lstStyle>
            <a:lvl1pPr>
              <a:defRPr/>
            </a:lvl1pPr>
          </a:lstStyle>
          <a:p>
            <a:pPr>
              <a:defRPr/>
            </a:pPr>
            <a:fld id="{5C48805A-2800-4A49-B54B-7EDCE87F0186}" type="slidenum">
              <a:rPr lang="zh-CN" altLang="en-US"/>
            </a:fld>
            <a:endParaRPr lang="zh-CN" altLang="en-US"/>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fld id="{3426D001-FCB1-4861-BE13-9376B2B50697}" type="datetimeFigureOut">
              <a:rPr lang="zh-CN" altLang="en-US"/>
            </a:fld>
            <a:endParaRPr lang="zh-CN" altLang="en-US"/>
          </a:p>
        </p:txBody>
      </p:sp>
      <p:sp>
        <p:nvSpPr>
          <p:cNvPr id="3"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6"/>
          <p:cNvSpPr>
            <a:spLocks noGrp="1" noChangeArrowheads="1"/>
          </p:cNvSpPr>
          <p:nvPr>
            <p:ph type="sldNum" sz="quarter" idx="12"/>
          </p:nvPr>
        </p:nvSpPr>
        <p:spPr/>
        <p:txBody>
          <a:bodyPr/>
          <a:lstStyle>
            <a:lvl1pPr>
              <a:defRPr/>
            </a:lvl1pPr>
          </a:lstStyle>
          <a:p>
            <a:pPr>
              <a:defRPr/>
            </a:pPr>
            <a:fld id="{09722CC3-EAE2-4C67-B64F-D295E6E9791D}" type="slidenum">
              <a:rPr lang="zh-CN" altLang="en-US"/>
            </a:fld>
            <a:endParaRPr lang="zh-CN" altLang="en-US"/>
          </a:p>
        </p:txBody>
      </p:sp>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fld id="{7C18FCCF-8AD4-4CAF-BDE3-7FE71F8ADC1F}"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351BF334-B222-4526-9BE1-52BDD0FE9258}" type="slidenum">
              <a:rPr lang="zh-CN" altLang="en-US"/>
            </a:fld>
            <a:endParaRPr lang="zh-CN" altLang="en-US"/>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noChangeArrowheads="1"/>
          </p:cNvSpPr>
          <p:nvPr>
            <p:ph type="dt" sz="half" idx="10"/>
          </p:nvPr>
        </p:nvSpPr>
        <p:spPr/>
        <p:txBody>
          <a:bodyPr/>
          <a:lstStyle>
            <a:lvl1pPr>
              <a:defRPr/>
            </a:lvl1pPr>
          </a:lstStyle>
          <a:p>
            <a:pPr>
              <a:defRPr/>
            </a:pPr>
            <a:fld id="{974EDD74-1A8F-44EA-A7F9-294F3D13718F}" type="datetimeFigureOut">
              <a:rPr lang="zh-CN" altLang="en-US"/>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8A57C7AA-EA5C-4544-9DAB-FE88568C8C39}" type="slidenum">
              <a:rPr lang="zh-CN" altLang="en-US"/>
            </a:fld>
            <a:endParaRPr lang="zh-CN" altLang="en-US"/>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EF9C80C7-2175-4A26-B29D-5CA67731F121}"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11017CF3-7E53-45CF-92E5-E141F440F970}" type="slidenum">
              <a:rPr lang="zh-CN" altLang="en-US"/>
            </a:fld>
            <a:endParaRPr lang="zh-CN" altLang="en-US"/>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4"/>
          <p:cNvSpPr>
            <a:spLocks noGrp="1" noChangeArrowheads="1"/>
          </p:cNvSpPr>
          <p:nvPr>
            <p:ph type="dt" sz="half" idx="10"/>
          </p:nvPr>
        </p:nvSpPr>
        <p:spPr/>
        <p:txBody>
          <a:bodyPr/>
          <a:lstStyle>
            <a:lvl1pPr>
              <a:defRPr/>
            </a:lvl1pPr>
          </a:lstStyle>
          <a:p>
            <a:pPr>
              <a:defRPr/>
            </a:pPr>
            <a:fld id="{B488009C-FEC8-4C78-84A3-16517C5C6D7B}" type="datetimeFigureOut">
              <a:rPr lang="zh-CN" altLang="en-US"/>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C397D582-FDEA-47FA-B87E-78C681037718}" type="slidenum">
              <a:rPr lang="zh-CN" altLang="en-US"/>
            </a:fld>
            <a:endParaRPr lang="zh-CN" altLang="en-US"/>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EA1C5CA7-6129-4F80-8430-4F78EDA9F9F8}"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E8599D6B-CFC6-48AE-A9F1-9F7B5BAF0575}" type="slidenum">
              <a:rPr lang="zh-CN" altLang="en-US"/>
            </a:fld>
            <a:endParaRPr lang="zh-CN" altLang="en-US"/>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E1D2E218-14F6-412E-8C57-37F856658881}"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7BC212FC-2F7D-42D4-A926-48A34C90DB8E}" type="slidenum">
              <a:rPr lang="zh-CN" altLang="en-US"/>
            </a:fld>
            <a:endParaRPr lang="zh-CN" altLang="en-US"/>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D65C8C06-47B4-467D-843E-06EE5846B587}"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4B855AB-13AA-42EF-AE02-AE64AC0CE769}" type="slidenum">
              <a:rPr lang="zh-CN" altLang="en-US"/>
            </a:fld>
            <a:endParaRPr lang="zh-CN" altLang="en-US"/>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D291A662-EC00-44D5-8971-1A44D3BFEB7D}"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1D646483-F47D-475C-BBA4-0FF77373EBD0}" type="slidenum">
              <a:rPr lang="zh-CN" altLang="en-US"/>
            </a:fld>
            <a:endParaRPr lang="zh-CN" altLang="en-US"/>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D1A70B25-9181-4D88-8614-5D40AF94C9D1}"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DB80C86B-5973-43EA-9ED5-470D9D392447}" type="slidenum">
              <a:rPr lang="zh-CN" altLang="en-US"/>
            </a:fld>
            <a:endParaRPr lang="zh-CN" altLang="en-US"/>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CCE4C466-ABAC-4229-A6BD-A7BEF7A1CCEB}"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2E8A4821-5D01-4CAE-9130-955C713A841D}" type="slidenum">
              <a:rPr lang="zh-CN" altLang="en-US"/>
            </a:fld>
            <a:endParaRPr lang="zh-CN" altLang="en-US"/>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685D8F80-D53C-4067-BB09-DE02DA313D27}"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0210969A-A7A9-4212-B987-EC51CE6BF379}" type="slidenum">
              <a:rPr lang="zh-CN" altLang="en-US"/>
            </a:fld>
            <a:endParaRPr lang="zh-CN" altLang="en-US"/>
          </a:p>
        </p:txBody>
      </p:sp>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FBD4CDB0-D534-4B3E-B917-8369E00EBCC6}"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F6FA851C-CE58-4103-81A6-B628ADF025BC}" type="slidenum">
              <a:rPr lang="zh-CN" altLang="en-US"/>
            </a:fld>
            <a:endParaRPr lang="zh-CN" altLang="en-US"/>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B5875966-9A7D-437D-B7AA-750E52835203}"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C9CA3CB0-37BC-495B-AC7C-B29E7A71FD44}" type="slidenum">
              <a:rPr lang="zh-CN" altLang="en-US"/>
            </a:fld>
            <a:endParaRPr lang="zh-CN" altLang="en-US"/>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6B340E9-93A3-4F3F-A296-E73AA7907ECF}"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2794AE71-9097-414B-8AA6-D3B8893AE5E8}" type="slidenum">
              <a:rPr lang="zh-CN" altLang="en-US"/>
            </a:fld>
            <a:endParaRPr lang="zh-CN" altLang="en-US"/>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EC81A784-F7C6-4976-A85A-2935A5F42273}"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E9AA46D-D1D7-4BE6-97D5-565C49F457D5}" type="slidenum">
              <a:rPr lang="zh-CN" altLang="en-US"/>
            </a:fld>
            <a:endParaRPr lang="zh-CN" altLang="en-US"/>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65421A44-A144-444A-A83B-B8EF2A2941AC}"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D38AA79-CD98-4696-8BDC-3100182EE2E2}" type="slidenum">
              <a:rPr lang="zh-CN" altLang="en-US"/>
            </a:fld>
            <a:endParaRPr lang="zh-CN" altLang="en-US"/>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A79B9352-94C3-4F0A-AEAF-66A2CBE0E1C1}"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52D43740-318F-41C3-BB48-A34C1DF8C361}" type="slidenum">
              <a:rPr lang="zh-CN" altLang="en-US"/>
            </a:fld>
            <a:endParaRPr lang="zh-CN" altLang="en-US"/>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88573D16-E465-4693-8431-5C5F3100B086}"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1EF1C7B-3056-4AFA-A4E4-FFED5015D4DE}" type="slidenum">
              <a:rPr lang="zh-CN" altLang="en-US"/>
            </a:fld>
            <a:endParaRPr lang="zh-CN" altLang="en-US"/>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03CE9F20-B1C9-465B-9AA7-49BBB12C9D45}"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F40F5B6C-6972-433C-B8C4-A3AE2A55B88B}" type="slidenum">
              <a:rPr lang="zh-CN" altLang="en-US"/>
            </a:fld>
            <a:endParaRPr lang="zh-CN" altLang="en-US"/>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682E297E-243B-4953-ABDA-2CBC1BB334A3}"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885775AF-D884-420A-9763-5ED1D02C424C}" type="slidenum">
              <a:rPr lang="zh-CN" altLang="en-US"/>
            </a:fld>
            <a:endParaRPr lang="zh-CN" altLang="en-US"/>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45028FE4-4597-42B7-A371-298BA2A99E8B}"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76DD58AD-7443-48A6-ACA7-28444E0EBD82}" type="slidenum">
              <a:rPr lang="zh-CN" altLang="en-US"/>
            </a:fld>
            <a:endParaRPr lang="zh-CN" altLang="en-US"/>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E9C0B969-D77C-423B-88EE-6115159CD366}"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B8A460C6-AB03-4657-9251-B14560CB014E}" type="slidenum">
              <a:rPr lang="zh-CN" altLang="en-US"/>
            </a:fld>
            <a:endParaRPr lang="zh-CN" altLang="en-US"/>
          </a:p>
        </p:txBody>
      </p:sp>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F8B96786-8C9D-4AD2-A0A8-D7D07C254EB7}"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D23F449D-27F4-4926-A509-92C852AC8C0A}" type="slidenum">
              <a:rPr lang="zh-CN" altLang="en-US"/>
            </a:fld>
            <a:endParaRPr lang="zh-CN" altLang="en-US"/>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7EDD4E8D-170B-4B97-A706-AEBC8DE3C853}"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72D2B6C3-665A-4335-9C03-2049CC7A8E27}" type="slidenum">
              <a:rPr lang="zh-CN" altLang="en-US"/>
            </a:fld>
            <a:endParaRPr lang="zh-CN" altLang="en-US"/>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17CA72F4-093D-44F9-97DE-76F8264D356A}"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7977D564-F160-4431-B83F-CC262FC76E21}" type="slidenum">
              <a:rPr lang="zh-CN" altLang="en-US"/>
            </a:fld>
            <a:endParaRPr lang="zh-CN" altLang="en-US"/>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9EDD46DB-A224-42C5-9844-2028549F641E}"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A8A5A3CF-C7C8-483F-88A6-2194BBD7AE42}"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0" Type="http://schemas.openxmlformats.org/officeDocument/2006/relationships/theme" Target="../theme/theme4.xml"/><Relationship Id="rId2" Type="http://schemas.openxmlformats.org/officeDocument/2006/relationships/slideLayout" Target="../slideLayouts/slideLayout35.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2" Type="http://schemas.openxmlformats.org/officeDocument/2006/relationships/theme" Target="../theme/theme7.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2" Type="http://schemas.openxmlformats.org/officeDocument/2006/relationships/theme" Target="../theme/theme8.xml"/><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2" Type="http://schemas.openxmlformats.org/officeDocument/2006/relationships/theme" Target="../theme/theme9.xml"/><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2" Type="http://schemas.openxmlformats.org/officeDocument/2006/relationships/theme" Target="../theme/theme10.xml"/><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2" Type="http://schemas.openxmlformats.org/officeDocument/2006/relationships/theme" Target="../theme/theme11.xml"/><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2" Type="http://schemas.openxmlformats.org/officeDocument/2006/relationships/theme" Target="../theme/theme12.xml"/><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2" Type="http://schemas.openxmlformats.org/officeDocument/2006/relationships/theme" Target="../theme/theme13.xml"/><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2" Type="http://schemas.openxmlformats.org/officeDocument/2006/relationships/theme" Target="../theme/theme14.xml"/><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2" Type="http://schemas.openxmlformats.org/officeDocument/2006/relationships/theme" Target="../theme/theme15.xml"/><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2" Type="http://schemas.openxmlformats.org/officeDocument/2006/relationships/theme" Target="../theme/theme16.xml"/><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2" Type="http://schemas.openxmlformats.org/officeDocument/2006/relationships/theme" Target="../theme/theme17.xml"/><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2" Type="http://schemas.openxmlformats.org/officeDocument/2006/relationships/theme" Target="../theme/theme18.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2" Type="http://schemas.openxmlformats.org/officeDocument/2006/relationships/theme" Target="../theme/theme19.xml"/><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2" Type="http://schemas.openxmlformats.org/officeDocument/2006/relationships/theme" Target="../theme/theme20.xml"/><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2" Type="http://schemas.openxmlformats.org/officeDocument/2006/relationships/theme" Target="../theme/theme21.xml"/><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2" Type="http://schemas.openxmlformats.org/officeDocument/2006/relationships/theme" Target="../theme/theme22.xml"/><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2" Type="http://schemas.openxmlformats.org/officeDocument/2006/relationships/theme" Target="../theme/theme23.xml"/><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2" Type="http://schemas.openxmlformats.org/officeDocument/2006/relationships/theme" Target="../theme/theme24.xml"/><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2" Type="http://schemas.openxmlformats.org/officeDocument/2006/relationships/theme" Target="../theme/theme25.xml"/><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2" Type="http://schemas.openxmlformats.org/officeDocument/2006/relationships/theme" Target="../theme/theme26.xml"/><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2" Type="http://schemas.openxmlformats.org/officeDocument/2006/relationships/theme" Target="../theme/theme27.xml"/><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2" Type="http://schemas.openxmlformats.org/officeDocument/2006/relationships/theme" Target="../theme/theme28.xml"/><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2" Type="http://schemas.openxmlformats.org/officeDocument/2006/relationships/theme" Target="../theme/theme29.xml"/><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2" Type="http://schemas.openxmlformats.org/officeDocument/2006/relationships/theme" Target="../theme/theme30.xml"/><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2" Type="http://schemas.openxmlformats.org/officeDocument/2006/relationships/theme" Target="../theme/theme31.xml"/><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2" Type="http://schemas.openxmlformats.org/officeDocument/2006/relationships/theme" Target="../theme/theme32.xml"/><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2" Type="http://schemas.openxmlformats.org/officeDocument/2006/relationships/theme" Target="../theme/theme33.xml"/><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2" Type="http://schemas.openxmlformats.org/officeDocument/2006/relationships/theme" Target="../theme/theme34.xml"/><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2" Type="http://schemas.openxmlformats.org/officeDocument/2006/relationships/theme" Target="../theme/theme35.xml"/><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2" Type="http://schemas.openxmlformats.org/officeDocument/2006/relationships/theme" Target="../theme/theme36.xml"/><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0" Type="http://schemas.openxmlformats.org/officeDocument/2006/relationships/theme" Target="../theme/theme37.xml"/><Relationship Id="rId2" Type="http://schemas.openxmlformats.org/officeDocument/2006/relationships/slideLayout" Target="../slideLayouts/slideLayout398.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0" Type="http://schemas.openxmlformats.org/officeDocument/2006/relationships/theme" Target="../theme/theme38.xml"/><Relationship Id="rId2" Type="http://schemas.openxmlformats.org/officeDocument/2006/relationships/slideLayout" Target="../slideLayouts/slideLayout409.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0" Type="http://schemas.openxmlformats.org/officeDocument/2006/relationships/theme" Target="../theme/theme39.xml"/><Relationship Id="rId2" Type="http://schemas.openxmlformats.org/officeDocument/2006/relationships/slideLayout" Target="../slideLayouts/slideLayout420.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0" Type="http://schemas.openxmlformats.org/officeDocument/2006/relationships/theme" Target="../theme/theme40.xml"/><Relationship Id="rId2" Type="http://schemas.openxmlformats.org/officeDocument/2006/relationships/slideLayout" Target="../slideLayouts/slideLayout431.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0" Type="http://schemas.openxmlformats.org/officeDocument/2006/relationships/theme" Target="../theme/theme41.xml"/><Relationship Id="rId2" Type="http://schemas.openxmlformats.org/officeDocument/2006/relationships/slideLayout" Target="../slideLayouts/slideLayout442.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0" Type="http://schemas.openxmlformats.org/officeDocument/2006/relationships/theme" Target="../theme/theme42.xml"/><Relationship Id="rId2" Type="http://schemas.openxmlformats.org/officeDocument/2006/relationships/slideLayout" Target="../slideLayouts/slideLayout453.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0" Type="http://schemas.openxmlformats.org/officeDocument/2006/relationships/theme" Target="../theme/theme43.xml"/><Relationship Id="rId2" Type="http://schemas.openxmlformats.org/officeDocument/2006/relationships/slideLayout" Target="../slideLayouts/slideLayout464.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0" Type="http://schemas.openxmlformats.org/officeDocument/2006/relationships/theme" Target="../theme/theme44.xml"/><Relationship Id="rId2" Type="http://schemas.openxmlformats.org/officeDocument/2006/relationships/slideLayout" Target="../slideLayouts/slideLayout475.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0" Type="http://schemas.openxmlformats.org/officeDocument/2006/relationships/theme" Target="../theme/theme45.xml"/><Relationship Id="rId2" Type="http://schemas.openxmlformats.org/officeDocument/2006/relationships/slideLayout" Target="../slideLayouts/slideLayout486.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0" Type="http://schemas.openxmlformats.org/officeDocument/2006/relationships/theme" Target="../theme/theme46.xml"/><Relationship Id="rId2" Type="http://schemas.openxmlformats.org/officeDocument/2006/relationships/slideLayout" Target="../slideLayouts/slideLayout497.xml"/><Relationship Id="rId19" Type="http://schemas.openxmlformats.org/officeDocument/2006/relationships/image" Target="../media/image8.png"/><Relationship Id="rId18"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05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05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a:defRPr/>
            </a:pPr>
            <a:endParaRPr lang="en-US" altLang="zh-CN"/>
          </a:p>
        </p:txBody>
      </p:sp>
      <p:sp>
        <p:nvSpPr>
          <p:cNvPr id="205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a:defRPr/>
            </a:pPr>
            <a:endParaRPr lang="en-US" altLang="zh-CN"/>
          </a:p>
        </p:txBody>
      </p:sp>
      <p:sp>
        <p:nvSpPr>
          <p:cNvPr id="205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defRPr>
            </a:lvl1pPr>
          </a:lstStyle>
          <a:p>
            <a:pPr>
              <a:defRPr/>
            </a:pPr>
            <a:fld id="{3BFCC5B1-A17B-4A66-B0C3-3E15C28E9DB0}"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07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307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a:defRPr/>
            </a:pPr>
            <a:endParaRPr lang="en-US" altLang="zh-CN"/>
          </a:p>
        </p:txBody>
      </p:sp>
      <p:sp>
        <p:nvSpPr>
          <p:cNvPr id="307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a:defRPr/>
            </a:pPr>
            <a:endParaRPr lang="en-US" altLang="zh-CN"/>
          </a:p>
        </p:txBody>
      </p:sp>
      <p:sp>
        <p:nvSpPr>
          <p:cNvPr id="307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defRPr>
            </a:lvl1pPr>
          </a:lstStyle>
          <a:p>
            <a:pPr>
              <a:defRPr/>
            </a:pPr>
            <a:fld id="{9EEF498F-B09D-417E-BCEF-D546441CC00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4099"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4100" name="Rectangle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latin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4101" name="Rectangle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latin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4102" name="Rectangle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latin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5F51FD9B-56D5-46C2-96FA-76F4709D3F32}"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5122"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5123"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5124"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5126"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5127"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5131"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5132"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3"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6"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5137"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8"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5139"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5140"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5141"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1" hangingPunct="1">
              <a:buFont typeface="Arial" panose="020B0604020202020204" pitchFamily="34" charset="0"/>
              <a:buNone/>
              <a:defRPr sz="1100">
                <a:solidFill>
                  <a:srgbClr val="898989"/>
                </a:solidFill>
                <a:latin typeface="+mn-lt"/>
              </a:defRPr>
            </a:lvl1pPr>
          </a:lstStyle>
          <a:p>
            <a:pPr>
              <a:defRPr/>
            </a:pPr>
            <a:fld id="{634CFCAC-8BEB-4582-BB85-C3A07AAFBFB0}" type="datetimeFigureOut">
              <a:rPr lang="zh-CN" altLang="en-US"/>
            </a:fld>
            <a:endParaRPr lang="zh-CN" altLang="en-US"/>
          </a:p>
        </p:txBody>
      </p:sp>
      <p:sp>
        <p:nvSpPr>
          <p:cNvPr id="5142"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1" hangingPunct="1">
              <a:buFont typeface="Arial" panose="020B0604020202020204" pitchFamily="34" charset="0"/>
              <a:buNone/>
              <a:defRPr sz="1100">
                <a:solidFill>
                  <a:srgbClr val="898989"/>
                </a:solidFill>
                <a:latin typeface="+mn-lt"/>
              </a:defRPr>
            </a:lvl1pPr>
          </a:lstStyle>
          <a:p>
            <a:pPr>
              <a:defRPr/>
            </a:pPr>
            <a:endParaRPr lang="zh-CN" altLang="en-US"/>
          </a:p>
        </p:txBody>
      </p:sp>
      <p:sp>
        <p:nvSpPr>
          <p:cNvPr id="5143"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1" hangingPunct="1">
              <a:buFont typeface="Arial" panose="020B0604020202020204" pitchFamily="34" charset="0"/>
              <a:buNone/>
              <a:defRPr sz="1100" smtClean="0">
                <a:solidFill>
                  <a:srgbClr val="898989"/>
                </a:solidFill>
                <a:latin typeface="方正兰亭黑_GBK" panose="02000000000000000000" charset="-122"/>
              </a:defRPr>
            </a:lvl1pPr>
          </a:lstStyle>
          <a:p>
            <a:pPr>
              <a:defRPr/>
            </a:pPr>
            <a:fld id="{E86EED14-CF3D-46AB-B543-DE64DD1BEB17}"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614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614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614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614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E6603B00-C2D5-4F82-9650-6CC9459E9585}"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717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717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717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717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16F6B1C-E9FD-43EA-B5F5-F7AEF2A62E15}"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819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819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819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819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72287BFB-2BE0-40FD-A831-E7C252BFBF57}"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921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921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922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922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AFFE12D5-5B50-47B1-AC25-DE1077F02DB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024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024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024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024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B69A2A28-6073-484C-9D7B-C26849304F8A}"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126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126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126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126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09DF2A8-3076-473B-A290-AFEF4C789AF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229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229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229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229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E5C2196F-9514-49A6-9F4E-7B5A761CC4FC}"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331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331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331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331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83B13B1E-B6DC-4BD3-B09D-D03E157968A6}"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433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433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434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434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AED0C0D1-E7C2-422B-8DE5-3A575F32C6B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536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536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536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536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7199E050-C124-4582-B481-1E1D33C92F9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638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638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638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638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B2EFC23-8F66-4817-9FF8-F5550163BEB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741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741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741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741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FBBD157E-FC50-4DCC-B0AA-F22101FFDB45}"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843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843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843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843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93D316BE-EE51-4F3D-9166-A5FF87B9E1C7}"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945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1945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946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946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953BDD4-3401-4D8C-A3C8-EDD68412708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048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048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048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048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CAE67554-227E-416B-A8C2-7A8C99A91C75}"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150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150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150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150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A36D20D1-4E0A-4171-9F70-3617E422C099}"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253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253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253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253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2362DFD-3228-4C43-8AC4-14CBE7A2AFCA}"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355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355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355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355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80819FB-31C3-4E4D-BECF-A0857E355CE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457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457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458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458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5773A304-3F8B-4D0F-ACD6-97900411A456}"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560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560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560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560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07B3FFD-9EE5-42A9-B00F-7FC1A416BA9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662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662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662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662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2E2EE05-275E-4F0C-A1A8-3CE2D439F016}"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765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mtClean="0">
              <a:solidFill>
                <a:srgbClr val="FFFFFF"/>
              </a:solidFill>
              <a:latin typeface="Franklin Gothic Medium" panose="020B0603020102020204" pitchFamily="34" charset="0"/>
              <a:ea typeface="微软雅黑" panose="020B0503020204020204" pitchFamily="34" charset="-122"/>
            </a:endParaRPr>
          </a:p>
        </p:txBody>
      </p:sp>
      <p:sp>
        <p:nvSpPr>
          <p:cNvPr id="2765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765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765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95DA03C2-1383-4F45-9751-0C49116F712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29699"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29700"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29701"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29702"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ABB4DF04-1B5B-4C90-A324-088C86710BDE}"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0723"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0724"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0725"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0726"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4923B44A-DA2F-49C2-850D-F6FAB46B55E5}"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1747"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1748" name="日期占位符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1749" name="页脚占位符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1750" name="灯片编号占位符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D8948482-FF3C-4806-ABE4-2C697E2A9F9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2771"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2772" name="日期占位符 6"/>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2773" name="页脚占位符 7"/>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2774" name="灯片编号占位符 8"/>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F13C2BBE-C27B-4CF2-8FC4-47C02A6F6C3A}"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3795"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3796" name="日期占位符 2"/>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3797" name="页脚占位符 3"/>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3798" name="灯片编号占位符 4"/>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E25FC431-653F-47CC-92EB-1BCBA98F447C}"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4819"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4820" name="日期占位符 1"/>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4821" name="页脚占位符 2"/>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4822" name="灯片编号占位符 3"/>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A3B79723-B8BE-44D1-99F4-76136A7FFB87}"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5843"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5844" name="日期占位符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5845" name="页脚占位符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5846" name="灯片编号占位符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E06ABFBC-FF0F-4C0B-8D62-B9135E091E5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6867"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6868" name="日期占位符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6869" name="页脚占位符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6870" name="灯片编号占位符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DE50DAA1-FD24-4917-9FD8-093A4F2D8559}"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7891"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7892"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7893"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7894"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EB3A1EC4-D0D0-4FD3-8BDB-A26EB8DDD5D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마스터 제목 스타일 편집</a:t>
            </a:r>
            <a:endParaRPr lang="zh-CN" altLang="zh-CN" smtClean="0"/>
          </a:p>
        </p:txBody>
      </p:sp>
      <p:sp>
        <p:nvSpPr>
          <p:cNvPr id="38915"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마스터 텍스트 스타일을 편집합니다</a:t>
            </a:r>
            <a:endParaRPr lang="zh-CN" altLang="zh-CN" smtClean="0"/>
          </a:p>
          <a:p>
            <a:pPr lvl="1"/>
            <a:r>
              <a:rPr lang="zh-CN" altLang="zh-CN" smtClean="0"/>
              <a:t>둘째 수준</a:t>
            </a:r>
            <a:endParaRPr lang="zh-CN" altLang="zh-CN" smtClean="0"/>
          </a:p>
          <a:p>
            <a:pPr lvl="2"/>
            <a:r>
              <a:rPr lang="zh-CN" altLang="zh-CN" smtClean="0"/>
              <a:t>셋째 수준</a:t>
            </a:r>
            <a:endParaRPr lang="zh-CN" altLang="zh-CN" smtClean="0"/>
          </a:p>
          <a:p>
            <a:pPr lvl="3"/>
            <a:r>
              <a:rPr lang="zh-CN" altLang="zh-CN" smtClean="0"/>
              <a:t>넷째 수준</a:t>
            </a:r>
            <a:endParaRPr lang="zh-CN" altLang="zh-CN" smtClean="0"/>
          </a:p>
          <a:p>
            <a:pPr lvl="4"/>
            <a:r>
              <a:rPr lang="zh-CN" altLang="zh-CN" smtClean="0"/>
              <a:t>다섯째 수준</a:t>
            </a:r>
            <a:endParaRPr lang="zh-CN" altLang="zh-CN" smtClean="0"/>
          </a:p>
        </p:txBody>
      </p:sp>
      <p:sp>
        <p:nvSpPr>
          <p:cNvPr id="38916"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8917"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8918"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425E2AA7-FD55-432C-A390-1F3F7A8FA14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9938"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39939"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39940"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39942"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39943"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5"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39947"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39948"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9"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0"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1"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2"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39953"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4"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39955"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39956"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39957"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45EEB79A-520F-434B-A46A-956E2EA42352}" type="datetimeFigureOut">
              <a:rPr lang="zh-CN" altLang="en-US"/>
            </a:fld>
            <a:endParaRPr lang="zh-CN" altLang="en-US"/>
          </a:p>
        </p:txBody>
      </p:sp>
      <p:sp>
        <p:nvSpPr>
          <p:cNvPr id="39958"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39959"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ADF7AD06-6896-4594-88D6-D00EEBC970ED}"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0962"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0963"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0964"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0966"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0967"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9"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0"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0971"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0972"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3"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4"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5"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6"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0977"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8"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0979"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0980"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0981"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6174A944-BB32-4CF2-8621-8402C8669AA3}" type="datetimeFigureOut">
              <a:rPr lang="zh-CN" altLang="en-US"/>
            </a:fld>
            <a:endParaRPr lang="zh-CN" altLang="en-US"/>
          </a:p>
        </p:txBody>
      </p:sp>
      <p:sp>
        <p:nvSpPr>
          <p:cNvPr id="40982"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0983"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9BC83409-57E4-42C2-B21F-21A2AF9A6FC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1986"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1987"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1988"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1990"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1991"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2"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3"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4"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1995"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1996"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7"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8"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9"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0"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2001"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2"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2003"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2004"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2005"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421F430C-41E4-4A4F-BB27-36F660BA10C9}" type="datetimeFigureOut">
              <a:rPr lang="zh-CN" altLang="en-US"/>
            </a:fld>
            <a:endParaRPr lang="zh-CN" altLang="en-US"/>
          </a:p>
        </p:txBody>
      </p:sp>
      <p:sp>
        <p:nvSpPr>
          <p:cNvPr id="42006"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2007"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0D4A4D7D-F15E-46F6-849D-E0DEE1BEF487}"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3010"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3011"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3012"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3014"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3015"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6"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7"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8"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3019"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3020"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1"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2"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3"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4"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3025"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6"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3027"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3028"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3029" name="日期占位符 4"/>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5A82E20E-F0A4-4471-B0B7-0821CA06C063}" type="datetimeFigureOut">
              <a:rPr lang="zh-CN" altLang="en-US"/>
            </a:fld>
            <a:endParaRPr lang="zh-CN" altLang="en-US"/>
          </a:p>
        </p:txBody>
      </p:sp>
      <p:sp>
        <p:nvSpPr>
          <p:cNvPr id="43030" name="页脚占位符 5"/>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3031" name="灯片编号占位符 6"/>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2D734D9C-00CC-4385-A5A0-21D02CB3359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4034"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4035"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4036"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4038"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4039"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2"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4043"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4044"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5"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6"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7"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8"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4049"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50"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4051"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4052"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4053" name="日期占位符 6"/>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DD91B9B5-4409-4643-AA4D-ECE52C174488}" type="datetimeFigureOut">
              <a:rPr lang="zh-CN" altLang="en-US"/>
            </a:fld>
            <a:endParaRPr lang="zh-CN" altLang="en-US"/>
          </a:p>
        </p:txBody>
      </p:sp>
      <p:sp>
        <p:nvSpPr>
          <p:cNvPr id="44054" name="页脚占位符 7"/>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4055" name="灯片编号占位符 8"/>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48F2F129-ADE4-44DB-BBE1-A8DF20AED7D4}"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5058"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5059"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5060"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5062"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5063"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5"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6"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5067"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5068"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9"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0"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1"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2"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5073"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4"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5075"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5076"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5077" name="日期占位符 2"/>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A29BFA7F-3D24-43A6-9FF8-4A01C8A323C7}" type="datetimeFigureOut">
              <a:rPr lang="zh-CN" altLang="en-US"/>
            </a:fld>
            <a:endParaRPr lang="zh-CN" altLang="en-US"/>
          </a:p>
        </p:txBody>
      </p:sp>
      <p:sp>
        <p:nvSpPr>
          <p:cNvPr id="45078" name="页脚占位符 3"/>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5079" name="灯片编号占位符 4"/>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1C3F368B-A22C-458E-B516-F006C65B41EC}"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6082"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6083"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6084"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6086"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6087"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8"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9"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0"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6091"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6092"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3"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4"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5"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6"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6097"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8"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6099"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6100"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6101" name="日期占位符 4"/>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CD0BBECE-5445-400D-BF79-12C92FB740B0}" type="datetimeFigureOut">
              <a:rPr lang="zh-CN" altLang="en-US"/>
            </a:fld>
            <a:endParaRPr lang="zh-CN" altLang="en-US"/>
          </a:p>
        </p:txBody>
      </p:sp>
      <p:sp>
        <p:nvSpPr>
          <p:cNvPr id="46102" name="页脚占位符 5"/>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6103" name="灯片编号占位符 6"/>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F0F6EA58-BDFE-4F64-9498-584F994C108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7106"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7107"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7108"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7110"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7111"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3"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4"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7115"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7116"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7"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8"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9"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0"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7121"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2"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7123"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7124"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7125" name="日期占位符 4"/>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A7CDF36C-A087-49E5-A3EA-3A7BCA60855E}" type="datetimeFigureOut">
              <a:rPr lang="zh-CN" altLang="en-US"/>
            </a:fld>
            <a:endParaRPr lang="zh-CN" altLang="en-US"/>
          </a:p>
        </p:txBody>
      </p:sp>
      <p:sp>
        <p:nvSpPr>
          <p:cNvPr id="47126" name="页脚占位符 5"/>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7127" name="灯片编号占位符 6"/>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AB843A6E-A3EE-4EE4-AD7B-DD26C027D62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8130"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8131"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8132"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8134"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8135"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8"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8139"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8140"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1"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2"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3"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4"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8145"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6"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8147"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8148"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8149"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8DF3C9BE-998D-4156-9592-1F49A26C488C}" type="datetimeFigureOut">
              <a:rPr lang="zh-CN" altLang="en-US"/>
            </a:fld>
            <a:endParaRPr lang="zh-CN" altLang="en-US"/>
          </a:p>
        </p:txBody>
      </p:sp>
      <p:sp>
        <p:nvSpPr>
          <p:cNvPr id="48150"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8151"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B73EFAEB-FB65-439F-A107-42D5E869AB0F}"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9154"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sp>
        <p:nvSpPr>
          <p:cNvPr id="49155"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smtClean="0">
              <a:solidFill>
                <a:srgbClr val="FFFFFF"/>
              </a:solidFill>
              <a:latin typeface="方正兰亭黑_GBK" panose="02000000000000000000" charset="-122"/>
            </a:endParaRPr>
          </a:p>
        </p:txBody>
      </p:sp>
      <p:pic>
        <p:nvPicPr>
          <p:cNvPr id="49156" name="Imagen 5" descr="C:\Users\Design\Documents\Edu\Product Launch\shadown.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smtClean="0">
                <a:solidFill>
                  <a:srgbClr val="FF6699"/>
                </a:solidFill>
                <a:latin typeface="Haettenschweiler" panose="020B0706040902060204" pitchFamily="34" charset="0"/>
              </a:rPr>
              <a:t>80</a:t>
            </a:r>
            <a:r>
              <a:rPr lang="en-US" altLang="zh-CN" sz="3200" smtClean="0">
                <a:solidFill>
                  <a:srgbClr val="000000"/>
                </a:solidFill>
                <a:latin typeface="Haettenschweiler" panose="020B0706040902060204" pitchFamily="34" charset="0"/>
              </a:rPr>
              <a:t> </a:t>
            </a:r>
            <a:r>
              <a:rPr lang="en-US" altLang="zh-CN" sz="3200" smtClean="0">
                <a:solidFill>
                  <a:srgbClr val="FFFFFF"/>
                </a:solidFill>
                <a:latin typeface="Haettenschweiler" panose="020B0706040902060204" pitchFamily="34" charset="0"/>
              </a:rPr>
              <a:t>PPT.COM</a:t>
            </a:r>
            <a:endParaRPr lang="zh-CN" altLang="en-US" sz="3200" smtClean="0">
              <a:solidFill>
                <a:srgbClr val="FFFFFF"/>
              </a:solidFill>
              <a:latin typeface="Haettenschweiler" panose="020B0706040902060204" pitchFamily="34" charset="0"/>
            </a:endParaRPr>
          </a:p>
        </p:txBody>
      </p:sp>
      <p:sp>
        <p:nvSpPr>
          <p:cNvPr id="49158"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smtClean="0">
                <a:solidFill>
                  <a:srgbClr val="FFFFFF"/>
                </a:solidFill>
                <a:latin typeface="Mistral" panose="03090702030407020403" pitchFamily="66" charset="0"/>
              </a:rPr>
              <a:t>Make Presentation much more fun</a:t>
            </a:r>
            <a:endParaRPr lang="zh-CN" altLang="en-US" sz="900" smtClean="0">
              <a:solidFill>
                <a:srgbClr val="FFFFFF"/>
              </a:solidFill>
              <a:latin typeface="Mistral" panose="03090702030407020403" pitchFamily="66" charset="0"/>
            </a:endParaRPr>
          </a:p>
        </p:txBody>
      </p:sp>
      <p:pic>
        <p:nvPicPr>
          <p:cNvPr id="49159"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27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28 Image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2"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smtClean="0">
                <a:solidFill>
                  <a:srgbClr val="A6A6A6"/>
                </a:solidFill>
                <a:latin typeface="方正兰亭黑_GBK" panose="02000000000000000000" charset="-122"/>
              </a:rPr>
              <a:t>of</a:t>
            </a:r>
            <a:endParaRPr lang="es-HN" altLang="en-US" sz="1100" b="1" i="1" smtClean="0">
              <a:solidFill>
                <a:srgbClr val="A6A6A6"/>
              </a:solidFill>
              <a:latin typeface="方正兰亭黑_GBK" panose="02000000000000000000" charset="-122"/>
            </a:endParaRPr>
          </a:p>
        </p:txBody>
      </p:sp>
      <p:sp>
        <p:nvSpPr>
          <p:cNvPr id="49163"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smtClean="0">
                <a:solidFill>
                  <a:srgbClr val="7F7F7F"/>
                </a:solidFill>
                <a:latin typeface="方正兰亭黑_GBK" panose="02000000000000000000" charset="-122"/>
              </a:rPr>
              <a:t>6</a:t>
            </a:r>
            <a:endParaRPr lang="es-HN" altLang="en-US" sz="1100" b="1" smtClean="0">
              <a:solidFill>
                <a:srgbClr val="7F7F7F"/>
              </a:solidFill>
              <a:latin typeface="方正兰亭黑_GBK" panose="02000000000000000000" charset="-122"/>
            </a:endParaRPr>
          </a:p>
        </p:txBody>
      </p:sp>
      <p:pic>
        <p:nvPicPr>
          <p:cNvPr id="49164" name="Imagen 5" descr="C:\Users\Design\Documents\Edu\Product Launch\shadown.pn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5" name="Imagen 27">
            <a:hlinkClick r:id="" action="ppaction://hlinkshowjump?jump=nextslide"/>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6" name="Imagen 28">
            <a:hlinkClick r:id="" action="ppaction://hlinkshowjump?jump=previous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7"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8"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smtClean="0">
                <a:solidFill>
                  <a:srgbClr val="FF6699"/>
                </a:solidFill>
                <a:ea typeface="Arial Unicode MS" panose="020B0604020202020204" pitchFamily="34" charset="-122"/>
                <a:cs typeface="Arial Unicode MS" panose="020B0604020202020204" pitchFamily="34" charset="-122"/>
              </a:rPr>
              <a:t>群：</a:t>
            </a:r>
            <a:r>
              <a:rPr lang="en-US" altLang="zh-CN" sz="1000" smtClean="0">
                <a:solidFill>
                  <a:srgbClr val="FF6699"/>
                </a:solidFill>
                <a:ea typeface="Arial Unicode MS" panose="020B0604020202020204" pitchFamily="34" charset="-122"/>
                <a:cs typeface="Arial Unicode MS" panose="020B0604020202020204" pitchFamily="34" charset="-122"/>
              </a:rPr>
              <a:t>180956885</a:t>
            </a:r>
            <a:endParaRPr lang="en-US" altLang="zh-CN" sz="1000" smtClean="0">
              <a:solidFill>
                <a:srgbClr val="FF6699"/>
              </a:solidFill>
              <a:ea typeface="Arial Unicode MS" panose="020B0604020202020204" pitchFamily="34" charset="-122"/>
              <a:cs typeface="Arial Unicode MS" panose="020B0604020202020204" pitchFamily="34" charset="-122"/>
            </a:endParaRPr>
          </a:p>
        </p:txBody>
      </p:sp>
      <p:pic>
        <p:nvPicPr>
          <p:cNvPr id="49169" name="Picture 4"/>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70"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smtClean="0">
                <a:solidFill>
                  <a:srgbClr val="FF6699"/>
                </a:solidFill>
                <a:latin typeface="微软雅黑" panose="020B0503020204020204" pitchFamily="34" charset="-122"/>
                <a:ea typeface="微软雅黑" panose="020B0503020204020204" pitchFamily="34" charset="-122"/>
              </a:rPr>
              <a:t>@PPT</a:t>
            </a:r>
            <a:r>
              <a:rPr lang="zh-CN" altLang="en-US" sz="1000" smtClean="0">
                <a:solidFill>
                  <a:srgbClr val="FF6699"/>
                </a:solidFill>
                <a:latin typeface="微软雅黑" panose="020B0503020204020204" pitchFamily="34" charset="-122"/>
                <a:ea typeface="微软雅黑" panose="020B0503020204020204" pitchFamily="34" charset="-122"/>
              </a:rPr>
              <a:t>精选</a:t>
            </a:r>
            <a:endParaRPr lang="zh-CN" altLang="en-US" sz="1000" smtClean="0">
              <a:solidFill>
                <a:srgbClr val="FF6699"/>
              </a:solidFill>
              <a:latin typeface="微软雅黑" panose="020B0503020204020204" pitchFamily="34" charset="-122"/>
              <a:ea typeface="微软雅黑" panose="020B0503020204020204" pitchFamily="34" charset="-122"/>
            </a:endParaRPr>
          </a:p>
        </p:txBody>
      </p:sp>
      <p:sp>
        <p:nvSpPr>
          <p:cNvPr id="49171"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smtClean="0"/>
              <a:t>单击此处编辑母版标题样式</a:t>
            </a:r>
            <a:endParaRPr lang="zh-CN" altLang="zh-CN" smtClean="0"/>
          </a:p>
        </p:txBody>
      </p:sp>
      <p:sp>
        <p:nvSpPr>
          <p:cNvPr id="49172"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49173"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7848C5E5-3B8C-43E4-A6A2-FC73A25897C6}" type="datetimeFigureOut">
              <a:rPr lang="zh-CN" altLang="en-US"/>
            </a:fld>
            <a:endParaRPr lang="zh-CN" altLang="en-US"/>
          </a:p>
        </p:txBody>
      </p:sp>
      <p:sp>
        <p:nvSpPr>
          <p:cNvPr id="49174"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9175"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DCD50F23-5368-42B1-B0A5-54ECCC82BB32}"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83.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1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3.xml"/><Relationship Id="rId2" Type="http://schemas.openxmlformats.org/officeDocument/2006/relationships/image" Target="../media/image21.jpeg"/><Relationship Id="rId1" Type="http://schemas.openxmlformats.org/officeDocument/2006/relationships/image" Target="../media/image20.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83.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3.xml"/><Relationship Id="rId2" Type="http://schemas.openxmlformats.org/officeDocument/2006/relationships/image" Target="../media/image26.jpeg"/><Relationship Id="rId1" Type="http://schemas.openxmlformats.org/officeDocument/2006/relationships/image" Target="../media/image25.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3.xml"/><Relationship Id="rId2" Type="http://schemas.openxmlformats.org/officeDocument/2006/relationships/image" Target="../media/image28.jpeg"/><Relationship Id="rId1" Type="http://schemas.openxmlformats.org/officeDocument/2006/relationships/image" Target="../media/image27.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29.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83.xml"/><Relationship Id="rId2" Type="http://schemas.openxmlformats.org/officeDocument/2006/relationships/image" Target="../media/image31.wmf"/><Relationship Id="rId1" Type="http://schemas.openxmlformats.org/officeDocument/2006/relationships/control" Target="../activeX/activeX1.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83.xml"/><Relationship Id="rId2" Type="http://schemas.openxmlformats.org/officeDocument/2006/relationships/image" Target="../media/image32.wmf"/><Relationship Id="rId1" Type="http://schemas.openxmlformats.org/officeDocument/2006/relationships/control" Target="../activeX/activeX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83.xml"/><Relationship Id="rId2" Type="http://schemas.openxmlformats.org/officeDocument/2006/relationships/image" Target="../media/image36.jpeg"/><Relationship Id="rId1" Type="http://schemas.openxmlformats.org/officeDocument/2006/relationships/image" Target="../media/image35.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37.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38.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3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image" Target="../media/image40.jpe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83.xml"/><Relationship Id="rId4" Type="http://schemas.openxmlformats.org/officeDocument/2006/relationships/image" Target="../media/image44.jpe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2226" name="直接连接符 4"/>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95475" y="2611611"/>
            <a:ext cx="5353050" cy="3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TextBox 5"/>
          <p:cNvSpPr txBox="1">
            <a:spLocks noChangeArrowheads="1"/>
          </p:cNvSpPr>
          <p:nvPr/>
        </p:nvSpPr>
        <p:spPr bwMode="auto">
          <a:xfrm>
            <a:off x="2066925" y="2078211"/>
            <a:ext cx="4967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dirty="0">
                <a:latin typeface="微软雅黑" panose="020B0503020204020204" pitchFamily="34" charset="-122"/>
                <a:ea typeface="微软雅黑" panose="020B0503020204020204" pitchFamily="34" charset="-122"/>
              </a:rPr>
              <a:t>旋转式压片机的结构与原理</a:t>
            </a:r>
            <a:endParaRPr lang="zh-CN" altLang="en-US" sz="2800" dirty="0">
              <a:latin typeface="微软雅黑" panose="020B0503020204020204" pitchFamily="34" charset="-122"/>
              <a:ea typeface="微软雅黑" panose="020B0503020204020204" pitchFamily="34" charset="-122"/>
            </a:endParaRPr>
          </a:p>
        </p:txBody>
      </p:sp>
      <p:sp>
        <p:nvSpPr>
          <p:cNvPr id="52228" name="TextBox 6"/>
          <p:cNvSpPr txBox="1">
            <a:spLocks noChangeArrowheads="1"/>
          </p:cNvSpPr>
          <p:nvPr/>
        </p:nvSpPr>
        <p:spPr bwMode="auto">
          <a:xfrm>
            <a:off x="3213100" y="2929111"/>
            <a:ext cx="2359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Franklin Gothic Medium" panose="020B0603020102020204" pitchFamily="34" charset="0"/>
                <a:ea typeface="微软雅黑" panose="020B0503020204020204" pitchFamily="34" charset="-122"/>
              </a:rPr>
              <a:t>讲授人</a:t>
            </a:r>
            <a:r>
              <a:rPr lang="en-US" altLang="zh-CN" dirty="0">
                <a:latin typeface="Franklin Gothic Medium" panose="020B0603020102020204" pitchFamily="34" charset="0"/>
                <a:ea typeface="微软雅黑" panose="020B0503020204020204" pitchFamily="34" charset="-122"/>
              </a:rPr>
              <a:t>:       </a:t>
            </a:r>
            <a:endParaRPr lang="en-US" altLang="zh-CN" dirty="0">
              <a:latin typeface="Franklin Gothic Medium" panose="020B0603020102020204" pitchFamily="34" charset="0"/>
              <a:ea typeface="微软雅黑" panose="020B0503020204020204" pitchFamily="34" charset="-122"/>
            </a:endParaRPr>
          </a:p>
        </p:txBody>
      </p:sp>
      <p:sp>
        <p:nvSpPr>
          <p:cNvPr id="52229" name="TextBox 7"/>
          <p:cNvSpPr txBox="1">
            <a:spLocks noChangeArrowheads="1"/>
          </p:cNvSpPr>
          <p:nvPr/>
        </p:nvSpPr>
        <p:spPr bwMode="auto">
          <a:xfrm>
            <a:off x="3198813" y="3318048"/>
            <a:ext cx="2668587"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Franklin Gothic Medium" panose="020B0603020102020204" pitchFamily="34" charset="0"/>
                <a:ea typeface="微软雅黑" panose="020B0503020204020204" pitchFamily="34" charset="-122"/>
              </a:rPr>
              <a:t>课程</a:t>
            </a:r>
            <a:r>
              <a:rPr lang="en-US" altLang="zh-CN" dirty="0">
                <a:latin typeface="Franklin Gothic Medium" panose="020B0603020102020204" pitchFamily="34" charset="0"/>
                <a:ea typeface="微软雅黑" panose="020B0503020204020204" pitchFamily="34" charset="-122"/>
              </a:rPr>
              <a:t>:   </a:t>
            </a:r>
            <a:endParaRPr lang="zh-CN" altLang="en-US" dirty="0">
              <a:latin typeface="Franklin Gothic Medium" panose="020B0603020102020204" pitchFamily="34" charset="0"/>
              <a:ea typeface="微软雅黑" panose="020B0503020204020204" pitchFamily="34" charset="-122"/>
            </a:endParaRPr>
          </a:p>
          <a:p>
            <a:pPr eaLnBrk="1" hangingPunct="1"/>
            <a:endParaRPr lang="zh-CN" altLang="en-US" dirty="0">
              <a:latin typeface="微软雅黑" panose="020B0503020204020204" pitchFamily="34" charset="-122"/>
              <a:ea typeface="微软雅黑" panose="020B0503020204020204" pitchFamily="34" charset="-122"/>
            </a:endParaRPr>
          </a:p>
        </p:txBody>
      </p:sp>
      <p:cxnSp>
        <p:nvCxnSpPr>
          <p:cNvPr id="52230" name="直接连接符 8"/>
          <p:cNvCxnSpPr>
            <a:cxnSpLocks noChangeShapeType="1"/>
          </p:cNvCxnSpPr>
          <p:nvPr/>
        </p:nvCxnSpPr>
        <p:spPr bwMode="auto">
          <a:xfrm>
            <a:off x="3246438" y="3289473"/>
            <a:ext cx="2260600" cy="0"/>
          </a:xfrm>
          <a:prstGeom prst="line">
            <a:avLst/>
          </a:prstGeom>
          <a:noFill/>
          <a:ln w="12700">
            <a:solidFill>
              <a:schemeClr val="tx1">
                <a:lumMod val="50000"/>
                <a:lumOff val="50000"/>
              </a:schemeClr>
            </a:solidFill>
            <a:round/>
          </a:ln>
          <a:extLst>
            <a:ext uri="{909E8E84-426E-40DD-AFC4-6F175D3DCCD1}">
              <a14:hiddenFill xmlns:a14="http://schemas.microsoft.com/office/drawing/2010/main">
                <a:noFill/>
              </a14:hiddenFill>
            </a:ext>
          </a:extLst>
        </p:spPr>
      </p:cxnSp>
      <p:cxnSp>
        <p:nvCxnSpPr>
          <p:cNvPr id="52231" name="直接连接符 11"/>
          <p:cNvCxnSpPr>
            <a:cxnSpLocks noChangeShapeType="1"/>
          </p:cNvCxnSpPr>
          <p:nvPr/>
        </p:nvCxnSpPr>
        <p:spPr bwMode="auto">
          <a:xfrm>
            <a:off x="3249613" y="3687936"/>
            <a:ext cx="2257425" cy="0"/>
          </a:xfrm>
          <a:prstGeom prst="line">
            <a:avLst/>
          </a:prstGeom>
          <a:noFill/>
          <a:ln w="12700">
            <a:solidFill>
              <a:schemeClr val="tx1">
                <a:lumMod val="50000"/>
                <a:lumOff val="50000"/>
              </a:schemeClr>
            </a:solidFill>
            <a:round/>
          </a:ln>
          <a:extLst>
            <a:ext uri="{909E8E84-426E-40DD-AFC4-6F175D3DCCD1}">
              <a14:hiddenFill xmlns:a14="http://schemas.microsoft.com/office/drawing/2010/main">
                <a:noFill/>
              </a14:hiddenFill>
            </a:ext>
          </a:extLst>
        </p:spPr>
      </p:cxnSp>
      <p:cxnSp>
        <p:nvCxnSpPr>
          <p:cNvPr id="52232" name="直接连接符 12"/>
          <p:cNvCxnSpPr>
            <a:cxnSpLocks noChangeShapeType="1"/>
          </p:cNvCxnSpPr>
          <p:nvPr/>
        </p:nvCxnSpPr>
        <p:spPr bwMode="auto">
          <a:xfrm flipV="1">
            <a:off x="3219450" y="4078461"/>
            <a:ext cx="2720975" cy="3175"/>
          </a:xfrm>
          <a:prstGeom prst="line">
            <a:avLst/>
          </a:prstGeom>
          <a:noFill/>
          <a:ln w="12700">
            <a:solidFill>
              <a:schemeClr val="tx1">
                <a:lumMod val="50000"/>
                <a:lumOff val="50000"/>
              </a:schemeClr>
            </a:solidFill>
            <a:round/>
          </a:ln>
          <a:extLst>
            <a:ext uri="{909E8E84-426E-40DD-AFC4-6F175D3DCCD1}">
              <a14:hiddenFill xmlns:a14="http://schemas.microsoft.com/office/drawing/2010/main">
                <a:noFill/>
              </a14:hiddenFill>
            </a:ext>
          </a:extLst>
        </p:spPr>
      </p:cxnSp>
      <p:sp>
        <p:nvSpPr>
          <p:cNvPr id="52233" name="TextBox 14"/>
          <p:cNvSpPr txBox="1">
            <a:spLocks noChangeArrowheads="1"/>
          </p:cNvSpPr>
          <p:nvPr/>
        </p:nvSpPr>
        <p:spPr bwMode="auto">
          <a:xfrm>
            <a:off x="3219450" y="3708573"/>
            <a:ext cx="2720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ea typeface="微软雅黑" panose="020B0503020204020204" pitchFamily="34" charset="-122"/>
              </a:rPr>
              <a:t>单位</a:t>
            </a:r>
            <a:r>
              <a:rPr lang="en-US" altLang="zh-CN" dirty="0">
                <a:latin typeface="微软雅黑" panose="020B0503020204020204" pitchFamily="34" charset="-122"/>
                <a:ea typeface="微软雅黑" panose="020B0503020204020204" pitchFamily="34" charset="-122"/>
              </a:rPr>
              <a:t>:  </a:t>
            </a:r>
            <a:endParaRPr lang="zh-CN" altLang="en-US" dirty="0">
              <a:latin typeface="Franklin Gothic Medium" panose="020B0603020102020204" pitchFamily="34" charset="0"/>
              <a:ea typeface="微软雅黑" panose="020B0503020204020204" pitchFamily="34" charset="-122"/>
            </a:endParaRPr>
          </a:p>
        </p:txBody>
      </p:sp>
      <p:cxnSp>
        <p:nvCxnSpPr>
          <p:cNvPr id="52234" name="直接连接符 228"/>
          <p:cNvCxnSpPr>
            <a:cxnSpLocks noChangeShapeType="1"/>
          </p:cNvCxnSpPr>
          <p:nvPr/>
        </p:nvCxnSpPr>
        <p:spPr bwMode="auto">
          <a:xfrm>
            <a:off x="-25400" y="1344613"/>
            <a:ext cx="9217025" cy="0"/>
          </a:xfrm>
          <a:prstGeom prst="line">
            <a:avLst/>
          </a:prstGeom>
          <a:noFill/>
          <a:ln w="6350">
            <a:solidFill>
              <a:srgbClr val="969696"/>
            </a:solidFill>
            <a:prstDash val="dash"/>
            <a:round/>
          </a:ln>
          <a:extLst>
            <a:ext uri="{909E8E84-426E-40DD-AFC4-6F175D3DCCD1}">
              <a14:hiddenFill xmlns:a14="http://schemas.microsoft.com/office/drawing/2010/main">
                <a:noFill/>
              </a14:hiddenFill>
            </a:ext>
          </a:extLst>
        </p:spPr>
      </p:cxnSp>
      <p:cxnSp>
        <p:nvCxnSpPr>
          <p:cNvPr id="52235" name="直接连接符 229"/>
          <p:cNvCxnSpPr>
            <a:cxnSpLocks noChangeShapeType="1"/>
          </p:cNvCxnSpPr>
          <p:nvPr/>
        </p:nvCxnSpPr>
        <p:spPr bwMode="auto">
          <a:xfrm>
            <a:off x="0" y="4225925"/>
            <a:ext cx="9217025" cy="0"/>
          </a:xfrm>
          <a:prstGeom prst="line">
            <a:avLst/>
          </a:prstGeom>
          <a:noFill/>
          <a:ln w="6350">
            <a:solidFill>
              <a:srgbClr val="969696"/>
            </a:solidFill>
            <a:prstDash val="dash"/>
            <a:round/>
          </a:ln>
          <a:extLst>
            <a:ext uri="{909E8E84-426E-40DD-AFC4-6F175D3DCCD1}">
              <a14:hiddenFill xmlns:a14="http://schemas.microsoft.com/office/drawing/2010/main">
                <a:noFill/>
              </a14:hiddenFill>
            </a:ext>
          </a:extLst>
        </p:spPr>
      </p:cxnSp>
      <p:sp>
        <p:nvSpPr>
          <p:cNvPr id="12" name="灯片编号占位符 11"/>
          <p:cNvSpPr>
            <a:spLocks noGrp="1"/>
          </p:cNvSpPr>
          <p:nvPr>
            <p:ph type="sldNum" sz="quarter" idx="12"/>
          </p:nvPr>
        </p:nvSpPr>
        <p:spPr/>
        <p:txBody>
          <a:bodyPr/>
          <a:lstStyle/>
          <a:p>
            <a:pPr>
              <a:defRPr/>
            </a:pPr>
            <a:fld id="{8C80F55C-9ED1-460E-83E5-A4C8508221A5}" type="slidenum">
              <a:rPr lang="en-US" altLang="zh-CN" smtClean="0"/>
            </a:fld>
            <a:endParaRPr lang="en-US" altLang="zh-CN"/>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弧形 22"/>
          <p:cNvSpPr/>
          <p:nvPr/>
        </p:nvSpPr>
        <p:spPr bwMode="auto">
          <a:xfrm>
            <a:off x="2649538" y="769938"/>
            <a:ext cx="3908425" cy="3908425"/>
          </a:xfrm>
          <a:custGeom>
            <a:avLst/>
            <a:gdLst>
              <a:gd name="T0" fmla="*/ 2391973 w 3908425"/>
              <a:gd name="T1" fmla="*/ 49662 h 3908425"/>
              <a:gd name="T2" fmla="*/ 3904825 w 3908425"/>
              <a:gd name="T3" fmla="*/ 2072791 h 3908425"/>
              <a:gd name="T4" fmla="*/ 2158046 w 3908425"/>
              <a:gd name="T5" fmla="*/ 3897766 h 3908425"/>
              <a:gd name="T6" fmla="*/ 70646 w 3908425"/>
              <a:gd name="T7" fmla="*/ 2474905 h 3908425"/>
              <a:gd name="T8" fmla="*/ 1954213 w 3908425"/>
              <a:gd name="T9" fmla="*/ 1954213 h 3908425"/>
              <a:gd name="T10" fmla="*/ 2391973 w 3908425"/>
              <a:gd name="T11" fmla="*/ 49662 h 3908425"/>
              <a:gd name="T12" fmla="*/ 2391973 w 3908425"/>
              <a:gd name="T13" fmla="*/ 49662 h 3908425"/>
              <a:gd name="T14" fmla="*/ 3904825 w 3908425"/>
              <a:gd name="T15" fmla="*/ 2072791 h 3908425"/>
              <a:gd name="T16" fmla="*/ 2158046 w 3908425"/>
              <a:gd name="T17" fmla="*/ 3897766 h 3908425"/>
              <a:gd name="T18" fmla="*/ 70646 w 3908425"/>
              <a:gd name="T19" fmla="*/ 2474905 h 39084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08425" h="3908425" stroke="0">
                <a:moveTo>
                  <a:pt x="2391973" y="49662"/>
                </a:moveTo>
                <a:cubicBezTo>
                  <a:pt x="3322948" y="263646"/>
                  <a:pt x="3962788" y="1119301"/>
                  <a:pt x="3904825" y="2072791"/>
                </a:cubicBezTo>
                <a:cubicBezTo>
                  <a:pt x="3846862" y="3026281"/>
                  <a:pt x="3108086" y="3798130"/>
                  <a:pt x="2158046" y="3897766"/>
                </a:cubicBezTo>
                <a:cubicBezTo>
                  <a:pt x="1208006" y="3997402"/>
                  <a:pt x="325169" y="3395623"/>
                  <a:pt x="70646" y="2474905"/>
                </a:cubicBezTo>
                <a:lnTo>
                  <a:pt x="1954213" y="1954213"/>
                </a:lnTo>
                <a:lnTo>
                  <a:pt x="2391973" y="49662"/>
                </a:lnTo>
                <a:close/>
              </a:path>
              <a:path w="3908425" h="3908425" fill="none">
                <a:moveTo>
                  <a:pt x="2391973" y="49662"/>
                </a:moveTo>
                <a:cubicBezTo>
                  <a:pt x="3322948" y="263646"/>
                  <a:pt x="3962788" y="1119301"/>
                  <a:pt x="3904825" y="2072791"/>
                </a:cubicBezTo>
                <a:cubicBezTo>
                  <a:pt x="3846862" y="3026281"/>
                  <a:pt x="3108086" y="3798130"/>
                  <a:pt x="2158046" y="3897766"/>
                </a:cubicBezTo>
                <a:cubicBezTo>
                  <a:pt x="1208006" y="3997402"/>
                  <a:pt x="325169" y="3395623"/>
                  <a:pt x="70646" y="2474905"/>
                </a:cubicBezTo>
              </a:path>
            </a:pathLst>
          </a:custGeom>
          <a:noFill/>
          <a:ln w="9525" cap="flat" cmpd="sng">
            <a:solidFill>
              <a:srgbClr val="969696"/>
            </a:solidFill>
            <a:prstDash val="dash"/>
            <a:rou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53251" name="矩形 23"/>
          <p:cNvSpPr>
            <a:spLocks noChangeArrowheads="1"/>
          </p:cNvSpPr>
          <p:nvPr/>
        </p:nvSpPr>
        <p:spPr bwMode="auto">
          <a:xfrm>
            <a:off x="3348038" y="1778000"/>
            <a:ext cx="2376487" cy="20161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cxnSp>
        <p:nvCxnSpPr>
          <p:cNvPr id="53252" name="直接连接符 24"/>
          <p:cNvCxnSpPr>
            <a:cxnSpLocks noChangeShapeType="1"/>
          </p:cNvCxnSpPr>
          <p:nvPr/>
        </p:nvCxnSpPr>
        <p:spPr bwMode="auto">
          <a:xfrm>
            <a:off x="3348038" y="481013"/>
            <a:ext cx="0" cy="3671887"/>
          </a:xfrm>
          <a:prstGeom prst="line">
            <a:avLst/>
          </a:prstGeom>
          <a:noFill/>
          <a:ln w="9525">
            <a:solidFill>
              <a:srgbClr val="DDDDDD"/>
            </a:solidFill>
            <a:round/>
          </a:ln>
          <a:extLst>
            <a:ext uri="{909E8E84-426E-40DD-AFC4-6F175D3DCCD1}">
              <a14:hiddenFill xmlns:a14="http://schemas.microsoft.com/office/drawing/2010/main">
                <a:noFill/>
              </a14:hiddenFill>
            </a:ext>
          </a:extLst>
        </p:spPr>
      </p:cxnSp>
      <p:cxnSp>
        <p:nvCxnSpPr>
          <p:cNvPr id="53253" name="直接连接符 32"/>
          <p:cNvCxnSpPr>
            <a:cxnSpLocks noChangeShapeType="1"/>
          </p:cNvCxnSpPr>
          <p:nvPr/>
        </p:nvCxnSpPr>
        <p:spPr bwMode="auto">
          <a:xfrm>
            <a:off x="5724525" y="1489075"/>
            <a:ext cx="0" cy="3600450"/>
          </a:xfrm>
          <a:prstGeom prst="line">
            <a:avLst/>
          </a:prstGeom>
          <a:noFill/>
          <a:ln w="9525">
            <a:solidFill>
              <a:srgbClr val="DDDDDD"/>
            </a:solidFill>
            <a:round/>
          </a:ln>
          <a:extLst>
            <a:ext uri="{909E8E84-426E-40DD-AFC4-6F175D3DCCD1}">
              <a14:hiddenFill xmlns:a14="http://schemas.microsoft.com/office/drawing/2010/main">
                <a:noFill/>
              </a14:hiddenFill>
            </a:ext>
          </a:extLst>
        </p:spPr>
      </p:cxnSp>
      <p:cxnSp>
        <p:nvCxnSpPr>
          <p:cNvPr id="53254" name="直接连接符 33"/>
          <p:cNvCxnSpPr>
            <a:cxnSpLocks noChangeShapeType="1"/>
          </p:cNvCxnSpPr>
          <p:nvPr/>
        </p:nvCxnSpPr>
        <p:spPr bwMode="auto">
          <a:xfrm>
            <a:off x="1835150" y="1778000"/>
            <a:ext cx="4249738" cy="0"/>
          </a:xfrm>
          <a:prstGeom prst="line">
            <a:avLst/>
          </a:prstGeom>
          <a:noFill/>
          <a:ln w="9525">
            <a:solidFill>
              <a:srgbClr val="DDDDDD"/>
            </a:solidFill>
            <a:round/>
          </a:ln>
          <a:extLst>
            <a:ext uri="{909E8E84-426E-40DD-AFC4-6F175D3DCCD1}">
              <a14:hiddenFill xmlns:a14="http://schemas.microsoft.com/office/drawing/2010/main">
                <a:noFill/>
              </a14:hiddenFill>
            </a:ext>
          </a:extLst>
        </p:spPr>
      </p:cxnSp>
      <p:cxnSp>
        <p:nvCxnSpPr>
          <p:cNvPr id="53255" name="直接连接符 34"/>
          <p:cNvCxnSpPr>
            <a:cxnSpLocks noChangeShapeType="1"/>
          </p:cNvCxnSpPr>
          <p:nvPr/>
        </p:nvCxnSpPr>
        <p:spPr bwMode="auto">
          <a:xfrm>
            <a:off x="3059113" y="3794125"/>
            <a:ext cx="4465637" cy="0"/>
          </a:xfrm>
          <a:prstGeom prst="line">
            <a:avLst/>
          </a:prstGeom>
          <a:noFill/>
          <a:ln w="9525">
            <a:solidFill>
              <a:srgbClr val="DDDDDD"/>
            </a:solidFill>
            <a:round/>
          </a:ln>
          <a:extLst>
            <a:ext uri="{909E8E84-426E-40DD-AFC4-6F175D3DCCD1}">
              <a14:hiddenFill xmlns:a14="http://schemas.microsoft.com/office/drawing/2010/main">
                <a:noFill/>
              </a14:hiddenFill>
            </a:ext>
          </a:extLst>
        </p:spPr>
      </p:cxnSp>
      <p:sp>
        <p:nvSpPr>
          <p:cNvPr id="53256" name="椭圆 35"/>
          <p:cNvSpPr>
            <a:spLocks noChangeArrowheads="1"/>
          </p:cNvSpPr>
          <p:nvPr/>
        </p:nvSpPr>
        <p:spPr bwMode="auto">
          <a:xfrm>
            <a:off x="3924300" y="369888"/>
            <a:ext cx="1223963" cy="122396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3257" name="椭圆 36"/>
          <p:cNvSpPr>
            <a:spLocks noChangeArrowheads="1"/>
          </p:cNvSpPr>
          <p:nvPr/>
        </p:nvSpPr>
        <p:spPr bwMode="auto">
          <a:xfrm>
            <a:off x="5940425" y="2173288"/>
            <a:ext cx="1223963" cy="122396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3258" name="椭圆 37"/>
          <p:cNvSpPr>
            <a:spLocks noChangeArrowheads="1"/>
          </p:cNvSpPr>
          <p:nvPr/>
        </p:nvSpPr>
        <p:spPr bwMode="auto">
          <a:xfrm>
            <a:off x="3924300" y="3914775"/>
            <a:ext cx="1223963" cy="122396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3259" name="椭圆 38"/>
          <p:cNvSpPr>
            <a:spLocks noChangeArrowheads="1"/>
          </p:cNvSpPr>
          <p:nvPr/>
        </p:nvSpPr>
        <p:spPr bwMode="auto">
          <a:xfrm>
            <a:off x="1966913" y="2173288"/>
            <a:ext cx="1223962" cy="122396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3260" name="TextBox 39"/>
          <p:cNvSpPr txBox="1">
            <a:spLocks noChangeArrowheads="1"/>
          </p:cNvSpPr>
          <p:nvPr/>
        </p:nvSpPr>
        <p:spPr bwMode="auto">
          <a:xfrm>
            <a:off x="2022475" y="982663"/>
            <a:ext cx="1152525" cy="646112"/>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a:solidFill>
                  <a:schemeClr val="bg1"/>
                </a:solidFill>
                <a:latin typeface="Franklin Gothic Medium" panose="020B0603020102020204" pitchFamily="34" charset="0"/>
                <a:ea typeface="微软雅黑" panose="020B0503020204020204" pitchFamily="34" charset="-122"/>
              </a:rPr>
              <a:t>目录</a:t>
            </a:r>
            <a:endParaRPr lang="zh-CN" altLang="en-US" sz="3600">
              <a:solidFill>
                <a:schemeClr val="bg1"/>
              </a:solidFill>
              <a:latin typeface="Franklin Gothic Medium" panose="020B0603020102020204" pitchFamily="34" charset="0"/>
              <a:ea typeface="微软雅黑" panose="020B0503020204020204" pitchFamily="34" charset="-122"/>
            </a:endParaRPr>
          </a:p>
        </p:txBody>
      </p:sp>
      <p:sp>
        <p:nvSpPr>
          <p:cNvPr id="53261" name="TextBox 40"/>
          <p:cNvSpPr txBox="1">
            <a:spLocks noChangeArrowheads="1"/>
          </p:cNvSpPr>
          <p:nvPr/>
        </p:nvSpPr>
        <p:spPr bwMode="auto">
          <a:xfrm>
            <a:off x="4067175" y="769938"/>
            <a:ext cx="936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概述</a:t>
            </a:r>
            <a:endParaRPr lang="zh-CN" altLang="en-US">
              <a:latin typeface="微软雅黑" panose="020B0503020204020204" pitchFamily="34" charset="-122"/>
              <a:ea typeface="微软雅黑" panose="020B0503020204020204" pitchFamily="34" charset="-122"/>
            </a:endParaRPr>
          </a:p>
        </p:txBody>
      </p:sp>
      <p:sp>
        <p:nvSpPr>
          <p:cNvPr id="53262" name="TextBox 41"/>
          <p:cNvSpPr txBox="1">
            <a:spLocks noChangeArrowheads="1"/>
          </p:cNvSpPr>
          <p:nvPr/>
        </p:nvSpPr>
        <p:spPr bwMode="auto">
          <a:xfrm>
            <a:off x="5943600" y="2635250"/>
            <a:ext cx="1258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结构</a:t>
            </a:r>
            <a:endParaRPr lang="zh-CN" altLang="en-US">
              <a:latin typeface="微软雅黑" panose="020B0503020204020204" pitchFamily="34" charset="-122"/>
              <a:ea typeface="微软雅黑" panose="020B0503020204020204" pitchFamily="34" charset="-122"/>
            </a:endParaRPr>
          </a:p>
        </p:txBody>
      </p:sp>
      <p:sp>
        <p:nvSpPr>
          <p:cNvPr id="53263" name="TextBox 42"/>
          <p:cNvSpPr txBox="1">
            <a:spLocks noChangeArrowheads="1"/>
          </p:cNvSpPr>
          <p:nvPr/>
        </p:nvSpPr>
        <p:spPr bwMode="auto">
          <a:xfrm>
            <a:off x="3924300" y="4370388"/>
            <a:ext cx="1189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原理</a:t>
            </a:r>
            <a:endParaRPr lang="zh-CN" altLang="en-US">
              <a:latin typeface="微软雅黑" panose="020B0503020204020204" pitchFamily="34" charset="-122"/>
              <a:ea typeface="微软雅黑" panose="020B0503020204020204" pitchFamily="34" charset="-122"/>
            </a:endParaRPr>
          </a:p>
        </p:txBody>
      </p:sp>
      <p:sp>
        <p:nvSpPr>
          <p:cNvPr id="53264" name="TextBox 43"/>
          <p:cNvSpPr txBox="1">
            <a:spLocks noChangeArrowheads="1"/>
          </p:cNvSpPr>
          <p:nvPr/>
        </p:nvSpPr>
        <p:spPr bwMode="auto">
          <a:xfrm>
            <a:off x="1890713" y="2514600"/>
            <a:ext cx="13636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缺陷</a:t>
            </a:r>
            <a:endParaRPr lang="en-US" altLang="zh-CN">
              <a:latin typeface="微软雅黑" panose="020B0503020204020204" pitchFamily="34" charset="-122"/>
              <a:ea typeface="微软雅黑" panose="020B0503020204020204" pitchFamily="34" charset="-122"/>
            </a:endParaRPr>
          </a:p>
          <a:p>
            <a:pPr algn="ctr" eaLnBrk="1" hangingPunct="1"/>
            <a:r>
              <a:rPr lang="zh-CN" altLang="en-US">
                <a:latin typeface="微软雅黑" panose="020B0503020204020204" pitchFamily="34" charset="-122"/>
                <a:ea typeface="微软雅黑" panose="020B0503020204020204" pitchFamily="34" charset="-122"/>
              </a:rPr>
              <a:t>    与局限</a:t>
            </a:r>
            <a:endParaRPr lang="zh-CN" altLang="en-US">
              <a:latin typeface="微软雅黑" panose="020B0503020204020204" pitchFamily="34" charset="-122"/>
              <a:ea typeface="微软雅黑" panose="020B0503020204020204" pitchFamily="34" charset="-122"/>
            </a:endParaRPr>
          </a:p>
        </p:txBody>
      </p:sp>
      <p:pic>
        <p:nvPicPr>
          <p:cNvPr id="53265"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67100" y="1898650"/>
            <a:ext cx="2160588" cy="1798638"/>
          </a:xfrm>
          <a:prstGeom prst="rect">
            <a:avLst/>
          </a:prstGeom>
          <a:noFill/>
          <a:ln>
            <a:noFill/>
          </a:ln>
          <a:scene3d>
            <a:camera prst="orthographicFront"/>
            <a:lightRig rig="threePt" dir="t"/>
          </a:scene3d>
          <a:sp3d contourW="38100">
            <a:bevelT w="165100" prst="coolSlant"/>
            <a:contourClr>
              <a:srgbClr val="0070C0"/>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灯片编号占位符 17"/>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Box 19"/>
          <p:cNvSpPr txBox="1">
            <a:spLocks noChangeArrowheads="1"/>
          </p:cNvSpPr>
          <p:nvPr/>
        </p:nvSpPr>
        <p:spPr bwMode="auto">
          <a:xfrm>
            <a:off x="2046288" y="3090863"/>
            <a:ext cx="1068387" cy="5238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a:solidFill>
                  <a:srgbClr val="FFFFFF"/>
                </a:solidFill>
                <a:latin typeface="Franklin Gothic Medium" panose="020B0603020102020204" pitchFamily="34" charset="0"/>
                <a:ea typeface="微软雅黑" panose="020B0503020204020204" pitchFamily="34" charset="-122"/>
              </a:rPr>
              <a:t>概述</a:t>
            </a:r>
            <a:endParaRPr lang="zh-CN" altLang="en-US" sz="2800">
              <a:solidFill>
                <a:srgbClr val="FFFFFF"/>
              </a:solidFill>
              <a:latin typeface="Franklin Gothic Medium" panose="020B0603020102020204" pitchFamily="34" charset="0"/>
              <a:ea typeface="微软雅黑" panose="020B0503020204020204" pitchFamily="34" charset="-122"/>
            </a:endParaRPr>
          </a:p>
        </p:txBody>
      </p:sp>
      <p:cxnSp>
        <p:nvCxnSpPr>
          <p:cNvPr id="54275" name="直接连接符 3"/>
          <p:cNvCxnSpPr>
            <a:cxnSpLocks noChangeShapeType="1"/>
          </p:cNvCxnSpPr>
          <p:nvPr/>
        </p:nvCxnSpPr>
        <p:spPr bwMode="auto">
          <a:xfrm>
            <a:off x="1863725" y="2195513"/>
            <a:ext cx="0" cy="1792287"/>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4276" name="直接连接符 5"/>
          <p:cNvCxnSpPr>
            <a:cxnSpLocks noChangeShapeType="1"/>
          </p:cNvCxnSpPr>
          <p:nvPr/>
        </p:nvCxnSpPr>
        <p:spPr bwMode="auto">
          <a:xfrm>
            <a:off x="1116013" y="2943225"/>
            <a:ext cx="2382837" cy="0"/>
          </a:xfrm>
          <a:prstGeom prst="line">
            <a:avLst/>
          </a:prstGeom>
          <a:noFill/>
          <a:ln w="3175">
            <a:solidFill>
              <a:srgbClr val="DDDDDD"/>
            </a:solidFill>
            <a:round/>
          </a:ln>
          <a:extLst>
            <a:ext uri="{909E8E84-426E-40DD-AFC4-6F175D3DCCD1}">
              <a14:hiddenFill xmlns:a14="http://schemas.microsoft.com/office/drawing/2010/main">
                <a:noFill/>
              </a14:hiddenFill>
            </a:ext>
          </a:extLst>
        </p:spPr>
      </p:cxnSp>
      <p:sp>
        <p:nvSpPr>
          <p:cNvPr id="53253" name="TextBox 8"/>
          <p:cNvSpPr txBox="1">
            <a:spLocks noChangeArrowheads="1"/>
          </p:cNvSpPr>
          <p:nvPr/>
        </p:nvSpPr>
        <p:spPr bwMode="auto">
          <a:xfrm>
            <a:off x="-966788"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sp>
        <p:nvSpPr>
          <p:cNvPr id="53254" name="TextBox 1"/>
          <p:cNvSpPr txBox="1">
            <a:spLocks noChangeArrowheads="1"/>
          </p:cNvSpPr>
          <p:nvPr/>
        </p:nvSpPr>
        <p:spPr bwMode="auto">
          <a:xfrm>
            <a:off x="1116013" y="1128713"/>
            <a:ext cx="749300"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800">
                <a:solidFill>
                  <a:srgbClr val="969696"/>
                </a:solidFill>
                <a:latin typeface="方正兰亭特黑_GBK" charset="-122"/>
                <a:ea typeface="DFKai-SB" panose="03000509000000000000" pitchFamily="65" charset="-120"/>
              </a:rPr>
              <a:t>1</a:t>
            </a:r>
            <a:endParaRPr lang="en-US" altLang="zh-CN" sz="13800">
              <a:solidFill>
                <a:srgbClr val="969696"/>
              </a:solidFill>
              <a:latin typeface="方正兰亭特黑_GBK" charset="-122"/>
              <a:ea typeface="DFKai-SB" panose="03000509000000000000" pitchFamily="65" charset="-120"/>
            </a:endParaRPr>
          </a:p>
        </p:txBody>
      </p:sp>
      <p:cxnSp>
        <p:nvCxnSpPr>
          <p:cNvPr id="53255" name="直接连接符 17"/>
          <p:cNvCxnSpPr>
            <a:cxnSpLocks noChangeShapeType="1"/>
          </p:cNvCxnSpPr>
          <p:nvPr/>
        </p:nvCxnSpPr>
        <p:spPr bwMode="auto">
          <a:xfrm>
            <a:off x="-2484438" y="2943225"/>
            <a:ext cx="2382838" cy="0"/>
          </a:xfrm>
          <a:prstGeom prst="line">
            <a:avLst/>
          </a:prstGeom>
          <a:noFill/>
          <a:ln w="3175">
            <a:solidFill>
              <a:srgbClr val="000000"/>
            </a:solidFill>
            <a:round/>
          </a:ln>
          <a:extLst>
            <a:ext uri="{909E8E84-426E-40DD-AFC4-6F175D3DCCD1}">
              <a14:hiddenFill xmlns:a14="http://schemas.microsoft.com/office/drawing/2010/main">
                <a:noFill/>
              </a14:hiddenFill>
            </a:ext>
          </a:extLst>
        </p:spPr>
      </p:cxnSp>
      <p:cxnSp>
        <p:nvCxnSpPr>
          <p:cNvPr id="53256" name="直接连接符 18"/>
          <p:cNvCxnSpPr>
            <a:cxnSpLocks noChangeShapeType="1"/>
          </p:cNvCxnSpPr>
          <p:nvPr/>
        </p:nvCxnSpPr>
        <p:spPr bwMode="auto">
          <a:xfrm>
            <a:off x="1865313" y="-2346325"/>
            <a:ext cx="0" cy="2317750"/>
          </a:xfrm>
          <a:prstGeom prst="line">
            <a:avLst/>
          </a:prstGeom>
          <a:noFill/>
          <a:ln w="3175">
            <a:solidFill>
              <a:schemeClr val="tx1"/>
            </a:solidFill>
            <a:round/>
          </a:ln>
          <a:extLst>
            <a:ext uri="{909E8E84-426E-40DD-AFC4-6F175D3DCCD1}">
              <a14:hiddenFill xmlns:a14="http://schemas.microsoft.com/office/drawing/2010/main">
                <a:noFill/>
              </a14:hiddenFill>
            </a:ext>
          </a:extLst>
        </p:spPr>
      </p:cxnSp>
      <p:pic>
        <p:nvPicPr>
          <p:cNvPr id="53257"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05400" y="860425"/>
            <a:ext cx="2185988" cy="4560888"/>
          </a:xfrm>
          <a:prstGeom prst="rect">
            <a:avLst/>
          </a:prstGeom>
          <a:noFill/>
          <a:ln>
            <a:noFill/>
          </a:ln>
          <a:scene3d>
            <a:camera prst="orthographicFront"/>
            <a:lightRig rig="threePt" dir="t"/>
          </a:scene3d>
          <a:sp3d contourW="63500">
            <a:bevelT w="165100" prst="coolSlant"/>
            <a:contourClr>
              <a:srgbClr val="0070C0"/>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灯片编号占位符 9"/>
          <p:cNvSpPr>
            <a:spLocks noGrp="1"/>
          </p:cNvSpPr>
          <p:nvPr>
            <p:ph type="sldNum" sz="quarter" idx="12"/>
          </p:nvPr>
        </p:nvSpPr>
        <p:spPr/>
        <p:txBody>
          <a:bodyPr/>
          <a:lstStyle/>
          <a:p>
            <a:pPr>
              <a:defRPr/>
            </a:pPr>
            <a:fld id="{8C80F55C-9ED1-460E-83E5-A4C8508221A5}"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2222E-6 -2.22222E-6 L 4.72222E-6 0.90945 " pathEditMode="relative" rAng="0" ptsTypes="AA">
                                      <p:cBhvr>
                                        <p:cTn id="6" dur="500" fill="hold"/>
                                        <p:tgtEl>
                                          <p:spTgt spid="53256"/>
                                        </p:tgtEl>
                                        <p:attrNameLst>
                                          <p:attrName>ppt_x</p:attrName>
                                          <p:attrName>ppt_y</p:attrName>
                                        </p:attrNameLst>
                                      </p:cBhvr>
                                      <p:rCtr x="0" y="4547200"/>
                                    </p:animMotion>
                                  </p:childTnLst>
                                </p:cTn>
                              </p:par>
                              <p:par>
                                <p:cTn id="7" presetID="42" presetClass="path" presetSubtype="0" accel="50000" decel="50000" fill="hold" nodeType="withEffect">
                                  <p:stCondLst>
                                    <p:cond delay="0"/>
                                  </p:stCondLst>
                                  <p:childTnLst>
                                    <p:animMotion origin="layout" path="M 1.38889E-6 0 L 0.46285 0.00111 " pathEditMode="relative" rAng="0" ptsTypes="AA">
                                      <p:cBhvr>
                                        <p:cTn id="8" dur="500" fill="hold"/>
                                        <p:tgtEl>
                                          <p:spTgt spid="53255"/>
                                        </p:tgtEl>
                                        <p:attrNameLst>
                                          <p:attrName>ppt_x</p:attrName>
                                          <p:attrName>ppt_y</p:attrName>
                                        </p:attrNameLst>
                                      </p:cBhvr>
                                      <p:rCtr x="2314200" y="5600"/>
                                    </p:animMotion>
                                  </p:childTnLst>
                                </p:cTn>
                              </p:par>
                              <p:par>
                                <p:cTn id="9" presetID="10" presetClass="exit" presetSubtype="0" fill="hold" nodeType="withEffect">
                                  <p:stCondLst>
                                    <p:cond delay="0"/>
                                  </p:stCondLst>
                                  <p:childTnLst>
                                    <p:animEffect transition="out" filter="fade">
                                      <p:cBhvr>
                                        <p:cTn id="10" dur="500"/>
                                        <p:tgtEl>
                                          <p:spTgt spid="53256"/>
                                        </p:tgtEl>
                                      </p:cBhvr>
                                    </p:animEffect>
                                    <p:set>
                                      <p:cBhvr>
                                        <p:cTn id="11" dur="1" fill="hold">
                                          <p:stCondLst>
                                            <p:cond delay="499"/>
                                          </p:stCondLst>
                                        </p:cTn>
                                        <p:tgtEl>
                                          <p:spTgt spid="53256"/>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53255"/>
                                        </p:tgtEl>
                                      </p:cBhvr>
                                    </p:animEffect>
                                    <p:set>
                                      <p:cBhvr>
                                        <p:cTn id="14" dur="1" fill="hold">
                                          <p:stCondLst>
                                            <p:cond delay="499"/>
                                          </p:stCondLst>
                                        </p:cTn>
                                        <p:tgtEl>
                                          <p:spTgt spid="53255"/>
                                        </p:tgtEl>
                                        <p:attrNameLst>
                                          <p:attrName>style.visibility</p:attrName>
                                        </p:attrNameLst>
                                      </p:cBhvr>
                                      <p:to>
                                        <p:strVal val="hidden"/>
                                      </p:to>
                                    </p:set>
                                  </p:childTnLst>
                                </p:cTn>
                              </p:par>
                            </p:childTnLst>
                          </p:cTn>
                        </p:par>
                        <p:par>
                          <p:cTn id="15" fill="hold">
                            <p:stCondLst>
                              <p:cond delay="500"/>
                            </p:stCondLst>
                            <p:childTnLst>
                              <p:par>
                                <p:cTn id="16" presetID="42" presetClass="path" presetSubtype="0" fill="hold" grpId="0" nodeType="afterEffect">
                                  <p:stCondLst>
                                    <p:cond delay="0"/>
                                  </p:stCondLst>
                                  <p:childTnLst>
                                    <p:animMotion origin="layout" path="M 3.61111E-6 2.22222E-6 L 0.43698 0.00389 " pathEditMode="relative" rAng="0" ptsTypes="AA">
                                      <p:cBhvr>
                                        <p:cTn id="17" dur="500" fill="hold"/>
                                        <p:tgtEl>
                                          <p:spTgt spid="53253"/>
                                        </p:tgtEl>
                                        <p:attrNameLst>
                                          <p:attrName>ppt_x</p:attrName>
                                          <p:attrName>ppt_y</p:attrName>
                                        </p:attrNameLst>
                                      </p:cBhvr>
                                      <p:rCtr x="2184000" y="19400"/>
                                    </p:animMotion>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53254"/>
                                        </p:tgtEl>
                                        <p:attrNameLst>
                                          <p:attrName>style.visibility</p:attrName>
                                        </p:attrNameLst>
                                      </p:cBhvr>
                                      <p:to>
                                        <p:strVal val="visible"/>
                                      </p:to>
                                    </p:set>
                                    <p:animEffect transition="in" filter="randombar(horizontal)">
                                      <p:cBhvr>
                                        <p:cTn id="21" dur="500"/>
                                        <p:tgtEl>
                                          <p:spTgt spid="53254"/>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3250"/>
                                        </p:tgtEl>
                                        <p:attrNameLst>
                                          <p:attrName>style.visibility</p:attrName>
                                        </p:attrNameLst>
                                      </p:cBhvr>
                                      <p:to>
                                        <p:strVal val="visible"/>
                                      </p:to>
                                    </p:set>
                                    <p:animEffect transition="in" filter="randombar(horizontal)">
                                      <p:cBhvr>
                                        <p:cTn id="24" dur="500"/>
                                        <p:tgtEl>
                                          <p:spTgt spid="53250"/>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53257"/>
                                        </p:tgtEl>
                                        <p:attrNameLst>
                                          <p:attrName>style.visibility</p:attrName>
                                        </p:attrNameLst>
                                      </p:cBhvr>
                                      <p:to>
                                        <p:strVal val="visible"/>
                                      </p:to>
                                    </p:set>
                                    <p:animEffect transition="in" filter="fade">
                                      <p:cBhvr>
                                        <p:cTn id="28" dur="750"/>
                                        <p:tgtEl>
                                          <p:spTgt spid="53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nimBg="1" autoUpdateAnimBg="0"/>
      <p:bldP spid="53253" grpId="0" autoUpdateAnimBg="0"/>
      <p:bldP spid="5325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
          <p:cNvGrpSpPr/>
          <p:nvPr/>
        </p:nvGrpSpPr>
        <p:grpSpPr bwMode="auto">
          <a:xfrm>
            <a:off x="-25400" y="4360863"/>
            <a:ext cx="9180513" cy="1587500"/>
            <a:chOff x="0" y="0"/>
            <a:chExt cx="9181274" cy="1588274"/>
          </a:xfrm>
        </p:grpSpPr>
        <p:sp>
          <p:nvSpPr>
            <p:cNvPr id="2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55298" name="椭圆 25"/>
          <p:cNvSpPr>
            <a:spLocks noChangeArrowheads="1"/>
          </p:cNvSpPr>
          <p:nvPr/>
        </p:nvSpPr>
        <p:spPr bwMode="auto">
          <a:xfrm>
            <a:off x="1125538" y="1743075"/>
            <a:ext cx="1114425" cy="1114425"/>
          </a:xfrm>
          <a:prstGeom prst="ellipse">
            <a:avLst/>
          </a:prstGeom>
          <a:solidFill>
            <a:srgbClr val="DDDDDD"/>
          </a:solidFill>
          <a:ln w="6350">
            <a:solidFill>
              <a:srgbClr val="808080"/>
            </a:solidFill>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5299" name="圆角矩形 13"/>
          <p:cNvSpPr>
            <a:spLocks noChangeArrowheads="1"/>
          </p:cNvSpPr>
          <p:nvPr/>
        </p:nvSpPr>
        <p:spPr bwMode="auto">
          <a:xfrm>
            <a:off x="2879725" y="1836738"/>
            <a:ext cx="4837113" cy="1079500"/>
          </a:xfrm>
          <a:prstGeom prst="roundRect">
            <a:avLst>
              <a:gd name="adj" fmla="val 10620"/>
            </a:avLst>
          </a:prstGeom>
          <a:solidFill>
            <a:srgbClr val="DDDDDD"/>
          </a:solidFill>
          <a:ln w="6350">
            <a:solidFill>
              <a:srgbClr val="808080"/>
            </a:solidFill>
            <a:prstDash val="dash"/>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cxnSp>
        <p:nvCxnSpPr>
          <p:cNvPr id="55300"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55301"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55302" name="TextBox 20"/>
          <p:cNvSpPr txBox="1">
            <a:spLocks noChangeArrowheads="1"/>
          </p:cNvSpPr>
          <p:nvPr/>
        </p:nvSpPr>
        <p:spPr bwMode="auto">
          <a:xfrm>
            <a:off x="34925" y="4894263"/>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chemeClr val="bg1"/>
                </a:solidFill>
                <a:latin typeface="Franklin Gothic Medium" panose="020B0603020102020204" pitchFamily="34" charset="0"/>
                <a:ea typeface="微软雅黑" panose="020B0503020204020204" pitchFamily="34" charset="-122"/>
              </a:rPr>
              <a:t>绪论</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55303" name="TextBox 22"/>
          <p:cNvSpPr txBox="1">
            <a:spLocks noChangeArrowheads="1"/>
          </p:cNvSpPr>
          <p:nvPr/>
        </p:nvSpPr>
        <p:spPr bwMode="auto">
          <a:xfrm>
            <a:off x="1331913" y="5189538"/>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定义</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pic>
        <p:nvPicPr>
          <p:cNvPr id="55304" name="组合 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18513" y="3932238"/>
            <a:ext cx="792162"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TextBox 40"/>
          <p:cNvSpPr txBox="1">
            <a:spLocks noChangeArrowheads="1"/>
          </p:cNvSpPr>
          <p:nvPr/>
        </p:nvSpPr>
        <p:spPr bwMode="auto">
          <a:xfrm>
            <a:off x="3154363"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学习的意义</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55306" name="TextBox 41"/>
          <p:cNvSpPr txBox="1">
            <a:spLocks noChangeArrowheads="1"/>
          </p:cNvSpPr>
          <p:nvPr/>
        </p:nvSpPr>
        <p:spPr bwMode="auto">
          <a:xfrm>
            <a:off x="5508625" y="5189538"/>
            <a:ext cx="215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教学目标</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55307" name="矩形 28"/>
          <p:cNvSpPr>
            <a:spLocks noChangeArrowheads="1"/>
          </p:cNvSpPr>
          <p:nvPr/>
        </p:nvSpPr>
        <p:spPr bwMode="auto">
          <a:xfrm rot="-1839494">
            <a:off x="-722313" y="425450"/>
            <a:ext cx="3167063" cy="33972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  片剂在各剂型中地位</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55308" name="矩形 29"/>
          <p:cNvSpPr>
            <a:spLocks noChangeArrowheads="1"/>
          </p:cNvSpPr>
          <p:nvPr/>
        </p:nvSpPr>
        <p:spPr bwMode="auto">
          <a:xfrm>
            <a:off x="3154363" y="1909763"/>
            <a:ext cx="444182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ts val="2100"/>
              </a:lnSpc>
            </a:pPr>
            <a:r>
              <a:rPr lang="zh-CN" altLang="en-US" sz="1600" b="1" dirty="0">
                <a:solidFill>
                  <a:srgbClr val="0070C0"/>
                </a:solidFill>
                <a:latin typeface="Franklin Gothic Medium" panose="020B0603020102020204" pitchFamily="34" charset="0"/>
                <a:ea typeface="微软雅黑" panose="020B0503020204020204" pitchFamily="34" charset="-122"/>
              </a:rPr>
              <a:t>片剂</a:t>
            </a:r>
            <a:r>
              <a:rPr lang="zh-CN" altLang="en-US" sz="1600" dirty="0">
                <a:latin typeface="Franklin Gothic Medium" panose="020B0603020102020204" pitchFamily="34" charset="0"/>
                <a:ea typeface="微软雅黑" panose="020B0503020204020204" pitchFamily="34" charset="-122"/>
              </a:rPr>
              <a:t>是指片剂是药物与辅料均匀混合后压制而成的片状或异形片状的固体制剂。以口服普通</a:t>
            </a:r>
            <a:r>
              <a:rPr lang="zh-CN" altLang="en-US" sz="1600" dirty="0" smtClean="0">
                <a:latin typeface="Franklin Gothic Medium" panose="020B0603020102020204" pitchFamily="34" charset="0"/>
                <a:ea typeface="微软雅黑" panose="020B0503020204020204" pitchFamily="34" charset="-122"/>
              </a:rPr>
              <a:t>片为主</a:t>
            </a:r>
            <a:r>
              <a:rPr lang="zh-CN" altLang="en-US" sz="1600" dirty="0">
                <a:latin typeface="Franklin Gothic Medium" panose="020B0603020102020204" pitchFamily="34" charset="0"/>
                <a:ea typeface="微软雅黑" panose="020B0503020204020204" pitchFamily="34" charset="-122"/>
              </a:rPr>
              <a:t>，也有含片、舌下片、口腔贴片、等。</a:t>
            </a:r>
            <a:endParaRPr lang="zh-CN" altLang="en-US" sz="1600" dirty="0">
              <a:latin typeface="Franklin Gothic Medium" panose="020B0603020102020204" pitchFamily="34" charset="0"/>
              <a:ea typeface="微软雅黑" panose="020B0503020204020204" pitchFamily="34" charset="-122"/>
            </a:endParaRPr>
          </a:p>
          <a:p>
            <a:pPr eaLnBrk="1" hangingPunct="1"/>
            <a:endParaRPr lang="zh-CN" altLang="en-US" sz="1600" dirty="0">
              <a:latin typeface="Franklin Gothic Medium" panose="020B0603020102020204" pitchFamily="34" charset="0"/>
              <a:ea typeface="微软雅黑" panose="020B0503020204020204" pitchFamily="34" charset="-122"/>
            </a:endParaRPr>
          </a:p>
        </p:txBody>
      </p:sp>
      <p:sp>
        <p:nvSpPr>
          <p:cNvPr id="55309" name="等腰三角形 18"/>
          <p:cNvSpPr>
            <a:spLocks noChangeArrowheads="1"/>
          </p:cNvSpPr>
          <p:nvPr/>
        </p:nvSpPr>
        <p:spPr bwMode="auto">
          <a:xfrm>
            <a:off x="2012950"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5310" name="矩形 21"/>
          <p:cNvSpPr>
            <a:spLocks noChangeArrowheads="1"/>
          </p:cNvSpPr>
          <p:nvPr/>
        </p:nvSpPr>
        <p:spPr bwMode="auto">
          <a:xfrm rot="-1800000">
            <a:off x="-749300" y="593725"/>
            <a:ext cx="4219575"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什么是旋转式压片机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55311" name="圆角矩形 23"/>
          <p:cNvSpPr>
            <a:spLocks noChangeArrowheads="1"/>
          </p:cNvSpPr>
          <p:nvPr/>
        </p:nvSpPr>
        <p:spPr bwMode="auto">
          <a:xfrm>
            <a:off x="2879725" y="3036888"/>
            <a:ext cx="4837113" cy="1081087"/>
          </a:xfrm>
          <a:prstGeom prst="roundRect">
            <a:avLst>
              <a:gd name="adj" fmla="val 10620"/>
            </a:avLst>
          </a:prstGeom>
          <a:solidFill>
            <a:srgbClr val="DDDDDD"/>
          </a:solidFill>
          <a:ln w="6350">
            <a:solidFill>
              <a:srgbClr val="808080"/>
            </a:solidFill>
            <a:prstDash val="dash"/>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5312" name="矩形 14"/>
          <p:cNvSpPr>
            <a:spLocks noChangeArrowheads="1"/>
          </p:cNvSpPr>
          <p:nvPr/>
        </p:nvSpPr>
        <p:spPr bwMode="auto">
          <a:xfrm>
            <a:off x="3168650" y="3254375"/>
            <a:ext cx="45720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ts val="2100"/>
              </a:lnSpc>
            </a:pPr>
            <a:r>
              <a:rPr lang="zh-CN" altLang="en-US" sz="1600" b="1">
                <a:solidFill>
                  <a:srgbClr val="0070C0"/>
                </a:solidFill>
                <a:latin typeface="Franklin Gothic Medium" panose="020B0603020102020204" pitchFamily="34" charset="0"/>
                <a:ea typeface="微软雅黑" panose="020B0503020204020204" pitchFamily="34" charset="-122"/>
              </a:rPr>
              <a:t>旋转式压片机是</a:t>
            </a:r>
            <a:r>
              <a:rPr lang="zh-CN" altLang="en-US" sz="1600">
                <a:latin typeface="Franklin Gothic Medium" panose="020B0603020102020204" pitchFamily="34" charset="0"/>
                <a:ea typeface="微软雅黑" panose="020B0503020204020204" pitchFamily="34" charset="-122"/>
              </a:rPr>
              <a:t>由电机带动转盘、上下冲完成自动填料、压片、出片的制药机械。</a:t>
            </a:r>
            <a:endParaRPr lang="zh-CN" altLang="en-US" sz="1600">
              <a:latin typeface="Franklin Gothic Medium" panose="020B0603020102020204" pitchFamily="34" charset="0"/>
              <a:ea typeface="微软雅黑" panose="020B0503020204020204" pitchFamily="34" charset="-122"/>
            </a:endParaRPr>
          </a:p>
        </p:txBody>
      </p:sp>
      <p:pic>
        <p:nvPicPr>
          <p:cNvPr id="55313" name="图片 2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4113" y="1785938"/>
            <a:ext cx="1054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4" name="椭圆 33"/>
          <p:cNvSpPr>
            <a:spLocks noChangeArrowheads="1"/>
          </p:cNvSpPr>
          <p:nvPr/>
        </p:nvSpPr>
        <p:spPr bwMode="auto">
          <a:xfrm>
            <a:off x="1135063" y="3005138"/>
            <a:ext cx="1114425" cy="1112837"/>
          </a:xfrm>
          <a:prstGeom prst="ellipse">
            <a:avLst/>
          </a:prstGeom>
          <a:solidFill>
            <a:srgbClr val="DDDDDD"/>
          </a:solidFill>
          <a:ln w="6350">
            <a:solidFill>
              <a:srgbClr val="808080"/>
            </a:solidFill>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pic>
        <p:nvPicPr>
          <p:cNvPr id="55315" name="图片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9988" y="3041650"/>
            <a:ext cx="1054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灯片编号占位符 22"/>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组合 1"/>
          <p:cNvGrpSpPr/>
          <p:nvPr/>
        </p:nvGrpSpPr>
        <p:grpSpPr bwMode="auto">
          <a:xfrm>
            <a:off x="-25400" y="4360863"/>
            <a:ext cx="9180513" cy="1587500"/>
            <a:chOff x="0" y="0"/>
            <a:chExt cx="9181274" cy="1588274"/>
          </a:xfrm>
        </p:grpSpPr>
        <p:sp>
          <p:nvSpPr>
            <p:cNvPr id="56350"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6351"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56323"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56324"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56325"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概述</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56326" name="TextBox 22"/>
          <p:cNvSpPr txBox="1">
            <a:spLocks noChangeArrowheads="1"/>
          </p:cNvSpPr>
          <p:nvPr/>
        </p:nvSpPr>
        <p:spPr bwMode="auto">
          <a:xfrm>
            <a:off x="1466850" y="5156200"/>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定义</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pic>
        <p:nvPicPr>
          <p:cNvPr id="56327" name="组合 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61375" y="3932238"/>
            <a:ext cx="785813"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8" name="TextBox 40"/>
          <p:cNvSpPr txBox="1">
            <a:spLocks noChangeArrowheads="1"/>
          </p:cNvSpPr>
          <p:nvPr/>
        </p:nvSpPr>
        <p:spPr bwMode="auto">
          <a:xfrm>
            <a:off x="3154363"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chemeClr val="bg1"/>
                </a:solidFill>
                <a:latin typeface="Franklin Gothic Medium" panose="020B0603020102020204" pitchFamily="34" charset="0"/>
                <a:ea typeface="微软雅黑" panose="020B0503020204020204" pitchFamily="34" charset="-122"/>
              </a:rPr>
              <a:t>学习的意义</a:t>
            </a:r>
            <a:endParaRPr lang="zh-CN" altLang="en-US" sz="1400">
              <a:solidFill>
                <a:schemeClr val="bg1"/>
              </a:solidFill>
              <a:latin typeface="Franklin Gothic Medium" panose="020B0603020102020204" pitchFamily="34" charset="0"/>
              <a:ea typeface="微软雅黑" panose="020B0503020204020204" pitchFamily="34" charset="-122"/>
            </a:endParaRPr>
          </a:p>
        </p:txBody>
      </p:sp>
      <p:sp>
        <p:nvSpPr>
          <p:cNvPr id="56329" name="TextBox 41"/>
          <p:cNvSpPr txBox="1">
            <a:spLocks noChangeArrowheads="1"/>
          </p:cNvSpPr>
          <p:nvPr/>
        </p:nvSpPr>
        <p:spPr bwMode="auto">
          <a:xfrm>
            <a:off x="5508625" y="5189538"/>
            <a:ext cx="215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教学目标</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56330" name="等腰三角形 24"/>
          <p:cNvSpPr>
            <a:spLocks noChangeArrowheads="1"/>
          </p:cNvSpPr>
          <p:nvPr/>
        </p:nvSpPr>
        <p:spPr bwMode="auto">
          <a:xfrm>
            <a:off x="421163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nvGrpSpPr>
          <p:cNvPr id="56331" name="组合 25"/>
          <p:cNvGrpSpPr/>
          <p:nvPr/>
        </p:nvGrpSpPr>
        <p:grpSpPr bwMode="auto">
          <a:xfrm>
            <a:off x="2768600" y="482021"/>
            <a:ext cx="3744913" cy="430792"/>
            <a:chOff x="0" y="16542"/>
            <a:chExt cx="3744416" cy="430461"/>
          </a:xfrm>
        </p:grpSpPr>
        <p:sp>
          <p:nvSpPr>
            <p:cNvPr id="56348" name="Rectangle 8"/>
            <p:cNvSpPr/>
            <p:nvPr/>
          </p:nvSpPr>
          <p:spPr bwMode="auto">
            <a:xfrm>
              <a:off x="116112" y="175561"/>
              <a:ext cx="3528392" cy="271442"/>
            </a:xfrm>
            <a:custGeom>
              <a:avLst/>
              <a:gdLst>
                <a:gd name="T0" fmla="*/ 0 w 3093568"/>
                <a:gd name="T1" fmla="*/ 0 h 271442"/>
                <a:gd name="T2" fmla="*/ 4589984 w 3093568"/>
                <a:gd name="T3" fmla="*/ 0 h 271442"/>
                <a:gd name="T4" fmla="*/ 4589984 w 3093568"/>
                <a:gd name="T5" fmla="*/ 271442 h 271442"/>
                <a:gd name="T6" fmla="*/ 0 w 3093568"/>
                <a:gd name="T7" fmla="*/ 271442 h 271442"/>
                <a:gd name="T8" fmla="*/ 0 w 3093568"/>
                <a:gd name="T9" fmla="*/ 0 h 271442"/>
                <a:gd name="T10" fmla="*/ 0 60000 65536"/>
                <a:gd name="T11" fmla="*/ 0 60000 65536"/>
                <a:gd name="T12" fmla="*/ 0 60000 65536"/>
                <a:gd name="T13" fmla="*/ 0 60000 65536"/>
                <a:gd name="T14" fmla="*/ 0 60000 65536"/>
                <a:gd name="T15" fmla="*/ 0 w 3093568"/>
                <a:gd name="T16" fmla="*/ 0 h 271442"/>
                <a:gd name="T17" fmla="*/ 3093568 w 3093568"/>
                <a:gd name="T18" fmla="*/ 271442 h 271442"/>
              </a:gdLst>
              <a:ahLst/>
              <a:cxnLst>
                <a:cxn ang="T10">
                  <a:pos x="T0" y="T1"/>
                </a:cxn>
                <a:cxn ang="T11">
                  <a:pos x="T2" y="T3"/>
                </a:cxn>
                <a:cxn ang="T12">
                  <a:pos x="T4" y="T5"/>
                </a:cxn>
                <a:cxn ang="T13">
                  <a:pos x="T6" y="T7"/>
                </a:cxn>
                <a:cxn ang="T14">
                  <a:pos x="T8" y="T9"/>
                </a:cxn>
              </a:cxnLst>
              <a:rect l="T15" t="T16" r="T17" b="T18"/>
              <a:pathLst>
                <a:path w="3093568" h="271442">
                  <a:moveTo>
                    <a:pt x="0" y="0"/>
                  </a:moveTo>
                  <a:lnTo>
                    <a:pt x="3093568" y="0"/>
                  </a:lnTo>
                  <a:lnTo>
                    <a:pt x="3093568" y="271442"/>
                  </a:lnTo>
                  <a:cubicBezTo>
                    <a:pt x="1777407" y="81360"/>
                    <a:pt x="1788744" y="3494"/>
                    <a:pt x="0" y="271442"/>
                  </a:cubicBezTo>
                  <a:lnTo>
                    <a:pt x="0" y="0"/>
                  </a:lnTo>
                  <a:close/>
                </a:path>
              </a:pathLst>
            </a:custGeom>
            <a:solidFill>
              <a:srgbClr val="DDDDD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56349" name="矩形 27"/>
            <p:cNvSpPr>
              <a:spLocks noChangeArrowheads="1"/>
            </p:cNvSpPr>
            <p:nvPr/>
          </p:nvSpPr>
          <p:spPr bwMode="auto">
            <a:xfrm>
              <a:off x="0" y="16542"/>
              <a:ext cx="3744416" cy="399802"/>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rgbClr val="FFFFFF"/>
                  </a:solidFill>
                  <a:latin typeface="微软雅黑" panose="020B0503020204020204" pitchFamily="34" charset="-122"/>
                  <a:ea typeface="微软雅黑" panose="020B0503020204020204" pitchFamily="34" charset="-122"/>
                </a:rPr>
                <a:t>片剂的特点及优点</a:t>
              </a:r>
              <a:endParaRPr lang="zh-CN" altLang="en-US" sz="2000" dirty="0">
                <a:solidFill>
                  <a:srgbClr val="FFFFFF"/>
                </a:solidFill>
                <a:latin typeface="微软雅黑" panose="020B0503020204020204" pitchFamily="34" charset="-122"/>
                <a:ea typeface="微软雅黑" panose="020B0503020204020204" pitchFamily="34" charset="-122"/>
              </a:endParaRPr>
            </a:p>
          </p:txBody>
        </p:sp>
      </p:grpSp>
      <p:sp>
        <p:nvSpPr>
          <p:cNvPr id="56332" name="椭圆 13"/>
          <p:cNvSpPr>
            <a:spLocks noChangeArrowheads="1"/>
          </p:cNvSpPr>
          <p:nvPr/>
        </p:nvSpPr>
        <p:spPr bwMode="auto">
          <a:xfrm>
            <a:off x="2987675" y="1633538"/>
            <a:ext cx="3097213" cy="3095625"/>
          </a:xfrm>
          <a:prstGeom prst="ellipse">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6333" name="椭圆 11"/>
          <p:cNvSpPr>
            <a:spLocks noChangeArrowheads="1"/>
          </p:cNvSpPr>
          <p:nvPr/>
        </p:nvSpPr>
        <p:spPr bwMode="auto">
          <a:xfrm>
            <a:off x="2617788" y="1971675"/>
            <a:ext cx="1008062" cy="100806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6334" name="椭圆 28"/>
          <p:cNvSpPr>
            <a:spLocks noChangeArrowheads="1"/>
          </p:cNvSpPr>
          <p:nvPr/>
        </p:nvSpPr>
        <p:spPr bwMode="auto">
          <a:xfrm>
            <a:off x="2616200" y="3244850"/>
            <a:ext cx="1008063" cy="100806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6335" name="TextBox 14"/>
          <p:cNvSpPr txBox="1">
            <a:spLocks noChangeArrowheads="1"/>
          </p:cNvSpPr>
          <p:nvPr/>
        </p:nvSpPr>
        <p:spPr bwMode="auto">
          <a:xfrm>
            <a:off x="2687638" y="2293938"/>
            <a:ext cx="936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使用方便</a:t>
            </a:r>
            <a:endParaRPr lang="zh-CN" altLang="en-US" sz="1400">
              <a:latin typeface="Franklin Gothic Medium" panose="020B0603020102020204" pitchFamily="34" charset="0"/>
              <a:ea typeface="微软雅黑" panose="020B0503020204020204" pitchFamily="34" charset="-122"/>
            </a:endParaRPr>
          </a:p>
        </p:txBody>
      </p:sp>
      <p:sp>
        <p:nvSpPr>
          <p:cNvPr id="56336" name="TextBox 29"/>
          <p:cNvSpPr txBox="1">
            <a:spLocks noChangeArrowheads="1"/>
          </p:cNvSpPr>
          <p:nvPr/>
        </p:nvSpPr>
        <p:spPr bwMode="auto">
          <a:xfrm>
            <a:off x="2608263" y="3578225"/>
            <a:ext cx="9906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latin typeface="Franklin Gothic Medium" panose="020B0603020102020204" pitchFamily="34" charset="0"/>
                <a:ea typeface="微软雅黑" panose="020B0503020204020204" pitchFamily="34" charset="-122"/>
              </a:rPr>
              <a:t>剂量明确</a:t>
            </a:r>
            <a:endParaRPr lang="zh-CN" altLang="en-US" sz="1400">
              <a:latin typeface="Franklin Gothic Medium" panose="020B0603020102020204" pitchFamily="34" charset="0"/>
              <a:ea typeface="微软雅黑" panose="020B0503020204020204" pitchFamily="34" charset="-122"/>
            </a:endParaRPr>
          </a:p>
        </p:txBody>
      </p:sp>
      <p:sp>
        <p:nvSpPr>
          <p:cNvPr id="56337" name="椭圆 18"/>
          <p:cNvSpPr>
            <a:spLocks noChangeArrowheads="1"/>
          </p:cNvSpPr>
          <p:nvPr/>
        </p:nvSpPr>
        <p:spPr bwMode="auto">
          <a:xfrm>
            <a:off x="4083431" y="2708172"/>
            <a:ext cx="936625" cy="936625"/>
          </a:xfrm>
          <a:prstGeom prst="ellipse">
            <a:avLst/>
          </a:prstGeom>
          <a:solidFill>
            <a:srgbClr val="0070C0"/>
          </a:solidFill>
          <a:ln>
            <a:noFill/>
          </a:ln>
          <a:scene3d>
            <a:camera prst="orthographicFront"/>
            <a:lightRig rig="threePt" dir="t"/>
          </a:scene3d>
          <a:sp3d prstMaterial="metal">
            <a:bevelT w="165100" prst="coolSlant"/>
          </a:sp3d>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6338" name="TextBox 34"/>
          <p:cNvSpPr txBox="1">
            <a:spLocks noChangeArrowheads="1"/>
          </p:cNvSpPr>
          <p:nvPr/>
        </p:nvSpPr>
        <p:spPr bwMode="auto">
          <a:xfrm>
            <a:off x="3948113" y="2954338"/>
            <a:ext cx="1120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chemeClr val="bg1"/>
                </a:solidFill>
                <a:latin typeface="Franklin Gothic Medium" panose="020B0603020102020204" pitchFamily="34" charset="0"/>
                <a:ea typeface="微软雅黑" panose="020B0503020204020204" pitchFamily="34" charset="-122"/>
              </a:rPr>
              <a:t>片剂</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56339" name="椭圆 11"/>
          <p:cNvSpPr>
            <a:spLocks noChangeArrowheads="1"/>
          </p:cNvSpPr>
          <p:nvPr/>
        </p:nvSpPr>
        <p:spPr bwMode="auto">
          <a:xfrm>
            <a:off x="4067175" y="1273175"/>
            <a:ext cx="1008063" cy="100806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6340" name="TextBox 14"/>
          <p:cNvSpPr txBox="1">
            <a:spLocks noChangeArrowheads="1"/>
          </p:cNvSpPr>
          <p:nvPr/>
        </p:nvSpPr>
        <p:spPr bwMode="auto">
          <a:xfrm>
            <a:off x="4140200" y="1633538"/>
            <a:ext cx="936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成本低廉</a:t>
            </a:r>
            <a:endParaRPr lang="zh-CN" altLang="en-US" sz="1400">
              <a:latin typeface="Franklin Gothic Medium" panose="020B0603020102020204" pitchFamily="34" charset="0"/>
              <a:ea typeface="微软雅黑" panose="020B0503020204020204" pitchFamily="34" charset="-122"/>
            </a:endParaRPr>
          </a:p>
        </p:txBody>
      </p:sp>
      <p:sp>
        <p:nvSpPr>
          <p:cNvPr id="56341" name="椭圆 11"/>
          <p:cNvSpPr>
            <a:spLocks noChangeArrowheads="1"/>
          </p:cNvSpPr>
          <p:nvPr/>
        </p:nvSpPr>
        <p:spPr bwMode="auto">
          <a:xfrm>
            <a:off x="4418013" y="3971925"/>
            <a:ext cx="1008062" cy="100806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6342" name="TextBox 14"/>
          <p:cNvSpPr txBox="1">
            <a:spLocks noChangeArrowheads="1"/>
          </p:cNvSpPr>
          <p:nvPr/>
        </p:nvSpPr>
        <p:spPr bwMode="auto">
          <a:xfrm>
            <a:off x="4498975" y="4297363"/>
            <a:ext cx="936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品质稳定</a:t>
            </a:r>
            <a:endParaRPr lang="zh-CN" altLang="en-US" sz="1400">
              <a:latin typeface="Franklin Gothic Medium" panose="020B0603020102020204" pitchFamily="34" charset="0"/>
              <a:ea typeface="微软雅黑" panose="020B0503020204020204" pitchFamily="34" charset="-122"/>
            </a:endParaRPr>
          </a:p>
        </p:txBody>
      </p:sp>
      <p:grpSp>
        <p:nvGrpSpPr>
          <p:cNvPr id="56343" name="组合 88"/>
          <p:cNvGrpSpPr/>
          <p:nvPr/>
        </p:nvGrpSpPr>
        <p:grpSpPr bwMode="auto">
          <a:xfrm>
            <a:off x="5356225" y="2262188"/>
            <a:ext cx="1387475" cy="1389062"/>
            <a:chOff x="0" y="0"/>
            <a:chExt cx="1388581" cy="1388581"/>
          </a:xfrm>
        </p:grpSpPr>
        <p:sp>
          <p:nvSpPr>
            <p:cNvPr id="56345" name="椭圆 4"/>
            <p:cNvSpPr>
              <a:spLocks noChangeArrowheads="1"/>
            </p:cNvSpPr>
            <p:nvPr/>
          </p:nvSpPr>
          <p:spPr bwMode="auto">
            <a:xfrm>
              <a:off x="0" y="0"/>
              <a:ext cx="1388581" cy="1388581"/>
            </a:xfrm>
            <a:prstGeom prst="ellipse">
              <a:avLst/>
            </a:prstGeom>
            <a:solidFill>
              <a:srgbClr val="FECD6C"/>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346" name="圆角矩形 86"/>
            <p:cNvSpPr>
              <a:spLocks noChangeArrowheads="1"/>
            </p:cNvSpPr>
            <p:nvPr/>
          </p:nvSpPr>
          <p:spPr bwMode="auto">
            <a:xfrm rot="-2927600">
              <a:off x="492065" y="636184"/>
              <a:ext cx="138112" cy="455942"/>
            </a:xfrm>
            <a:prstGeom prst="roundRect">
              <a:avLst>
                <a:gd name="adj" fmla="val 50000"/>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347" name="圆角矩形 87"/>
            <p:cNvSpPr>
              <a:spLocks noChangeArrowheads="1"/>
            </p:cNvSpPr>
            <p:nvPr/>
          </p:nvSpPr>
          <p:spPr bwMode="auto">
            <a:xfrm rot="2291266">
              <a:off x="798484" y="382145"/>
              <a:ext cx="138112" cy="720000"/>
            </a:xfrm>
            <a:prstGeom prst="roundRect">
              <a:avLst>
                <a:gd name="adj" fmla="val 50000"/>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56344" name="TextBox 30"/>
          <p:cNvSpPr txBox="1">
            <a:spLocks noChangeArrowheads="1"/>
          </p:cNvSpPr>
          <p:nvPr/>
        </p:nvSpPr>
        <p:spPr bwMode="auto">
          <a:xfrm>
            <a:off x="5353050" y="2781300"/>
            <a:ext cx="1468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latin typeface="Franklin Gothic Medium" panose="020B0603020102020204" pitchFamily="34" charset="0"/>
                <a:ea typeface="微软雅黑" panose="020B0503020204020204" pitchFamily="34" charset="-122"/>
              </a:rPr>
              <a:t>机械化程度高</a:t>
            </a:r>
            <a:endParaRPr lang="zh-CN" altLang="en-US" sz="1400" dirty="0">
              <a:latin typeface="Franklin Gothic Medium" panose="020B0603020102020204" pitchFamily="34" charset="0"/>
              <a:ea typeface="微软雅黑" panose="020B0503020204020204" pitchFamily="34" charset="-122"/>
            </a:endParaRPr>
          </a:p>
        </p:txBody>
      </p:sp>
      <p:sp>
        <p:nvSpPr>
          <p:cNvPr id="32" name="灯片编号占位符 31"/>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1000" tmFilter="0, 0; .2, .5; .8, .5; 1, 0"/>
                                        <p:tgtEl>
                                          <p:spTgt spid="56343"/>
                                        </p:tgtEl>
                                      </p:cBhvr>
                                    </p:animEffect>
                                    <p:animScale>
                                      <p:cBhvr>
                                        <p:cTn id="7" dur="500" autoRev="1" fill="hold"/>
                                        <p:tgtEl>
                                          <p:spTgt spid="56343"/>
                                        </p:tgtEl>
                                      </p:cBhvr>
                                      <p:by x="105000" y="105000"/>
                                    </p:animScale>
                                  </p:childTnLst>
                                </p:cTn>
                              </p:par>
                              <p:par>
                                <p:cTn id="8" presetID="26" presetClass="emph" presetSubtype="0" fill="hold" grpId="0" nodeType="withEffect">
                                  <p:stCondLst>
                                    <p:cond delay="0"/>
                                  </p:stCondLst>
                                  <p:childTnLst>
                                    <p:animEffect transition="out" filter="fade">
                                      <p:cBhvr>
                                        <p:cTn id="9" dur="750" tmFilter="0, 0; .2, .5; .8, .5; 1, 0"/>
                                        <p:tgtEl>
                                          <p:spTgt spid="56344"/>
                                        </p:tgtEl>
                                      </p:cBhvr>
                                    </p:animEffect>
                                    <p:animScale>
                                      <p:cBhvr>
                                        <p:cTn id="10" dur="375" autoRev="1" fill="hold"/>
                                        <p:tgtEl>
                                          <p:spTgt spid="56344"/>
                                        </p:tgtEl>
                                      </p:cBhvr>
                                      <p:by x="105000" y="105000"/>
                                    </p:animScale>
                                  </p:childTnLst>
                                </p:cTn>
                              </p:par>
                            </p:childTnLst>
                          </p:cTn>
                        </p:par>
                        <p:par>
                          <p:cTn id="11" fill="hold">
                            <p:stCondLst>
                              <p:cond delay="1000"/>
                            </p:stCondLst>
                            <p:childTnLst>
                              <p:par>
                                <p:cTn id="12" presetID="26" presetClass="emph" presetSubtype="0" fill="hold" nodeType="afterEffect">
                                  <p:stCondLst>
                                    <p:cond delay="0"/>
                                  </p:stCondLst>
                                  <p:childTnLst>
                                    <p:animEffect transition="out" filter="fade">
                                      <p:cBhvr>
                                        <p:cTn id="13" dur="1400" tmFilter="0, 0; .2, .5; .8, .5; 1, 0"/>
                                        <p:tgtEl>
                                          <p:spTgt spid="56343"/>
                                        </p:tgtEl>
                                      </p:cBhvr>
                                    </p:animEffect>
                                    <p:animScale>
                                      <p:cBhvr>
                                        <p:cTn id="14" dur="700" autoRev="1" fill="hold"/>
                                        <p:tgtEl>
                                          <p:spTgt spid="56343"/>
                                        </p:tgtEl>
                                      </p:cBhvr>
                                      <p:by x="105000" y="105000"/>
                                    </p:animScale>
                                  </p:childTnLst>
                                </p:cTn>
                              </p:par>
                              <p:par>
                                <p:cTn id="15" presetID="26" presetClass="emph" presetSubtype="0" fill="hold" grpId="1" nodeType="withEffect">
                                  <p:stCondLst>
                                    <p:cond delay="0"/>
                                  </p:stCondLst>
                                  <p:childTnLst>
                                    <p:animEffect transition="out" filter="fade">
                                      <p:cBhvr>
                                        <p:cTn id="16" dur="1400" tmFilter="0, 0; .2, .5; .8, .5; 1, 0"/>
                                        <p:tgtEl>
                                          <p:spTgt spid="56344"/>
                                        </p:tgtEl>
                                      </p:cBhvr>
                                    </p:animEffect>
                                    <p:animScale>
                                      <p:cBhvr>
                                        <p:cTn id="17" dur="700" autoRev="1" fill="hold"/>
                                        <p:tgtEl>
                                          <p:spTgt spid="56344"/>
                                        </p:tgtEl>
                                      </p:cBhvr>
                                      <p:by x="105000" y="105000"/>
                                    </p:animScale>
                                  </p:childTnLst>
                                </p:cTn>
                              </p:par>
                              <p:par>
                                <p:cTn id="18" presetID="26" presetClass="emph" presetSubtype="0" fill="hold" grpId="2" nodeType="withEffect">
                                  <p:stCondLst>
                                    <p:cond delay="1100"/>
                                  </p:stCondLst>
                                  <p:childTnLst>
                                    <p:animEffect transition="out" filter="fade">
                                      <p:cBhvr>
                                        <p:cTn id="19" dur="1100" tmFilter="0, 0; .2, .5; .8, .5; 1, 0"/>
                                        <p:tgtEl>
                                          <p:spTgt spid="56344"/>
                                        </p:tgtEl>
                                      </p:cBhvr>
                                    </p:animEffect>
                                    <p:animScale>
                                      <p:cBhvr>
                                        <p:cTn id="20" dur="550" autoRev="1" fill="hold"/>
                                        <p:tgtEl>
                                          <p:spTgt spid="56344"/>
                                        </p:tgtEl>
                                      </p:cBhvr>
                                      <p:by x="105000" y="105000"/>
                                    </p:animScale>
                                  </p:childTnLst>
                                </p:cTn>
                              </p:par>
                            </p:childTnLst>
                          </p:cTn>
                        </p:par>
                        <p:par>
                          <p:cTn id="21" fill="hold">
                            <p:stCondLst>
                              <p:cond delay="2500"/>
                            </p:stCondLst>
                            <p:childTnLst>
                              <p:par>
                                <p:cTn id="22" presetID="26" presetClass="emph" presetSubtype="0" fill="hold" grpId="3" nodeType="afterEffect">
                                  <p:stCondLst>
                                    <p:cond delay="0"/>
                                  </p:stCondLst>
                                  <p:childTnLst>
                                    <p:animEffect transition="out" filter="fade">
                                      <p:cBhvr>
                                        <p:cTn id="23" dur="1100" tmFilter="0, 0; .2, .5; .8, .5; 1, 0"/>
                                        <p:tgtEl>
                                          <p:spTgt spid="56344"/>
                                        </p:tgtEl>
                                      </p:cBhvr>
                                    </p:animEffect>
                                    <p:animScale>
                                      <p:cBhvr>
                                        <p:cTn id="24" dur="550" autoRev="1" fill="hold"/>
                                        <p:tgtEl>
                                          <p:spTgt spid="5634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44" grpId="0"/>
      <p:bldP spid="56344" grpId="1"/>
      <p:bldP spid="56344" grpId="2"/>
      <p:bldP spid="56344" grpId="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1"/>
          <p:cNvGrpSpPr/>
          <p:nvPr/>
        </p:nvGrpSpPr>
        <p:grpSpPr bwMode="auto">
          <a:xfrm>
            <a:off x="-25400" y="4360863"/>
            <a:ext cx="9180513" cy="1587500"/>
            <a:chOff x="0" y="0"/>
            <a:chExt cx="9181274" cy="1588274"/>
          </a:xfrm>
        </p:grpSpPr>
        <p:sp>
          <p:nvSpPr>
            <p:cNvPr id="26"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7"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57346"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57347"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57348"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概述</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57349" name="TextBox 22"/>
          <p:cNvSpPr txBox="1">
            <a:spLocks noChangeArrowheads="1"/>
          </p:cNvSpPr>
          <p:nvPr/>
        </p:nvSpPr>
        <p:spPr bwMode="auto">
          <a:xfrm>
            <a:off x="1331913" y="5189538"/>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定义</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57350" name="TextBox 40"/>
          <p:cNvSpPr txBox="1">
            <a:spLocks noChangeArrowheads="1"/>
          </p:cNvSpPr>
          <p:nvPr/>
        </p:nvSpPr>
        <p:spPr bwMode="auto">
          <a:xfrm>
            <a:off x="3154363"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学习的意义</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57351" name="TextBox 41"/>
          <p:cNvSpPr txBox="1">
            <a:spLocks noChangeArrowheads="1"/>
          </p:cNvSpPr>
          <p:nvPr/>
        </p:nvSpPr>
        <p:spPr bwMode="auto">
          <a:xfrm>
            <a:off x="5508625" y="5189538"/>
            <a:ext cx="215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教学目标</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grpSp>
        <p:nvGrpSpPr>
          <p:cNvPr id="57352" name="组合 11"/>
          <p:cNvGrpSpPr/>
          <p:nvPr/>
        </p:nvGrpSpPr>
        <p:grpSpPr bwMode="auto">
          <a:xfrm>
            <a:off x="2843213" y="461963"/>
            <a:ext cx="3744912" cy="450850"/>
            <a:chOff x="0" y="-4676"/>
            <a:chExt cx="3744416" cy="451680"/>
          </a:xfrm>
        </p:grpSpPr>
        <p:sp>
          <p:nvSpPr>
            <p:cNvPr id="57367" name="Rectangle 8"/>
            <p:cNvSpPr/>
            <p:nvPr/>
          </p:nvSpPr>
          <p:spPr bwMode="auto">
            <a:xfrm>
              <a:off x="116112" y="175561"/>
              <a:ext cx="3528392" cy="271443"/>
            </a:xfrm>
            <a:custGeom>
              <a:avLst/>
              <a:gdLst>
                <a:gd name="T0" fmla="*/ 0 w 3093568"/>
                <a:gd name="T1" fmla="*/ 0 h 271442"/>
                <a:gd name="T2" fmla="*/ 4589984 w 3093568"/>
                <a:gd name="T3" fmla="*/ 0 h 271442"/>
                <a:gd name="T4" fmla="*/ 4589984 w 3093568"/>
                <a:gd name="T5" fmla="*/ 271445 h 271442"/>
                <a:gd name="T6" fmla="*/ 0 w 3093568"/>
                <a:gd name="T7" fmla="*/ 271445 h 271442"/>
                <a:gd name="T8" fmla="*/ 0 w 3093568"/>
                <a:gd name="T9" fmla="*/ 0 h 271442"/>
                <a:gd name="T10" fmla="*/ 0 60000 65536"/>
                <a:gd name="T11" fmla="*/ 0 60000 65536"/>
                <a:gd name="T12" fmla="*/ 0 60000 65536"/>
                <a:gd name="T13" fmla="*/ 0 60000 65536"/>
                <a:gd name="T14" fmla="*/ 0 60000 65536"/>
                <a:gd name="T15" fmla="*/ 0 w 3093568"/>
                <a:gd name="T16" fmla="*/ 0 h 271442"/>
                <a:gd name="T17" fmla="*/ 3093568 w 3093568"/>
                <a:gd name="T18" fmla="*/ 271442 h 271442"/>
              </a:gdLst>
              <a:ahLst/>
              <a:cxnLst>
                <a:cxn ang="T10">
                  <a:pos x="T0" y="T1"/>
                </a:cxn>
                <a:cxn ang="T11">
                  <a:pos x="T2" y="T3"/>
                </a:cxn>
                <a:cxn ang="T12">
                  <a:pos x="T4" y="T5"/>
                </a:cxn>
                <a:cxn ang="T13">
                  <a:pos x="T6" y="T7"/>
                </a:cxn>
                <a:cxn ang="T14">
                  <a:pos x="T8" y="T9"/>
                </a:cxn>
              </a:cxnLst>
              <a:rect l="T15" t="T16" r="T17" b="T18"/>
              <a:pathLst>
                <a:path w="3093568" h="271442">
                  <a:moveTo>
                    <a:pt x="0" y="0"/>
                  </a:moveTo>
                  <a:lnTo>
                    <a:pt x="3093568" y="0"/>
                  </a:lnTo>
                  <a:lnTo>
                    <a:pt x="3093568" y="271442"/>
                  </a:lnTo>
                  <a:cubicBezTo>
                    <a:pt x="1777407" y="81360"/>
                    <a:pt x="1788744" y="3494"/>
                    <a:pt x="0" y="271442"/>
                  </a:cubicBezTo>
                  <a:lnTo>
                    <a:pt x="0" y="0"/>
                  </a:lnTo>
                  <a:close/>
                </a:path>
              </a:pathLst>
            </a:custGeom>
            <a:solidFill>
              <a:srgbClr val="DDDDD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57368" name="矩形 26"/>
            <p:cNvSpPr>
              <a:spLocks noChangeArrowheads="1"/>
            </p:cNvSpPr>
            <p:nvPr/>
          </p:nvSpPr>
          <p:spPr bwMode="auto">
            <a:xfrm>
              <a:off x="0" y="-4676"/>
              <a:ext cx="3744416" cy="37009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微软雅黑" panose="020B0503020204020204" pitchFamily="34" charset="-122"/>
                  <a:ea typeface="微软雅黑" panose="020B0503020204020204" pitchFamily="34" charset="-122"/>
                </a:rPr>
                <a:t>学习的意义</a:t>
              </a:r>
              <a:endParaRPr lang="zh-CN" altLang="en-US">
                <a:solidFill>
                  <a:srgbClr val="FFFFFF"/>
                </a:solidFill>
                <a:latin typeface="微软雅黑" panose="020B0503020204020204" pitchFamily="34" charset="-122"/>
                <a:ea typeface="微软雅黑" panose="020B0503020204020204" pitchFamily="34" charset="-122"/>
              </a:endParaRPr>
            </a:p>
          </p:txBody>
        </p:sp>
      </p:grpSp>
      <p:sp>
        <p:nvSpPr>
          <p:cNvPr id="57353" name="等腰三角形 31"/>
          <p:cNvSpPr>
            <a:spLocks noChangeArrowheads="1"/>
          </p:cNvSpPr>
          <p:nvPr/>
        </p:nvSpPr>
        <p:spPr bwMode="auto">
          <a:xfrm>
            <a:off x="418623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354" name="矩形 1"/>
          <p:cNvSpPr>
            <a:spLocks noChangeArrowheads="1"/>
          </p:cNvSpPr>
          <p:nvPr/>
        </p:nvSpPr>
        <p:spPr bwMode="auto">
          <a:xfrm>
            <a:off x="1909763" y="1758950"/>
            <a:ext cx="6410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latin typeface="Franklin Gothic Medium" panose="020B0603020102020204" pitchFamily="34" charset="0"/>
                <a:ea typeface="微软雅黑" panose="020B0503020204020204" pitchFamily="34" charset="-122"/>
              </a:rPr>
              <a:t>片剂由于其具有上述多种优点，一直是药物临床治疗中的首选剂型。</a:t>
            </a:r>
            <a:endParaRPr lang="zh-CN" altLang="en-US" sz="1600">
              <a:latin typeface="Franklin Gothic Medium" panose="020B0603020102020204" pitchFamily="34" charset="0"/>
              <a:ea typeface="微软雅黑" panose="020B0503020204020204" pitchFamily="34" charset="-122"/>
            </a:endParaRPr>
          </a:p>
        </p:txBody>
      </p:sp>
      <p:sp>
        <p:nvSpPr>
          <p:cNvPr id="57355" name="矩形 27"/>
          <p:cNvSpPr>
            <a:spLocks noChangeArrowheads="1"/>
          </p:cNvSpPr>
          <p:nvPr/>
        </p:nvSpPr>
        <p:spPr bwMode="auto">
          <a:xfrm>
            <a:off x="1909763" y="2387600"/>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latin typeface="Franklin Gothic Medium" panose="020B0603020102020204" pitchFamily="34" charset="0"/>
                <a:ea typeface="微软雅黑" panose="020B0503020204020204" pitchFamily="34" charset="-122"/>
              </a:rPr>
              <a:t>旋转式压片机是片剂生产过程中的核心机械。 </a:t>
            </a:r>
            <a:endParaRPr lang="en-US" altLang="zh-CN" sz="1600">
              <a:latin typeface="Franklin Gothic Medium" panose="020B0603020102020204" pitchFamily="34" charset="0"/>
              <a:ea typeface="微软雅黑" panose="020B0503020204020204" pitchFamily="34" charset="-122"/>
            </a:endParaRPr>
          </a:p>
        </p:txBody>
      </p:sp>
      <p:sp>
        <p:nvSpPr>
          <p:cNvPr id="57356" name="矩形 2"/>
          <p:cNvSpPr>
            <a:spLocks noChangeArrowheads="1"/>
          </p:cNvSpPr>
          <p:nvPr/>
        </p:nvSpPr>
        <p:spPr bwMode="auto">
          <a:xfrm>
            <a:off x="1476375" y="1557338"/>
            <a:ext cx="490538" cy="52228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微软雅黑" panose="020B0503020204020204" pitchFamily="34" charset="-122"/>
                <a:ea typeface="微软雅黑" panose="020B0503020204020204" pitchFamily="34" charset="-122"/>
              </a:rPr>
              <a:t>1.</a:t>
            </a:r>
            <a:endParaRPr lang="zh-CN" altLang="en-US">
              <a:latin typeface="微软雅黑" panose="020B0503020204020204" pitchFamily="34" charset="-122"/>
              <a:ea typeface="微软雅黑" panose="020B0503020204020204" pitchFamily="34" charset="-122"/>
            </a:endParaRPr>
          </a:p>
        </p:txBody>
      </p:sp>
      <p:sp>
        <p:nvSpPr>
          <p:cNvPr id="57357" name="矩形 33"/>
          <p:cNvSpPr>
            <a:spLocks noChangeArrowheads="1"/>
          </p:cNvSpPr>
          <p:nvPr/>
        </p:nvSpPr>
        <p:spPr bwMode="auto">
          <a:xfrm>
            <a:off x="1476375" y="2195513"/>
            <a:ext cx="490538" cy="5238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微软雅黑" panose="020B0503020204020204" pitchFamily="34" charset="-122"/>
                <a:ea typeface="微软雅黑" panose="020B0503020204020204" pitchFamily="34" charset="-122"/>
              </a:rPr>
              <a:t>2.</a:t>
            </a:r>
            <a:endParaRPr lang="zh-CN" altLang="en-US">
              <a:latin typeface="微软雅黑" panose="020B0503020204020204" pitchFamily="34" charset="-122"/>
              <a:ea typeface="微软雅黑" panose="020B0503020204020204" pitchFamily="34" charset="-122"/>
            </a:endParaRPr>
          </a:p>
        </p:txBody>
      </p:sp>
      <p:grpSp>
        <p:nvGrpSpPr>
          <p:cNvPr id="57359" name="组合 42"/>
          <p:cNvGrpSpPr/>
          <p:nvPr/>
        </p:nvGrpSpPr>
        <p:grpSpPr bwMode="auto">
          <a:xfrm flipH="1">
            <a:off x="3292475" y="2577962"/>
            <a:ext cx="4879975" cy="2259013"/>
            <a:chOff x="0" y="0"/>
            <a:chExt cx="4879855" cy="2259668"/>
          </a:xfrm>
        </p:grpSpPr>
        <p:sp>
          <p:nvSpPr>
            <p:cNvPr id="57361" name="弧形 43"/>
            <p:cNvSpPr/>
            <p:nvPr/>
          </p:nvSpPr>
          <p:spPr bwMode="auto">
            <a:xfrm>
              <a:off x="0" y="1170327"/>
              <a:ext cx="1088998" cy="1089341"/>
            </a:xfrm>
            <a:custGeom>
              <a:avLst/>
              <a:gdLst>
                <a:gd name="T0" fmla="*/ 529360 w 1088998"/>
                <a:gd name="T1" fmla="*/ 1089130 h 1089341"/>
                <a:gd name="T2" fmla="*/ 0 w 1088998"/>
                <a:gd name="T3" fmla="*/ 544670 h 1089341"/>
                <a:gd name="T4" fmla="*/ 544499 w 1088998"/>
                <a:gd name="T5" fmla="*/ 544671 h 1089341"/>
                <a:gd name="T6" fmla="*/ 529360 w 1088998"/>
                <a:gd name="T7" fmla="*/ 1089130 h 1089341"/>
                <a:gd name="T8" fmla="*/ 529360 w 1088998"/>
                <a:gd name="T9" fmla="*/ 1089130 h 1089341"/>
                <a:gd name="T10" fmla="*/ 0 w 1088998"/>
                <a:gd name="T11" fmla="*/ 544670 h 108934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8998" h="1089341" stroke="0">
                  <a:moveTo>
                    <a:pt x="529360" y="1089130"/>
                  </a:moveTo>
                  <a:cubicBezTo>
                    <a:pt x="234651" y="1080931"/>
                    <a:pt x="0" y="839585"/>
                    <a:pt x="0" y="544670"/>
                  </a:cubicBezTo>
                  <a:lnTo>
                    <a:pt x="544499" y="544671"/>
                  </a:lnTo>
                  <a:lnTo>
                    <a:pt x="529360" y="1089130"/>
                  </a:lnTo>
                  <a:close/>
                </a:path>
                <a:path w="1088998" h="1089341" fill="none">
                  <a:moveTo>
                    <a:pt x="529360" y="1089130"/>
                  </a:moveTo>
                  <a:cubicBezTo>
                    <a:pt x="234651" y="1080931"/>
                    <a:pt x="0" y="839585"/>
                    <a:pt x="0" y="544670"/>
                  </a:cubicBezTo>
                </a:path>
              </a:pathLst>
            </a:custGeom>
            <a:noFill/>
            <a:ln w="9525" cap="flat" cmpd="sng">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57362" name="直接连接符 44"/>
            <p:cNvCxnSpPr>
              <a:cxnSpLocks noChangeShapeType="1"/>
              <a:endCxn id="57361" idx="2"/>
            </p:cNvCxnSpPr>
            <p:nvPr/>
          </p:nvCxnSpPr>
          <p:spPr bwMode="auto">
            <a:xfrm>
              <a:off x="0" y="0"/>
              <a:ext cx="0" cy="1714997"/>
            </a:xfrm>
            <a:prstGeom prst="line">
              <a:avLst/>
            </a:prstGeom>
            <a:noFill/>
            <a:ln w="9525">
              <a:solidFill>
                <a:srgbClr val="808080"/>
              </a:solidFill>
              <a:prstDash val="dash"/>
              <a:round/>
            </a:ln>
            <a:extLst>
              <a:ext uri="{909E8E84-426E-40DD-AFC4-6F175D3DCCD1}">
                <a14:hiddenFill xmlns:a14="http://schemas.microsoft.com/office/drawing/2010/main">
                  <a:noFill/>
                </a14:hiddenFill>
              </a:ext>
            </a:extLst>
          </p:spPr>
        </p:cxnSp>
        <p:cxnSp>
          <p:nvCxnSpPr>
            <p:cNvPr id="57363" name="直接连接符 45"/>
            <p:cNvCxnSpPr>
              <a:cxnSpLocks noChangeShapeType="1"/>
              <a:stCxn id="57361" idx="0"/>
            </p:cNvCxnSpPr>
            <p:nvPr/>
          </p:nvCxnSpPr>
          <p:spPr bwMode="auto">
            <a:xfrm>
              <a:off x="530212" y="2259668"/>
              <a:ext cx="4349643" cy="0"/>
            </a:xfrm>
            <a:prstGeom prst="line">
              <a:avLst/>
            </a:prstGeom>
            <a:noFill/>
            <a:ln w="9525">
              <a:solidFill>
                <a:srgbClr val="808080"/>
              </a:solidFill>
              <a:prstDash val="dash"/>
              <a:round/>
            </a:ln>
            <a:extLst>
              <a:ext uri="{909E8E84-426E-40DD-AFC4-6F175D3DCCD1}">
                <a14:hiddenFill xmlns:a14="http://schemas.microsoft.com/office/drawing/2010/main">
                  <a:noFill/>
                </a14:hiddenFill>
              </a:ext>
            </a:extLst>
          </p:spPr>
        </p:cxnSp>
      </p:grpSp>
      <p:pic>
        <p:nvPicPr>
          <p:cNvPr id="57360"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19838" y="3173413"/>
            <a:ext cx="1852612"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灯片编号占位符 23"/>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1"/>
          <p:cNvGrpSpPr/>
          <p:nvPr/>
        </p:nvGrpSpPr>
        <p:grpSpPr bwMode="auto">
          <a:xfrm>
            <a:off x="-25400" y="4360863"/>
            <a:ext cx="9180513" cy="1587500"/>
            <a:chOff x="0" y="0"/>
            <a:chExt cx="9181274" cy="1588274"/>
          </a:xfrm>
        </p:grpSpPr>
        <p:sp>
          <p:nvSpPr>
            <p:cNvPr id="33"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34"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58370" name="Rectangle 8"/>
          <p:cNvSpPr/>
          <p:nvPr/>
        </p:nvSpPr>
        <p:spPr bwMode="auto">
          <a:xfrm>
            <a:off x="7827963" y="3289300"/>
            <a:ext cx="784225" cy="141288"/>
          </a:xfrm>
          <a:custGeom>
            <a:avLst/>
            <a:gdLst>
              <a:gd name="T0" fmla="*/ 0 w 3093568"/>
              <a:gd name="T1" fmla="*/ 0 h 271442"/>
              <a:gd name="T2" fmla="*/ 50092 w 3093568"/>
              <a:gd name="T3" fmla="*/ 0 h 271442"/>
              <a:gd name="T4" fmla="*/ 50092 w 3093568"/>
              <a:gd name="T5" fmla="*/ 38279 h 271442"/>
              <a:gd name="T6" fmla="*/ 0 w 3093568"/>
              <a:gd name="T7" fmla="*/ 38279 h 271442"/>
              <a:gd name="T8" fmla="*/ 0 w 3093568"/>
              <a:gd name="T9" fmla="*/ 0 h 271442"/>
              <a:gd name="T10" fmla="*/ 0 60000 65536"/>
              <a:gd name="T11" fmla="*/ 0 60000 65536"/>
              <a:gd name="T12" fmla="*/ 0 60000 65536"/>
              <a:gd name="T13" fmla="*/ 0 60000 65536"/>
              <a:gd name="T14" fmla="*/ 0 60000 65536"/>
              <a:gd name="T15" fmla="*/ 0 w 3093568"/>
              <a:gd name="T16" fmla="*/ 0 h 271442"/>
              <a:gd name="T17" fmla="*/ 3093568 w 3093568"/>
              <a:gd name="T18" fmla="*/ 271442 h 271442"/>
            </a:gdLst>
            <a:ahLst/>
            <a:cxnLst>
              <a:cxn ang="T10">
                <a:pos x="T0" y="T1"/>
              </a:cxn>
              <a:cxn ang="T11">
                <a:pos x="T2" y="T3"/>
              </a:cxn>
              <a:cxn ang="T12">
                <a:pos x="T4" y="T5"/>
              </a:cxn>
              <a:cxn ang="T13">
                <a:pos x="T6" y="T7"/>
              </a:cxn>
              <a:cxn ang="T14">
                <a:pos x="T8" y="T9"/>
              </a:cxn>
            </a:cxnLst>
            <a:rect l="T15" t="T16" r="T17" b="T18"/>
            <a:pathLst>
              <a:path w="3093568" h="271442">
                <a:moveTo>
                  <a:pt x="0" y="0"/>
                </a:moveTo>
                <a:lnTo>
                  <a:pt x="3093568" y="0"/>
                </a:lnTo>
                <a:lnTo>
                  <a:pt x="3093568" y="271442"/>
                </a:lnTo>
                <a:cubicBezTo>
                  <a:pt x="1777407" y="81360"/>
                  <a:pt x="1788744" y="3494"/>
                  <a:pt x="0" y="271442"/>
                </a:cubicBezTo>
                <a:lnTo>
                  <a:pt x="0" y="0"/>
                </a:lnTo>
                <a:close/>
              </a:path>
            </a:pathLst>
          </a:custGeom>
          <a:solidFill>
            <a:srgbClr val="DDDDD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cxnSp>
        <p:nvCxnSpPr>
          <p:cNvPr id="58371"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58372" name="直接连接符 19"/>
          <p:cNvCxnSpPr>
            <a:cxnSpLocks noChangeShapeType="1"/>
          </p:cNvCxnSpPr>
          <p:nvPr/>
        </p:nvCxnSpPr>
        <p:spPr bwMode="auto">
          <a:xfrm>
            <a:off x="1548209" y="5161756"/>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58373" name="TextBox 20"/>
          <p:cNvSpPr txBox="1">
            <a:spLocks noChangeArrowheads="1"/>
          </p:cNvSpPr>
          <p:nvPr/>
        </p:nvSpPr>
        <p:spPr bwMode="auto">
          <a:xfrm>
            <a:off x="34925" y="4894263"/>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chemeClr val="bg1"/>
                </a:solidFill>
                <a:latin typeface="Franklin Gothic Medium" panose="020B0603020102020204" pitchFamily="34" charset="0"/>
                <a:ea typeface="微软雅黑" panose="020B0503020204020204" pitchFamily="34" charset="-122"/>
              </a:rPr>
              <a:t>绪论</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58374" name="TextBox 22"/>
          <p:cNvSpPr txBox="1">
            <a:spLocks noChangeArrowheads="1"/>
          </p:cNvSpPr>
          <p:nvPr/>
        </p:nvSpPr>
        <p:spPr bwMode="auto">
          <a:xfrm>
            <a:off x="1331913" y="5189538"/>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定义</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pic>
        <p:nvPicPr>
          <p:cNvPr id="58375" name="组合 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61375" y="3932238"/>
            <a:ext cx="785813"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TextBox 40"/>
          <p:cNvSpPr txBox="1">
            <a:spLocks noChangeArrowheads="1"/>
          </p:cNvSpPr>
          <p:nvPr/>
        </p:nvSpPr>
        <p:spPr bwMode="auto">
          <a:xfrm>
            <a:off x="3178175" y="5173663"/>
            <a:ext cx="21161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学习的意义</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58377" name="TextBox 41"/>
          <p:cNvSpPr txBox="1">
            <a:spLocks noChangeArrowheads="1"/>
          </p:cNvSpPr>
          <p:nvPr/>
        </p:nvSpPr>
        <p:spPr bwMode="auto">
          <a:xfrm>
            <a:off x="5508625" y="5189538"/>
            <a:ext cx="215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教学目标</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grpSp>
        <p:nvGrpSpPr>
          <p:cNvPr id="58378" name="组合 11"/>
          <p:cNvGrpSpPr/>
          <p:nvPr/>
        </p:nvGrpSpPr>
        <p:grpSpPr bwMode="auto">
          <a:xfrm>
            <a:off x="2843213" y="446613"/>
            <a:ext cx="3744912" cy="466200"/>
            <a:chOff x="0" y="-20054"/>
            <a:chExt cx="3744416" cy="467058"/>
          </a:xfrm>
        </p:grpSpPr>
        <p:sp>
          <p:nvSpPr>
            <p:cNvPr id="58398" name="Rectangle 8"/>
            <p:cNvSpPr/>
            <p:nvPr/>
          </p:nvSpPr>
          <p:spPr bwMode="auto">
            <a:xfrm>
              <a:off x="116112" y="175561"/>
              <a:ext cx="3528392" cy="271443"/>
            </a:xfrm>
            <a:custGeom>
              <a:avLst/>
              <a:gdLst>
                <a:gd name="T0" fmla="*/ 0 w 3093568"/>
                <a:gd name="T1" fmla="*/ 0 h 271442"/>
                <a:gd name="T2" fmla="*/ 4589984 w 3093568"/>
                <a:gd name="T3" fmla="*/ 0 h 271442"/>
                <a:gd name="T4" fmla="*/ 4589984 w 3093568"/>
                <a:gd name="T5" fmla="*/ 271445 h 271442"/>
                <a:gd name="T6" fmla="*/ 0 w 3093568"/>
                <a:gd name="T7" fmla="*/ 271445 h 271442"/>
                <a:gd name="T8" fmla="*/ 0 w 3093568"/>
                <a:gd name="T9" fmla="*/ 0 h 271442"/>
                <a:gd name="T10" fmla="*/ 0 60000 65536"/>
                <a:gd name="T11" fmla="*/ 0 60000 65536"/>
                <a:gd name="T12" fmla="*/ 0 60000 65536"/>
                <a:gd name="T13" fmla="*/ 0 60000 65536"/>
                <a:gd name="T14" fmla="*/ 0 60000 65536"/>
                <a:gd name="T15" fmla="*/ 0 w 3093568"/>
                <a:gd name="T16" fmla="*/ 0 h 271442"/>
                <a:gd name="T17" fmla="*/ 3093568 w 3093568"/>
                <a:gd name="T18" fmla="*/ 271442 h 271442"/>
              </a:gdLst>
              <a:ahLst/>
              <a:cxnLst>
                <a:cxn ang="T10">
                  <a:pos x="T0" y="T1"/>
                </a:cxn>
                <a:cxn ang="T11">
                  <a:pos x="T2" y="T3"/>
                </a:cxn>
                <a:cxn ang="T12">
                  <a:pos x="T4" y="T5"/>
                </a:cxn>
                <a:cxn ang="T13">
                  <a:pos x="T6" y="T7"/>
                </a:cxn>
                <a:cxn ang="T14">
                  <a:pos x="T8" y="T9"/>
                </a:cxn>
              </a:cxnLst>
              <a:rect l="T15" t="T16" r="T17" b="T18"/>
              <a:pathLst>
                <a:path w="3093568" h="271442">
                  <a:moveTo>
                    <a:pt x="0" y="0"/>
                  </a:moveTo>
                  <a:lnTo>
                    <a:pt x="3093568" y="0"/>
                  </a:lnTo>
                  <a:lnTo>
                    <a:pt x="3093568" y="271442"/>
                  </a:lnTo>
                  <a:cubicBezTo>
                    <a:pt x="1777407" y="81360"/>
                    <a:pt x="1788744" y="3494"/>
                    <a:pt x="0" y="271442"/>
                  </a:cubicBezTo>
                  <a:lnTo>
                    <a:pt x="0" y="0"/>
                  </a:lnTo>
                  <a:close/>
                </a:path>
              </a:pathLst>
            </a:custGeom>
            <a:solidFill>
              <a:srgbClr val="DDDDD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58399" name="矩形 26"/>
            <p:cNvSpPr>
              <a:spLocks noChangeArrowheads="1"/>
            </p:cNvSpPr>
            <p:nvPr/>
          </p:nvSpPr>
          <p:spPr bwMode="auto">
            <a:xfrm>
              <a:off x="0" y="-20054"/>
              <a:ext cx="3744416" cy="400847"/>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smtClean="0">
                  <a:solidFill>
                    <a:srgbClr val="FFFFFF"/>
                  </a:solidFill>
                  <a:latin typeface="微软雅黑" panose="020B0503020204020204" pitchFamily="34" charset="-122"/>
                  <a:ea typeface="微软雅黑" panose="020B0503020204020204" pitchFamily="34" charset="-122"/>
                </a:rPr>
                <a:t>教学目标</a:t>
              </a:r>
              <a:endParaRPr lang="zh-CN" altLang="en-US" sz="2000" dirty="0">
                <a:solidFill>
                  <a:srgbClr val="FFFFFF"/>
                </a:solidFill>
                <a:latin typeface="微软雅黑" panose="020B0503020204020204" pitchFamily="34" charset="-122"/>
                <a:ea typeface="微软雅黑" panose="020B0503020204020204" pitchFamily="34" charset="-122"/>
              </a:endParaRPr>
            </a:p>
          </p:txBody>
        </p:sp>
      </p:grpSp>
      <p:sp>
        <p:nvSpPr>
          <p:cNvPr id="58379" name="等腰三角形 31"/>
          <p:cNvSpPr>
            <a:spLocks noChangeArrowheads="1"/>
          </p:cNvSpPr>
          <p:nvPr/>
        </p:nvSpPr>
        <p:spPr bwMode="auto">
          <a:xfrm>
            <a:off x="6469063" y="4973638"/>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8380" name="矩形 1"/>
          <p:cNvSpPr>
            <a:spLocks noChangeArrowheads="1"/>
          </p:cNvSpPr>
          <p:nvPr/>
        </p:nvSpPr>
        <p:spPr bwMode="auto">
          <a:xfrm>
            <a:off x="2051050" y="1617663"/>
            <a:ext cx="4752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Franklin Gothic Medium" panose="020B0603020102020204" pitchFamily="34" charset="0"/>
                <a:ea typeface="微软雅黑" panose="020B0503020204020204" pitchFamily="34" charset="-122"/>
              </a:rPr>
              <a:t>熟悉旋转式压片机</a:t>
            </a:r>
            <a:r>
              <a:rPr lang="zh-CN" altLang="en-US" sz="1600" dirty="0" smtClean="0">
                <a:latin typeface="Franklin Gothic Medium" panose="020B0603020102020204" pitchFamily="34" charset="0"/>
                <a:ea typeface="微软雅黑" panose="020B0503020204020204" pitchFamily="34" charset="-122"/>
              </a:rPr>
              <a:t>的各部分结构；</a:t>
            </a:r>
            <a:endParaRPr lang="zh-CN" altLang="en-US" sz="1600" dirty="0">
              <a:latin typeface="Franklin Gothic Medium" panose="020B0603020102020204" pitchFamily="34" charset="0"/>
              <a:ea typeface="微软雅黑" panose="020B0503020204020204" pitchFamily="34" charset="-122"/>
            </a:endParaRPr>
          </a:p>
        </p:txBody>
      </p:sp>
      <p:sp>
        <p:nvSpPr>
          <p:cNvPr id="58381" name="矩形 27"/>
          <p:cNvSpPr>
            <a:spLocks noChangeArrowheads="1"/>
          </p:cNvSpPr>
          <p:nvPr/>
        </p:nvSpPr>
        <p:spPr bwMode="auto">
          <a:xfrm>
            <a:off x="2051050" y="2263775"/>
            <a:ext cx="457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smtClean="0">
                <a:latin typeface="Franklin Gothic Medium" panose="020B0603020102020204" pitchFamily="34" charset="0"/>
                <a:ea typeface="微软雅黑" panose="020B0503020204020204" pitchFamily="34" charset="-122"/>
              </a:rPr>
              <a:t>掌握旋转式压片机的原理及缺陷；</a:t>
            </a:r>
            <a:endParaRPr lang="en-US" altLang="zh-CN" sz="1600" dirty="0">
              <a:latin typeface="Franklin Gothic Medium" panose="020B0603020102020204" pitchFamily="34" charset="0"/>
              <a:ea typeface="微软雅黑" panose="020B0503020204020204" pitchFamily="34" charset="-122"/>
            </a:endParaRPr>
          </a:p>
        </p:txBody>
      </p:sp>
      <p:sp>
        <p:nvSpPr>
          <p:cNvPr id="58382" name="矩形 2"/>
          <p:cNvSpPr>
            <a:spLocks noChangeArrowheads="1"/>
          </p:cNvSpPr>
          <p:nvPr/>
        </p:nvSpPr>
        <p:spPr bwMode="auto">
          <a:xfrm>
            <a:off x="1617663" y="1433513"/>
            <a:ext cx="490537" cy="52228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微软雅黑" panose="020B0503020204020204" pitchFamily="34" charset="-122"/>
                <a:ea typeface="微软雅黑" panose="020B0503020204020204" pitchFamily="34" charset="-122"/>
              </a:rPr>
              <a:t>1.</a:t>
            </a:r>
            <a:endParaRPr lang="zh-CN" altLang="en-US">
              <a:latin typeface="微软雅黑" panose="020B0503020204020204" pitchFamily="34" charset="-122"/>
              <a:ea typeface="微软雅黑" panose="020B0503020204020204" pitchFamily="34" charset="-122"/>
            </a:endParaRPr>
          </a:p>
        </p:txBody>
      </p:sp>
      <p:sp>
        <p:nvSpPr>
          <p:cNvPr id="58383" name="矩形 33"/>
          <p:cNvSpPr>
            <a:spLocks noChangeArrowheads="1"/>
          </p:cNvSpPr>
          <p:nvPr/>
        </p:nvSpPr>
        <p:spPr bwMode="auto">
          <a:xfrm>
            <a:off x="1617663" y="2071688"/>
            <a:ext cx="490537" cy="5238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微软雅黑" panose="020B0503020204020204" pitchFamily="34" charset="-122"/>
                <a:ea typeface="微软雅黑" panose="020B0503020204020204" pitchFamily="34" charset="-122"/>
              </a:rPr>
              <a:t>2.</a:t>
            </a:r>
            <a:endParaRPr lang="zh-CN" altLang="en-US">
              <a:latin typeface="微软雅黑" panose="020B0503020204020204" pitchFamily="34" charset="-122"/>
              <a:ea typeface="微软雅黑" panose="020B0503020204020204" pitchFamily="34" charset="-122"/>
            </a:endParaRPr>
          </a:p>
        </p:txBody>
      </p:sp>
      <p:grpSp>
        <p:nvGrpSpPr>
          <p:cNvPr id="58384" name="组合 37"/>
          <p:cNvGrpSpPr/>
          <p:nvPr/>
        </p:nvGrpSpPr>
        <p:grpSpPr bwMode="auto">
          <a:xfrm>
            <a:off x="1000125" y="1535113"/>
            <a:ext cx="4878388" cy="1466850"/>
            <a:chOff x="0" y="0"/>
            <a:chExt cx="4879855" cy="2259668"/>
          </a:xfrm>
        </p:grpSpPr>
        <p:sp>
          <p:nvSpPr>
            <p:cNvPr id="58395" name="弧形 15"/>
            <p:cNvSpPr/>
            <p:nvPr/>
          </p:nvSpPr>
          <p:spPr bwMode="auto">
            <a:xfrm>
              <a:off x="0" y="1170327"/>
              <a:ext cx="1089353" cy="1089341"/>
            </a:xfrm>
            <a:custGeom>
              <a:avLst/>
              <a:gdLst>
                <a:gd name="T0" fmla="*/ 529538 w 1089353"/>
                <a:gd name="T1" fmla="*/ 1089131 h 1089341"/>
                <a:gd name="T2" fmla="*/ 0 w 1089353"/>
                <a:gd name="T3" fmla="*/ 544670 h 1089341"/>
                <a:gd name="T4" fmla="*/ 544677 w 1089353"/>
                <a:gd name="T5" fmla="*/ 544671 h 1089341"/>
                <a:gd name="T6" fmla="*/ 529538 w 1089353"/>
                <a:gd name="T7" fmla="*/ 1089131 h 1089341"/>
                <a:gd name="T8" fmla="*/ 529538 w 1089353"/>
                <a:gd name="T9" fmla="*/ 1089131 h 1089341"/>
                <a:gd name="T10" fmla="*/ 0 w 1089353"/>
                <a:gd name="T11" fmla="*/ 544670 h 108934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9353" h="1089341" stroke="0">
                  <a:moveTo>
                    <a:pt x="529538" y="1089131"/>
                  </a:moveTo>
                  <a:cubicBezTo>
                    <a:pt x="234731" y="1080934"/>
                    <a:pt x="0" y="839588"/>
                    <a:pt x="0" y="544670"/>
                  </a:cubicBezTo>
                  <a:lnTo>
                    <a:pt x="544677" y="544671"/>
                  </a:lnTo>
                  <a:lnTo>
                    <a:pt x="529538" y="1089131"/>
                  </a:lnTo>
                  <a:close/>
                </a:path>
                <a:path w="1089353" h="1089341" fill="none">
                  <a:moveTo>
                    <a:pt x="529538" y="1089131"/>
                  </a:moveTo>
                  <a:cubicBezTo>
                    <a:pt x="234731" y="1080934"/>
                    <a:pt x="0" y="839588"/>
                    <a:pt x="0" y="544670"/>
                  </a:cubicBezTo>
                </a:path>
              </a:pathLst>
            </a:custGeom>
            <a:noFill/>
            <a:ln w="9525" cap="flat" cmpd="sng">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58396" name="直接连接符 17"/>
            <p:cNvCxnSpPr>
              <a:cxnSpLocks noChangeShapeType="1"/>
              <a:endCxn id="58395" idx="2"/>
            </p:cNvCxnSpPr>
            <p:nvPr/>
          </p:nvCxnSpPr>
          <p:spPr bwMode="auto">
            <a:xfrm>
              <a:off x="0" y="0"/>
              <a:ext cx="0" cy="1714997"/>
            </a:xfrm>
            <a:prstGeom prst="line">
              <a:avLst/>
            </a:prstGeom>
            <a:noFill/>
            <a:ln w="9525">
              <a:solidFill>
                <a:srgbClr val="808080"/>
              </a:solidFill>
              <a:prstDash val="dash"/>
              <a:round/>
            </a:ln>
            <a:extLst>
              <a:ext uri="{909E8E84-426E-40DD-AFC4-6F175D3DCCD1}">
                <a14:hiddenFill xmlns:a14="http://schemas.microsoft.com/office/drawing/2010/main">
                  <a:noFill/>
                </a14:hiddenFill>
              </a:ext>
            </a:extLst>
          </p:spPr>
        </p:cxnSp>
        <p:cxnSp>
          <p:nvCxnSpPr>
            <p:cNvPr id="58397" name="直接连接符 21"/>
            <p:cNvCxnSpPr>
              <a:cxnSpLocks noChangeShapeType="1"/>
              <a:stCxn id="58395" idx="0"/>
            </p:cNvCxnSpPr>
            <p:nvPr/>
          </p:nvCxnSpPr>
          <p:spPr bwMode="auto">
            <a:xfrm>
              <a:off x="530385" y="2259668"/>
              <a:ext cx="4349470" cy="0"/>
            </a:xfrm>
            <a:prstGeom prst="line">
              <a:avLst/>
            </a:prstGeom>
            <a:noFill/>
            <a:ln w="9525">
              <a:solidFill>
                <a:srgbClr val="808080"/>
              </a:solidFill>
              <a:prstDash val="dash"/>
              <a:round/>
            </a:ln>
            <a:extLst>
              <a:ext uri="{909E8E84-426E-40DD-AFC4-6F175D3DCCD1}">
                <a14:hiddenFill xmlns:a14="http://schemas.microsoft.com/office/drawing/2010/main">
                  <a:noFill/>
                </a14:hiddenFill>
              </a:ext>
            </a:extLst>
          </p:spPr>
        </p:cxnSp>
      </p:grpSp>
      <p:grpSp>
        <p:nvGrpSpPr>
          <p:cNvPr id="58385" name="组合 42"/>
          <p:cNvGrpSpPr/>
          <p:nvPr/>
        </p:nvGrpSpPr>
        <p:grpSpPr bwMode="auto">
          <a:xfrm flipH="1">
            <a:off x="2716213" y="3168650"/>
            <a:ext cx="5456237" cy="1560513"/>
            <a:chOff x="0" y="0"/>
            <a:chExt cx="4879855" cy="2259668"/>
          </a:xfrm>
        </p:grpSpPr>
        <p:sp>
          <p:nvSpPr>
            <p:cNvPr id="58392" name="弧形 43"/>
            <p:cNvSpPr/>
            <p:nvPr/>
          </p:nvSpPr>
          <p:spPr bwMode="auto">
            <a:xfrm>
              <a:off x="0" y="1170327"/>
              <a:ext cx="1088998" cy="1089341"/>
            </a:xfrm>
            <a:custGeom>
              <a:avLst/>
              <a:gdLst>
                <a:gd name="T0" fmla="*/ 529360 w 1088998"/>
                <a:gd name="T1" fmla="*/ 1089130 h 1089341"/>
                <a:gd name="T2" fmla="*/ 0 w 1088998"/>
                <a:gd name="T3" fmla="*/ 544670 h 1089341"/>
                <a:gd name="T4" fmla="*/ 544499 w 1088998"/>
                <a:gd name="T5" fmla="*/ 544671 h 1089341"/>
                <a:gd name="T6" fmla="*/ 529360 w 1088998"/>
                <a:gd name="T7" fmla="*/ 1089130 h 1089341"/>
                <a:gd name="T8" fmla="*/ 529360 w 1088998"/>
                <a:gd name="T9" fmla="*/ 1089130 h 1089341"/>
                <a:gd name="T10" fmla="*/ 0 w 1088998"/>
                <a:gd name="T11" fmla="*/ 544670 h 108934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8998" h="1089341" stroke="0">
                  <a:moveTo>
                    <a:pt x="529360" y="1089130"/>
                  </a:moveTo>
                  <a:cubicBezTo>
                    <a:pt x="234651" y="1080931"/>
                    <a:pt x="0" y="839585"/>
                    <a:pt x="0" y="544670"/>
                  </a:cubicBezTo>
                  <a:lnTo>
                    <a:pt x="544499" y="544671"/>
                  </a:lnTo>
                  <a:lnTo>
                    <a:pt x="529360" y="1089130"/>
                  </a:lnTo>
                  <a:close/>
                </a:path>
                <a:path w="1088998" h="1089341" fill="none">
                  <a:moveTo>
                    <a:pt x="529360" y="1089130"/>
                  </a:moveTo>
                  <a:cubicBezTo>
                    <a:pt x="234651" y="1080931"/>
                    <a:pt x="0" y="839585"/>
                    <a:pt x="0" y="544670"/>
                  </a:cubicBezTo>
                </a:path>
              </a:pathLst>
            </a:custGeom>
            <a:noFill/>
            <a:ln w="9525" cap="flat" cmpd="sng">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58393" name="直接连接符 44"/>
            <p:cNvCxnSpPr>
              <a:cxnSpLocks noChangeShapeType="1"/>
              <a:endCxn id="58392" idx="2"/>
            </p:cNvCxnSpPr>
            <p:nvPr/>
          </p:nvCxnSpPr>
          <p:spPr bwMode="auto">
            <a:xfrm>
              <a:off x="0" y="0"/>
              <a:ext cx="0" cy="1714997"/>
            </a:xfrm>
            <a:prstGeom prst="line">
              <a:avLst/>
            </a:prstGeom>
            <a:noFill/>
            <a:ln w="9525">
              <a:solidFill>
                <a:srgbClr val="808080"/>
              </a:solidFill>
              <a:prstDash val="dash"/>
              <a:round/>
            </a:ln>
            <a:extLst>
              <a:ext uri="{909E8E84-426E-40DD-AFC4-6F175D3DCCD1}">
                <a14:hiddenFill xmlns:a14="http://schemas.microsoft.com/office/drawing/2010/main">
                  <a:noFill/>
                </a14:hiddenFill>
              </a:ext>
            </a:extLst>
          </p:spPr>
        </p:cxnSp>
        <p:cxnSp>
          <p:nvCxnSpPr>
            <p:cNvPr id="58394" name="直接连接符 45"/>
            <p:cNvCxnSpPr>
              <a:cxnSpLocks noChangeShapeType="1"/>
              <a:stCxn id="58392" idx="0"/>
            </p:cNvCxnSpPr>
            <p:nvPr/>
          </p:nvCxnSpPr>
          <p:spPr bwMode="auto">
            <a:xfrm>
              <a:off x="530212" y="2259668"/>
              <a:ext cx="4349643" cy="0"/>
            </a:xfrm>
            <a:prstGeom prst="line">
              <a:avLst/>
            </a:prstGeom>
            <a:noFill/>
            <a:ln w="9525">
              <a:solidFill>
                <a:srgbClr val="808080"/>
              </a:solidFill>
              <a:prstDash val="dash"/>
              <a:round/>
            </a:ln>
            <a:extLst>
              <a:ext uri="{909E8E84-426E-40DD-AFC4-6F175D3DCCD1}">
                <a14:hiddenFill xmlns:a14="http://schemas.microsoft.com/office/drawing/2010/main">
                  <a:noFill/>
                </a14:hiddenFill>
              </a:ext>
            </a:extLst>
          </p:spPr>
        </p:cxnSp>
      </p:grpSp>
      <p:sp>
        <p:nvSpPr>
          <p:cNvPr id="58386" name="矩形 46"/>
          <p:cNvSpPr>
            <a:spLocks noChangeArrowheads="1"/>
          </p:cNvSpPr>
          <p:nvPr/>
        </p:nvSpPr>
        <p:spPr bwMode="auto">
          <a:xfrm>
            <a:off x="7772400" y="2976563"/>
            <a:ext cx="895350" cy="3079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FFFF"/>
                </a:solidFill>
                <a:latin typeface="微软雅黑" panose="020B0503020204020204" pitchFamily="34" charset="-122"/>
                <a:ea typeface="微软雅黑" panose="020B0503020204020204" pitchFamily="34" charset="-122"/>
              </a:rPr>
              <a:t>情感目标</a:t>
            </a:r>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58387" name="矩形 49"/>
          <p:cNvSpPr>
            <a:spLocks noChangeArrowheads="1"/>
          </p:cNvSpPr>
          <p:nvPr/>
        </p:nvSpPr>
        <p:spPr bwMode="auto">
          <a:xfrm>
            <a:off x="1619250" y="3763963"/>
            <a:ext cx="50673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Franklin Gothic Medium" panose="020B0603020102020204" pitchFamily="34" charset="0"/>
                <a:ea typeface="微软雅黑" panose="020B0503020204020204" pitchFamily="34" charset="-122"/>
              </a:rPr>
              <a:t> </a:t>
            </a:r>
            <a:r>
              <a:rPr lang="zh-CN" altLang="en-US" sz="1600" dirty="0" smtClean="0">
                <a:latin typeface="Franklin Gothic Medium" panose="020B0603020102020204" pitchFamily="34" charset="0"/>
                <a:ea typeface="微软雅黑" panose="020B0503020204020204" pitchFamily="34" charset="-122"/>
              </a:rPr>
              <a:t>  进一步</a:t>
            </a:r>
            <a:r>
              <a:rPr lang="zh-CN" altLang="en-US" sz="1600" dirty="0">
                <a:latin typeface="Franklin Gothic Medium" panose="020B0603020102020204" pitchFamily="34" charset="0"/>
                <a:ea typeface="微软雅黑" panose="020B0503020204020204" pitchFamily="34" charset="-122"/>
              </a:rPr>
              <a:t>理解制药机械类的结构通性，培养</a:t>
            </a:r>
            <a:endParaRPr lang="zh-CN" altLang="en-US" sz="1600" dirty="0">
              <a:latin typeface="Franklin Gothic Medium" panose="020B0603020102020204" pitchFamily="34" charset="0"/>
              <a:ea typeface="微软雅黑" panose="020B0503020204020204" pitchFamily="34" charset="-122"/>
            </a:endParaRPr>
          </a:p>
        </p:txBody>
      </p:sp>
      <p:sp>
        <p:nvSpPr>
          <p:cNvPr id="58388" name="矩形 50"/>
          <p:cNvSpPr>
            <a:spLocks noChangeArrowheads="1"/>
          </p:cNvSpPr>
          <p:nvPr/>
        </p:nvSpPr>
        <p:spPr bwMode="auto">
          <a:xfrm>
            <a:off x="2771775" y="4249738"/>
            <a:ext cx="4752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latin typeface="Franklin Gothic Medium" panose="020B0603020102020204" pitchFamily="34" charset="0"/>
                <a:ea typeface="微软雅黑" panose="020B0503020204020204" pitchFamily="34" charset="-122"/>
              </a:rPr>
              <a:t>树立严谨的                       ，积极动脑发现问题</a:t>
            </a:r>
            <a:endParaRPr lang="zh-CN" altLang="en-US" sz="1600">
              <a:latin typeface="Franklin Gothic Medium" panose="020B0603020102020204" pitchFamily="34" charset="0"/>
              <a:ea typeface="微软雅黑" panose="020B0503020204020204" pitchFamily="34" charset="-122"/>
            </a:endParaRPr>
          </a:p>
        </p:txBody>
      </p:sp>
      <p:sp>
        <p:nvSpPr>
          <p:cNvPr id="58389" name="矩形 39"/>
          <p:cNvSpPr>
            <a:spLocks noChangeArrowheads="1"/>
          </p:cNvSpPr>
          <p:nvPr/>
        </p:nvSpPr>
        <p:spPr bwMode="auto">
          <a:xfrm>
            <a:off x="5594350" y="3743325"/>
            <a:ext cx="1108075" cy="369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Franklin Gothic Medium" panose="020B0603020102020204" pitchFamily="34" charset="0"/>
                <a:ea typeface="微软雅黑" panose="020B0503020204020204" pitchFamily="34" charset="-122"/>
              </a:rPr>
              <a:t>学习兴趣</a:t>
            </a:r>
            <a:endParaRPr lang="zh-CN" altLang="en-US">
              <a:latin typeface="Franklin Gothic Medium" panose="020B0603020102020204" pitchFamily="34" charset="0"/>
              <a:ea typeface="微软雅黑" panose="020B0503020204020204" pitchFamily="34" charset="-122"/>
            </a:endParaRPr>
          </a:p>
        </p:txBody>
      </p:sp>
      <p:sp>
        <p:nvSpPr>
          <p:cNvPr id="58390" name="矩形 51"/>
          <p:cNvSpPr>
            <a:spLocks noChangeArrowheads="1"/>
          </p:cNvSpPr>
          <p:nvPr/>
        </p:nvSpPr>
        <p:spPr bwMode="auto">
          <a:xfrm>
            <a:off x="3894138" y="4225925"/>
            <a:ext cx="1108075" cy="369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Franklin Gothic Medium" panose="020B0603020102020204" pitchFamily="34" charset="0"/>
                <a:ea typeface="微软雅黑" panose="020B0503020204020204" pitchFamily="34" charset="-122"/>
              </a:rPr>
              <a:t>实验态度</a:t>
            </a:r>
            <a:endParaRPr lang="zh-CN" altLang="en-US">
              <a:latin typeface="Franklin Gothic Medium" panose="020B0603020102020204" pitchFamily="34" charset="0"/>
              <a:ea typeface="微软雅黑" panose="020B0503020204020204" pitchFamily="34" charset="-122"/>
            </a:endParaRPr>
          </a:p>
        </p:txBody>
      </p:sp>
      <p:sp>
        <p:nvSpPr>
          <p:cNvPr id="58391" name="矩形 46"/>
          <p:cNvSpPr>
            <a:spLocks noChangeArrowheads="1"/>
          </p:cNvSpPr>
          <p:nvPr/>
        </p:nvSpPr>
        <p:spPr bwMode="auto">
          <a:xfrm>
            <a:off x="539750" y="1235075"/>
            <a:ext cx="895350" cy="3079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FFFF"/>
                </a:solidFill>
                <a:latin typeface="微软雅黑" panose="020B0503020204020204" pitchFamily="34" charset="-122"/>
                <a:ea typeface="微软雅黑" panose="020B0503020204020204" pitchFamily="34" charset="-122"/>
              </a:rPr>
              <a:t>能力目标</a:t>
            </a:r>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35" name="Rectangle 8"/>
          <p:cNvSpPr/>
          <p:nvPr/>
        </p:nvSpPr>
        <p:spPr bwMode="auto">
          <a:xfrm>
            <a:off x="619423" y="1564084"/>
            <a:ext cx="784225" cy="141288"/>
          </a:xfrm>
          <a:custGeom>
            <a:avLst/>
            <a:gdLst>
              <a:gd name="T0" fmla="*/ 0 w 3093568"/>
              <a:gd name="T1" fmla="*/ 0 h 271442"/>
              <a:gd name="T2" fmla="*/ 50092 w 3093568"/>
              <a:gd name="T3" fmla="*/ 0 h 271442"/>
              <a:gd name="T4" fmla="*/ 50092 w 3093568"/>
              <a:gd name="T5" fmla="*/ 38279 h 271442"/>
              <a:gd name="T6" fmla="*/ 0 w 3093568"/>
              <a:gd name="T7" fmla="*/ 38279 h 271442"/>
              <a:gd name="T8" fmla="*/ 0 w 3093568"/>
              <a:gd name="T9" fmla="*/ 0 h 271442"/>
              <a:gd name="T10" fmla="*/ 0 60000 65536"/>
              <a:gd name="T11" fmla="*/ 0 60000 65536"/>
              <a:gd name="T12" fmla="*/ 0 60000 65536"/>
              <a:gd name="T13" fmla="*/ 0 60000 65536"/>
              <a:gd name="T14" fmla="*/ 0 60000 65536"/>
              <a:gd name="T15" fmla="*/ 0 w 3093568"/>
              <a:gd name="T16" fmla="*/ 0 h 271442"/>
              <a:gd name="T17" fmla="*/ 3093568 w 3093568"/>
              <a:gd name="T18" fmla="*/ 271442 h 271442"/>
            </a:gdLst>
            <a:ahLst/>
            <a:cxnLst>
              <a:cxn ang="T10">
                <a:pos x="T0" y="T1"/>
              </a:cxn>
              <a:cxn ang="T11">
                <a:pos x="T2" y="T3"/>
              </a:cxn>
              <a:cxn ang="T12">
                <a:pos x="T4" y="T5"/>
              </a:cxn>
              <a:cxn ang="T13">
                <a:pos x="T6" y="T7"/>
              </a:cxn>
              <a:cxn ang="T14">
                <a:pos x="T8" y="T9"/>
              </a:cxn>
            </a:cxnLst>
            <a:rect l="T15" t="T16" r="T17" b="T18"/>
            <a:pathLst>
              <a:path w="3093568" h="271442">
                <a:moveTo>
                  <a:pt x="0" y="0"/>
                </a:moveTo>
                <a:lnTo>
                  <a:pt x="3093568" y="0"/>
                </a:lnTo>
                <a:lnTo>
                  <a:pt x="3093568" y="271442"/>
                </a:lnTo>
                <a:cubicBezTo>
                  <a:pt x="1777407" y="81360"/>
                  <a:pt x="1788744" y="3494"/>
                  <a:pt x="0" y="271442"/>
                </a:cubicBezTo>
                <a:lnTo>
                  <a:pt x="0" y="0"/>
                </a:lnTo>
                <a:close/>
              </a:path>
            </a:pathLst>
          </a:custGeom>
          <a:solidFill>
            <a:srgbClr val="DDDDD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36" name="灯片编号占位符 35"/>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39750" y="768985"/>
            <a:ext cx="8034655" cy="3744595"/>
          </a:xfrm>
          <a:prstGeom prst="rect">
            <a:avLst/>
          </a:prstGeom>
          <a:noFill/>
        </p:spPr>
        <p:txBody>
          <a:bodyPr wrap="square" rtlCol="0" anchor="t">
            <a:spAutoFit/>
          </a:bodyPr>
          <a:p>
            <a:pPr>
              <a:lnSpc>
                <a:spcPct val="120000"/>
              </a:lnSpc>
              <a:spcBef>
                <a:spcPts val="0"/>
              </a:spcBef>
              <a:spcAft>
                <a:spcPts val="0"/>
              </a:spcAft>
            </a:pPr>
            <a:r>
              <a:rPr lang="en-US" altLang="zh-CN"/>
              <a:t>    </a:t>
            </a:r>
            <a:r>
              <a:rPr lang="zh-CN" altLang="en-US"/>
              <a:t>旋转式压片机：旋转式多冲压片机是目前常用的压片机，主要由动力部分、传动部分和工作部分组成。其工作部分有绕轴旋转的机台，机台分为三层，机台的上部装着上冲转盘，在中间为固定冲模的模盘，下部是下冲转盘；另有固定位置的上、下压轮，片重调节器，压力调节器，饲粉器，刮粉器，推片调节器，以及附属的吸尘器和防护装置。</a:t>
            </a:r>
            <a:endParaRPr lang="zh-CN" altLang="en-US"/>
          </a:p>
          <a:p>
            <a:pPr>
              <a:lnSpc>
                <a:spcPct val="120000"/>
              </a:lnSpc>
              <a:spcBef>
                <a:spcPts val="0"/>
              </a:spcBef>
              <a:spcAft>
                <a:spcPts val="0"/>
              </a:spcAft>
            </a:pPr>
            <a:r>
              <a:rPr lang="en-US" altLang="zh-CN"/>
              <a:t>    </a:t>
            </a:r>
            <a:r>
              <a:rPr lang="zh-CN" altLang="en-US"/>
              <a:t>机台转动，则上冲与下冲随转盘沿着固定的轨道有规律地上、下运动；当上、下冲经过上、下压轮时，被压轮推动使上冲向下、下冲向上运动，并对模孔中的颗粒加压；颗粒由固定位置的饲粉器不断地流入刮粉器中并由此流入模孔。压力调节器位于下压轮的下方，可调节压缩时下冲升起的高度，当上、下</a:t>
            </a:r>
            <a:endParaRPr lang="zh-CN" altLang="en-US"/>
          </a:p>
          <a:p>
            <a:pPr>
              <a:lnSpc>
                <a:spcPct val="120000"/>
              </a:lnSpc>
              <a:spcBef>
                <a:spcPts val="0"/>
              </a:spcBef>
              <a:spcAft>
                <a:spcPts val="0"/>
              </a:spcAft>
            </a:pPr>
            <a:r>
              <a:rPr lang="zh-CN" altLang="en-US"/>
              <a:t>冲间的距离越近，压力越大。片重调节器装于下冲轨道上，用于调节下冲升降以改变模孔的容积，控制片重。</a:t>
            </a:r>
            <a:endParaRPr lang="zh-CN" alt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750" y="481330"/>
            <a:ext cx="7745730" cy="2584450"/>
          </a:xfrm>
          <a:prstGeom prst="rect">
            <a:avLst/>
          </a:prstGeom>
          <a:noFill/>
        </p:spPr>
        <p:txBody>
          <a:bodyPr wrap="square" rtlCol="0" anchor="t">
            <a:spAutoFit/>
          </a:bodyPr>
          <a:p>
            <a:r>
              <a:rPr lang="zh-CN" altLang="en-US"/>
              <a:t>旋转式多冲压片机的压片过程与单冲压片机相同，分为填料、压片和出片三个步骤。</a:t>
            </a:r>
            <a:endParaRPr lang="zh-CN" altLang="en-US"/>
          </a:p>
          <a:p>
            <a:r>
              <a:rPr lang="en-US" altLang="en-US"/>
              <a:t>①</a:t>
            </a:r>
            <a:r>
              <a:rPr lang="zh-CN" altLang="en-US"/>
              <a:t>填料：下冲转到饲粉器下面时，颗粒填入模孔，当下冲继续运行到片中调节器时略有上升，经刮粉器将多余的颗粒刮去；</a:t>
            </a:r>
            <a:endParaRPr lang="zh-CN" altLang="en-US"/>
          </a:p>
          <a:p>
            <a:r>
              <a:rPr lang="en-US" altLang="en-US"/>
              <a:t>②</a:t>
            </a:r>
            <a:r>
              <a:rPr lang="zh-CN" altLang="en-US"/>
              <a:t>压片：当上冲和下冲运行至上下压轮上面时，两冲间的距离最近，将颗粒压缩成片；</a:t>
            </a:r>
            <a:endParaRPr lang="zh-CN" altLang="en-US"/>
          </a:p>
          <a:p>
            <a:r>
              <a:rPr lang="en-US" altLang="en-US"/>
              <a:t>③</a:t>
            </a:r>
            <a:r>
              <a:rPr lang="zh-CN" altLang="en-US"/>
              <a:t>出片：上冲和下冲抬起，下冲将模孔的片剂顶出模孔，药片经刮粉器推出，落入接收器中，如此反复进行。旋转压片机的饲粉方式合理，片重差异小；由上、下两方加压，压力分布均匀</a:t>
            </a:r>
            <a:r>
              <a:rPr lang="en-US" altLang="zh-CN"/>
              <a:t>;</a:t>
            </a:r>
            <a:r>
              <a:rPr lang="zh-CN" altLang="en-US"/>
              <a:t>生产效率较高。</a:t>
            </a:r>
            <a:endParaRPr lang="zh-CN" alt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008438" y="912813"/>
            <a:ext cx="4833937" cy="372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矩形 2"/>
          <p:cNvSpPr>
            <a:spLocks noChangeArrowheads="1"/>
          </p:cNvSpPr>
          <p:nvPr/>
        </p:nvSpPr>
        <p:spPr bwMode="auto">
          <a:xfrm>
            <a:off x="1003300" y="1104900"/>
            <a:ext cx="879475"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800">
                <a:solidFill>
                  <a:srgbClr val="969696"/>
                </a:solidFill>
                <a:latin typeface="方正兰亭特黑_GBK" charset="-122"/>
                <a:ea typeface="DFKai-SB" panose="03000509000000000000" pitchFamily="65" charset="-120"/>
              </a:rPr>
              <a:t>2</a:t>
            </a:r>
            <a:endParaRPr lang="en-US" altLang="zh-CN" sz="13800">
              <a:solidFill>
                <a:srgbClr val="969696"/>
              </a:solidFill>
              <a:latin typeface="方正兰亭特黑_GBK" charset="-122"/>
              <a:ea typeface="DFKai-SB" panose="03000509000000000000" pitchFamily="65" charset="-120"/>
            </a:endParaRPr>
          </a:p>
        </p:txBody>
      </p:sp>
      <p:sp>
        <p:nvSpPr>
          <p:cNvPr id="58372" name="TextBox 3"/>
          <p:cNvSpPr txBox="1">
            <a:spLocks noChangeArrowheads="1"/>
          </p:cNvSpPr>
          <p:nvPr/>
        </p:nvSpPr>
        <p:spPr bwMode="auto">
          <a:xfrm>
            <a:off x="2135188" y="3090863"/>
            <a:ext cx="1689100" cy="5238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a:solidFill>
                  <a:srgbClr val="FFFFFF"/>
                </a:solidFill>
                <a:latin typeface="Franklin Gothic Medium" panose="020B0603020102020204" pitchFamily="34" charset="0"/>
                <a:ea typeface="微软雅黑" panose="020B0503020204020204" pitchFamily="34" charset="-122"/>
              </a:rPr>
              <a:t>结构</a:t>
            </a:r>
            <a:endParaRPr lang="zh-CN" altLang="en-US" sz="2800">
              <a:solidFill>
                <a:srgbClr val="FFFFFF"/>
              </a:solidFill>
              <a:latin typeface="Franklin Gothic Medium" panose="020B0603020102020204" pitchFamily="34" charset="0"/>
              <a:ea typeface="微软雅黑" panose="020B0503020204020204" pitchFamily="34" charset="-122"/>
            </a:endParaRPr>
          </a:p>
        </p:txBody>
      </p:sp>
      <p:cxnSp>
        <p:nvCxnSpPr>
          <p:cNvPr id="59397" name="直接连接符 7"/>
          <p:cNvCxnSpPr>
            <a:cxnSpLocks noChangeShapeType="1"/>
          </p:cNvCxnSpPr>
          <p:nvPr/>
        </p:nvCxnSpPr>
        <p:spPr bwMode="auto">
          <a:xfrm>
            <a:off x="1951038" y="2195513"/>
            <a:ext cx="0" cy="161290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9398" name="直接连接符 8"/>
          <p:cNvCxnSpPr>
            <a:cxnSpLocks noChangeShapeType="1"/>
          </p:cNvCxnSpPr>
          <p:nvPr/>
        </p:nvCxnSpPr>
        <p:spPr bwMode="auto">
          <a:xfrm>
            <a:off x="1003300" y="2943225"/>
            <a:ext cx="3641725" cy="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8375" name="直接连接符 9"/>
          <p:cNvCxnSpPr>
            <a:cxnSpLocks noChangeShapeType="1"/>
          </p:cNvCxnSpPr>
          <p:nvPr/>
        </p:nvCxnSpPr>
        <p:spPr bwMode="auto">
          <a:xfrm>
            <a:off x="-2419350" y="2943225"/>
            <a:ext cx="2382837" cy="0"/>
          </a:xfrm>
          <a:prstGeom prst="line">
            <a:avLst/>
          </a:prstGeom>
          <a:noFill/>
          <a:ln w="3175">
            <a:solidFill>
              <a:srgbClr val="000000"/>
            </a:solidFill>
            <a:round/>
          </a:ln>
          <a:extLst>
            <a:ext uri="{909E8E84-426E-40DD-AFC4-6F175D3DCCD1}">
              <a14:hiddenFill xmlns:a14="http://schemas.microsoft.com/office/drawing/2010/main">
                <a:noFill/>
              </a14:hiddenFill>
            </a:ext>
          </a:extLst>
        </p:spPr>
      </p:cxnSp>
      <p:cxnSp>
        <p:nvCxnSpPr>
          <p:cNvPr id="58376" name="直接连接符 10"/>
          <p:cNvCxnSpPr>
            <a:cxnSpLocks noChangeShapeType="1"/>
          </p:cNvCxnSpPr>
          <p:nvPr/>
        </p:nvCxnSpPr>
        <p:spPr bwMode="auto">
          <a:xfrm>
            <a:off x="1954213" y="-2346325"/>
            <a:ext cx="0" cy="2317750"/>
          </a:xfrm>
          <a:prstGeom prst="line">
            <a:avLst/>
          </a:prstGeom>
          <a:noFill/>
          <a:ln w="3175">
            <a:solidFill>
              <a:schemeClr val="tx1"/>
            </a:solidFill>
            <a:round/>
          </a:ln>
          <a:extLst>
            <a:ext uri="{909E8E84-426E-40DD-AFC4-6F175D3DCCD1}">
              <a14:hiddenFill xmlns:a14="http://schemas.microsoft.com/office/drawing/2010/main">
                <a:noFill/>
              </a14:hiddenFill>
            </a:ext>
          </a:extLst>
        </p:spPr>
      </p:cxnSp>
      <p:sp>
        <p:nvSpPr>
          <p:cNvPr id="58377" name="TextBox 11"/>
          <p:cNvSpPr txBox="1">
            <a:spLocks noChangeArrowheads="1"/>
          </p:cNvSpPr>
          <p:nvPr/>
        </p:nvSpPr>
        <p:spPr bwMode="auto">
          <a:xfrm>
            <a:off x="-900113"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sp>
        <p:nvSpPr>
          <p:cNvPr id="10" name="灯片编号占位符 9"/>
          <p:cNvSpPr>
            <a:spLocks noGrp="1"/>
          </p:cNvSpPr>
          <p:nvPr>
            <p:ph type="sldNum" sz="quarter" idx="12"/>
          </p:nvPr>
        </p:nvSpPr>
        <p:spPr/>
        <p:txBody>
          <a:bodyPr/>
          <a:lstStyle/>
          <a:p>
            <a:pPr>
              <a:defRPr/>
            </a:pPr>
            <a:fld id="{8C80F55C-9ED1-460E-83E5-A4C8508221A5}"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2222E-6 -2.22222E-6 L 4.72222E-6 0.90945 " pathEditMode="relative" rAng="0" ptsTypes="AA">
                                      <p:cBhvr>
                                        <p:cTn id="6" dur="500" fill="hold"/>
                                        <p:tgtEl>
                                          <p:spTgt spid="58376"/>
                                        </p:tgtEl>
                                        <p:attrNameLst>
                                          <p:attrName>ppt_x</p:attrName>
                                          <p:attrName>ppt_y</p:attrName>
                                        </p:attrNameLst>
                                      </p:cBhvr>
                                      <p:rCtr x="0" y="4547200"/>
                                    </p:animMotion>
                                  </p:childTnLst>
                                </p:cTn>
                              </p:par>
                              <p:par>
                                <p:cTn id="7" presetID="42" presetClass="path" presetSubtype="0" accel="50000" decel="50000" fill="hold" nodeType="withEffect">
                                  <p:stCondLst>
                                    <p:cond delay="0"/>
                                  </p:stCondLst>
                                  <p:childTnLst>
                                    <p:animMotion origin="layout" path="M 1.38889E-6 -4.04775E-6 L 0.53976 0.00139 " pathEditMode="relative" rAng="0" ptsTypes="AA">
                                      <p:cBhvr>
                                        <p:cTn id="8" dur="500" fill="hold"/>
                                        <p:tgtEl>
                                          <p:spTgt spid="58375"/>
                                        </p:tgtEl>
                                        <p:attrNameLst>
                                          <p:attrName>ppt_x</p:attrName>
                                          <p:attrName>ppt_y</p:attrName>
                                        </p:attrNameLst>
                                      </p:cBhvr>
                                      <p:rCtr x="2697900" y="5600"/>
                                    </p:animMotion>
                                  </p:childTnLst>
                                </p:cTn>
                              </p:par>
                              <p:par>
                                <p:cTn id="9" presetID="10" presetClass="exit" presetSubtype="0" fill="hold" nodeType="withEffect">
                                  <p:stCondLst>
                                    <p:cond delay="0"/>
                                  </p:stCondLst>
                                  <p:childTnLst>
                                    <p:animEffect transition="out" filter="fade">
                                      <p:cBhvr>
                                        <p:cTn id="10" dur="500"/>
                                        <p:tgtEl>
                                          <p:spTgt spid="58376"/>
                                        </p:tgtEl>
                                      </p:cBhvr>
                                    </p:animEffect>
                                    <p:set>
                                      <p:cBhvr>
                                        <p:cTn id="11" dur="1" fill="hold">
                                          <p:stCondLst>
                                            <p:cond delay="499"/>
                                          </p:stCondLst>
                                        </p:cTn>
                                        <p:tgtEl>
                                          <p:spTgt spid="58376"/>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58375"/>
                                        </p:tgtEl>
                                      </p:cBhvr>
                                    </p:animEffect>
                                    <p:set>
                                      <p:cBhvr>
                                        <p:cTn id="14" dur="1" fill="hold">
                                          <p:stCondLst>
                                            <p:cond delay="499"/>
                                          </p:stCondLst>
                                        </p:cTn>
                                        <p:tgtEl>
                                          <p:spTgt spid="58375"/>
                                        </p:tgtEl>
                                        <p:attrNameLst>
                                          <p:attrName>style.visibility</p:attrName>
                                        </p:attrNameLst>
                                      </p:cBhvr>
                                      <p:to>
                                        <p:strVal val="hidden"/>
                                      </p:to>
                                    </p:set>
                                  </p:childTnLst>
                                </p:cTn>
                              </p:par>
                            </p:childTnLst>
                          </p:cTn>
                        </p:par>
                        <p:par>
                          <p:cTn id="15" fill="hold">
                            <p:stCondLst>
                              <p:cond delay="500"/>
                            </p:stCondLst>
                            <p:childTnLst>
                              <p:par>
                                <p:cTn id="16" presetID="42" presetClass="path" presetSubtype="0" fill="hold" grpId="0" nodeType="afterEffect">
                                  <p:stCondLst>
                                    <p:cond delay="0"/>
                                  </p:stCondLst>
                                  <p:childTnLst>
                                    <p:animMotion origin="layout" path="M 3.61111E-6 2.22222E-6 L 0.43698 0.00389 " pathEditMode="relative" rAng="0" ptsTypes="AA">
                                      <p:cBhvr>
                                        <p:cTn id="17" dur="500" fill="hold"/>
                                        <p:tgtEl>
                                          <p:spTgt spid="58377"/>
                                        </p:tgtEl>
                                        <p:attrNameLst>
                                          <p:attrName>ppt_x</p:attrName>
                                          <p:attrName>ppt_y</p:attrName>
                                        </p:attrNameLst>
                                      </p:cBhvr>
                                      <p:rCtr x="2184000" y="19400"/>
                                    </p:animMotion>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58371"/>
                                        </p:tgtEl>
                                        <p:attrNameLst>
                                          <p:attrName>style.visibility</p:attrName>
                                        </p:attrNameLst>
                                      </p:cBhvr>
                                      <p:to>
                                        <p:strVal val="visible"/>
                                      </p:to>
                                    </p:set>
                                    <p:animEffect transition="in" filter="randombar(horizontal)">
                                      <p:cBhvr>
                                        <p:cTn id="21" dur="500"/>
                                        <p:tgtEl>
                                          <p:spTgt spid="58371"/>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8372"/>
                                        </p:tgtEl>
                                        <p:attrNameLst>
                                          <p:attrName>style.visibility</p:attrName>
                                        </p:attrNameLst>
                                      </p:cBhvr>
                                      <p:to>
                                        <p:strVal val="visible"/>
                                      </p:to>
                                    </p:set>
                                    <p:animEffect transition="in" filter="randombar(horizontal)">
                                      <p:cBhvr>
                                        <p:cTn id="24" dur="500"/>
                                        <p:tgtEl>
                                          <p:spTgt spid="58372"/>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58370"/>
                                        </p:tgtEl>
                                        <p:attrNameLst>
                                          <p:attrName>style.visibility</p:attrName>
                                        </p:attrNameLst>
                                      </p:cBhvr>
                                      <p:to>
                                        <p:strVal val="visible"/>
                                      </p:to>
                                    </p:set>
                                    <p:animEffect transition="in" filter="fade">
                                      <p:cBhvr>
                                        <p:cTn id="28"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P spid="58372" grpId="0" animBg="1" autoUpdateAnimBg="0"/>
      <p:bldP spid="5837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组合 18"/>
          <p:cNvGrpSpPr/>
          <p:nvPr/>
        </p:nvGrpSpPr>
        <p:grpSpPr bwMode="auto">
          <a:xfrm>
            <a:off x="-25400" y="4360863"/>
            <a:ext cx="9180513" cy="1587500"/>
            <a:chOff x="0" y="0"/>
            <a:chExt cx="9181274" cy="1588274"/>
          </a:xfrm>
        </p:grpSpPr>
        <p:sp>
          <p:nvSpPr>
            <p:cNvPr id="6044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044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0419"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0420"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0421"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0422"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chemeClr val="bg1"/>
                </a:solidFill>
                <a:latin typeface="Franklin Gothic Medium" panose="020B0603020102020204" pitchFamily="34" charset="0"/>
                <a:ea typeface="微软雅黑" panose="020B0503020204020204" pitchFamily="34" charset="-122"/>
              </a:rPr>
              <a:t>整体外观</a:t>
            </a:r>
            <a:endParaRPr lang="zh-CN" altLang="en-US" sz="1400">
              <a:solidFill>
                <a:schemeClr val="bg1"/>
              </a:solidFill>
              <a:latin typeface="Franklin Gothic Medium" panose="020B0603020102020204" pitchFamily="34" charset="0"/>
              <a:ea typeface="微软雅黑" panose="020B0503020204020204" pitchFamily="34" charset="-122"/>
            </a:endParaRPr>
          </a:p>
        </p:txBody>
      </p:sp>
      <p:sp>
        <p:nvSpPr>
          <p:cNvPr id="60423" name="TextBox 40"/>
          <p:cNvSpPr txBox="1">
            <a:spLocks noChangeArrowheads="1"/>
          </p:cNvSpPr>
          <p:nvPr/>
        </p:nvSpPr>
        <p:spPr bwMode="auto">
          <a:xfrm>
            <a:off x="5111750" y="5223773"/>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各部分结构</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60425" name="等腰三角形 33"/>
          <p:cNvSpPr>
            <a:spLocks noChangeArrowheads="1"/>
          </p:cNvSpPr>
          <p:nvPr/>
        </p:nvSpPr>
        <p:spPr bwMode="auto">
          <a:xfrm>
            <a:off x="2311400"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0426" name="矩形 37"/>
          <p:cNvSpPr>
            <a:spLocks noChangeArrowheads="1"/>
          </p:cNvSpPr>
          <p:nvPr/>
        </p:nvSpPr>
        <p:spPr bwMode="auto">
          <a:xfrm rot="1414157">
            <a:off x="6462713" y="282575"/>
            <a:ext cx="3167062"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cxnSp>
        <p:nvCxnSpPr>
          <p:cNvPr id="59417" name="直接连接符 51"/>
          <p:cNvCxnSpPr>
            <a:cxnSpLocks noChangeShapeType="1"/>
          </p:cNvCxnSpPr>
          <p:nvPr/>
        </p:nvCxnSpPr>
        <p:spPr bwMode="auto">
          <a:xfrm>
            <a:off x="3780805" y="4360863"/>
            <a:ext cx="1785937" cy="0"/>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59418" name="直接连接符 49"/>
          <p:cNvCxnSpPr>
            <a:cxnSpLocks noChangeShapeType="1"/>
          </p:cNvCxnSpPr>
          <p:nvPr/>
        </p:nvCxnSpPr>
        <p:spPr bwMode="auto">
          <a:xfrm>
            <a:off x="3322017" y="3756025"/>
            <a:ext cx="471488" cy="604838"/>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59419" name="圆角矩形 60"/>
          <p:cNvSpPr>
            <a:spLocks noChangeArrowheads="1"/>
          </p:cNvSpPr>
          <p:nvPr/>
        </p:nvSpPr>
        <p:spPr bwMode="auto">
          <a:xfrm>
            <a:off x="5544517" y="1363663"/>
            <a:ext cx="2555875" cy="3024187"/>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9422" name="矩形 65"/>
          <p:cNvSpPr>
            <a:spLocks noChangeArrowheads="1"/>
          </p:cNvSpPr>
          <p:nvPr/>
        </p:nvSpPr>
        <p:spPr bwMode="auto">
          <a:xfrm>
            <a:off x="5650880" y="2981325"/>
            <a:ext cx="1441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月形栅式加料器</a:t>
            </a:r>
            <a:endParaRPr lang="zh-CN" altLang="en-US" sz="1400">
              <a:latin typeface="Franklin Gothic Medium" panose="020B0603020102020204" pitchFamily="34" charset="0"/>
              <a:ea typeface="微软雅黑" panose="020B0503020204020204" pitchFamily="34" charset="-122"/>
            </a:endParaRPr>
          </a:p>
        </p:txBody>
      </p:sp>
      <p:sp>
        <p:nvSpPr>
          <p:cNvPr id="59423" name="TextBox 66"/>
          <p:cNvSpPr txBox="1">
            <a:spLocks noChangeArrowheads="1"/>
          </p:cNvSpPr>
          <p:nvPr/>
        </p:nvSpPr>
        <p:spPr bwMode="auto">
          <a:xfrm>
            <a:off x="5690567" y="3357563"/>
            <a:ext cx="2266950" cy="3079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solidFill>
                  <a:schemeClr val="bg1"/>
                </a:solidFill>
                <a:latin typeface="Franklin Gothic Medium" panose="020B0603020102020204" pitchFamily="34" charset="0"/>
                <a:ea typeface="微软雅黑" panose="020B0503020204020204" pitchFamily="34" charset="-122"/>
              </a:rPr>
              <a:t>上下压轮、压力调节装置</a:t>
            </a:r>
            <a:endParaRPr lang="zh-CN" altLang="en-US" sz="1400">
              <a:solidFill>
                <a:schemeClr val="bg1"/>
              </a:solidFill>
              <a:latin typeface="Franklin Gothic Medium" panose="020B0603020102020204" pitchFamily="34" charset="0"/>
              <a:ea typeface="微软雅黑" panose="020B0503020204020204" pitchFamily="34" charset="-122"/>
            </a:endParaRPr>
          </a:p>
        </p:txBody>
      </p:sp>
      <p:sp>
        <p:nvSpPr>
          <p:cNvPr id="59424" name="矩形 67"/>
          <p:cNvSpPr>
            <a:spLocks noChangeArrowheads="1"/>
          </p:cNvSpPr>
          <p:nvPr/>
        </p:nvSpPr>
        <p:spPr bwMode="auto">
          <a:xfrm>
            <a:off x="5627067" y="3889375"/>
            <a:ext cx="22336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填充轨道、片重调节装置</a:t>
            </a:r>
            <a:endParaRPr lang="zh-CN" altLang="en-US" sz="1400">
              <a:latin typeface="Franklin Gothic Medium" panose="020B0603020102020204" pitchFamily="34" charset="0"/>
              <a:ea typeface="微软雅黑" panose="020B0503020204020204" pitchFamily="34" charset="-122"/>
            </a:endParaRPr>
          </a:p>
        </p:txBody>
      </p:sp>
      <p:pic>
        <p:nvPicPr>
          <p:cNvPr id="60433" name="图片 8"/>
          <p:cNvPicPr>
            <a:picLocks noChangeAspect="1"/>
          </p:cNvPicPr>
          <p:nvPr/>
        </p:nvPicPr>
        <p:blipFill>
          <a:blip r:embed="rId1" cstate="print">
            <a:extLst>
              <a:ext uri="{28A0092B-C50C-407E-A947-70E740481C1C}">
                <a14:useLocalDpi xmlns:a14="http://schemas.microsoft.com/office/drawing/2010/main" val="0"/>
              </a:ext>
            </a:extLst>
          </a:blip>
          <a:srcRect l="11400" t="3445" r="8578" b="1257"/>
          <a:stretch>
            <a:fillRect/>
          </a:stretch>
        </p:blipFill>
        <p:spPr bwMode="auto">
          <a:xfrm>
            <a:off x="1094755" y="527050"/>
            <a:ext cx="2195512" cy="3924300"/>
          </a:xfrm>
          <a:prstGeom prst="rect">
            <a:avLst/>
          </a:prstGeom>
          <a:noFill/>
          <a:ln>
            <a:noFill/>
          </a:ln>
          <a:scene3d>
            <a:camera prst="orthographicFront"/>
            <a:lightRig rig="threePt" dir="t"/>
          </a:scene3d>
          <a:sp3d contourW="63500">
            <a:bevelT w="165100" h="114300" prst="coolSlant"/>
            <a:bevelB/>
            <a:contourClr>
              <a:schemeClr val="tx2">
                <a:lumMod val="60000"/>
                <a:lumOff val="40000"/>
              </a:schemeClr>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65"/>
          <p:cNvSpPr>
            <a:spLocks noChangeArrowheads="1"/>
          </p:cNvSpPr>
          <p:nvPr/>
        </p:nvSpPr>
        <p:spPr bwMode="auto">
          <a:xfrm>
            <a:off x="5661992" y="1484313"/>
            <a:ext cx="1081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机座、电机</a:t>
            </a:r>
            <a:endParaRPr lang="zh-CN" altLang="en-US" sz="1400">
              <a:latin typeface="Franklin Gothic Medium" panose="020B0603020102020204" pitchFamily="34" charset="0"/>
              <a:ea typeface="微软雅黑" panose="020B0503020204020204" pitchFamily="34" charset="-122"/>
            </a:endParaRPr>
          </a:p>
        </p:txBody>
      </p:sp>
      <p:sp>
        <p:nvSpPr>
          <p:cNvPr id="36" name="矩形 65"/>
          <p:cNvSpPr>
            <a:spLocks noChangeArrowheads="1"/>
          </p:cNvSpPr>
          <p:nvPr/>
        </p:nvSpPr>
        <p:spPr bwMode="auto">
          <a:xfrm>
            <a:off x="5722317" y="2189163"/>
            <a:ext cx="1082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Franklin Gothic Medium" panose="020B0603020102020204" pitchFamily="34" charset="0"/>
                <a:ea typeface="微软雅黑" panose="020B0503020204020204" pitchFamily="34" charset="-122"/>
              </a:rPr>
              <a:t>转盘、料斗</a:t>
            </a:r>
            <a:endParaRPr lang="zh-CN" altLang="en-US" sz="1400">
              <a:latin typeface="Franklin Gothic Medium" panose="020B0603020102020204" pitchFamily="34" charset="0"/>
              <a:ea typeface="微软雅黑" panose="020B0503020204020204" pitchFamily="34" charset="-122"/>
            </a:endParaRPr>
          </a:p>
        </p:txBody>
      </p:sp>
      <p:sp>
        <p:nvSpPr>
          <p:cNvPr id="37" name="TextBox 64"/>
          <p:cNvSpPr txBox="1">
            <a:spLocks noChangeArrowheads="1"/>
          </p:cNvSpPr>
          <p:nvPr/>
        </p:nvSpPr>
        <p:spPr bwMode="auto">
          <a:xfrm>
            <a:off x="5690567" y="2549525"/>
            <a:ext cx="1690688" cy="3079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solidFill>
                  <a:schemeClr val="bg1"/>
                </a:solidFill>
                <a:latin typeface="Franklin Gothic Medium" panose="020B0603020102020204" pitchFamily="34" charset="0"/>
                <a:ea typeface="微软雅黑" panose="020B0503020204020204" pitchFamily="34" charset="-122"/>
              </a:rPr>
              <a:t>上下冲头、中模</a:t>
            </a:r>
            <a:endParaRPr lang="zh-CN" altLang="en-US" sz="1400">
              <a:solidFill>
                <a:schemeClr val="bg1"/>
              </a:solidFill>
              <a:latin typeface="Franklin Gothic Medium" panose="020B0603020102020204" pitchFamily="34" charset="0"/>
              <a:ea typeface="微软雅黑" panose="020B0503020204020204" pitchFamily="34" charset="-122"/>
            </a:endParaRPr>
          </a:p>
        </p:txBody>
      </p:sp>
      <p:sp>
        <p:nvSpPr>
          <p:cNvPr id="38" name="TextBox 64"/>
          <p:cNvSpPr txBox="1">
            <a:spLocks noChangeArrowheads="1"/>
          </p:cNvSpPr>
          <p:nvPr/>
        </p:nvSpPr>
        <p:spPr bwMode="auto">
          <a:xfrm>
            <a:off x="5690567" y="1830388"/>
            <a:ext cx="1690688" cy="306387"/>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solidFill>
                  <a:schemeClr val="bg1"/>
                </a:solidFill>
                <a:latin typeface="Franklin Gothic Medium" panose="020B0603020102020204" pitchFamily="34" charset="0"/>
                <a:ea typeface="微软雅黑" panose="020B0503020204020204" pitchFamily="34" charset="-122"/>
              </a:rPr>
              <a:t>总控制面板</a:t>
            </a:r>
            <a:endParaRPr lang="zh-CN" altLang="en-US" sz="1400">
              <a:solidFill>
                <a:schemeClr val="bg1"/>
              </a:solidFill>
              <a:latin typeface="Franklin Gothic Medium" panose="020B0603020102020204" pitchFamily="34" charset="0"/>
              <a:ea typeface="微软雅黑" panose="020B0503020204020204" pitchFamily="34" charset="-122"/>
            </a:endParaRPr>
          </a:p>
        </p:txBody>
      </p:sp>
      <p:grpSp>
        <p:nvGrpSpPr>
          <p:cNvPr id="26" name="组合 11"/>
          <p:cNvGrpSpPr>
            <a:grpSpLocks noChangeAspect="1"/>
          </p:cNvGrpSpPr>
          <p:nvPr/>
        </p:nvGrpSpPr>
        <p:grpSpPr bwMode="auto">
          <a:xfrm>
            <a:off x="8182942" y="4196080"/>
            <a:ext cx="942975" cy="944562"/>
            <a:chOff x="0" y="0"/>
            <a:chExt cx="1388581" cy="1388581"/>
          </a:xfrm>
        </p:grpSpPr>
        <p:sp>
          <p:nvSpPr>
            <p:cNvPr id="27"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8"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9" name="灯片编号占位符 28"/>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9418"/>
                                        </p:tgtEl>
                                        <p:attrNameLst>
                                          <p:attrName>style.visibility</p:attrName>
                                        </p:attrNameLst>
                                      </p:cBhvr>
                                      <p:to>
                                        <p:strVal val="visible"/>
                                      </p:to>
                                    </p:set>
                                    <p:animEffect transition="in" filter="wipe(left)">
                                      <p:cBhvr>
                                        <p:cTn id="7" dur="500"/>
                                        <p:tgtEl>
                                          <p:spTgt spid="594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9417"/>
                                        </p:tgtEl>
                                        <p:attrNameLst>
                                          <p:attrName>style.visibility</p:attrName>
                                        </p:attrNameLst>
                                      </p:cBhvr>
                                      <p:to>
                                        <p:strVal val="visible"/>
                                      </p:to>
                                    </p:set>
                                    <p:animEffect transition="in" filter="wipe(left)">
                                      <p:cBhvr>
                                        <p:cTn id="11" dur="500"/>
                                        <p:tgtEl>
                                          <p:spTgt spid="5941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9419"/>
                                        </p:tgtEl>
                                        <p:attrNameLst>
                                          <p:attrName>style.visibility</p:attrName>
                                        </p:attrNameLst>
                                      </p:cBhvr>
                                      <p:to>
                                        <p:strVal val="visible"/>
                                      </p:to>
                                    </p:set>
                                    <p:animEffect transition="in" filter="wipe(left)">
                                      <p:cBhvr>
                                        <p:cTn id="15" dur="500"/>
                                        <p:tgtEl>
                                          <p:spTgt spid="5941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9422"/>
                                        </p:tgtEl>
                                        <p:attrNameLst>
                                          <p:attrName>style.visibility</p:attrName>
                                        </p:attrNameLst>
                                      </p:cBhvr>
                                      <p:to>
                                        <p:strVal val="visible"/>
                                      </p:to>
                                    </p:set>
                                    <p:animEffect transition="in" filter="wipe(left)">
                                      <p:cBhvr>
                                        <p:cTn id="18" dur="500"/>
                                        <p:tgtEl>
                                          <p:spTgt spid="5942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9423"/>
                                        </p:tgtEl>
                                        <p:attrNameLst>
                                          <p:attrName>style.visibility</p:attrName>
                                        </p:attrNameLst>
                                      </p:cBhvr>
                                      <p:to>
                                        <p:strVal val="visible"/>
                                      </p:to>
                                    </p:set>
                                    <p:animEffect transition="in" filter="wipe(left)">
                                      <p:cBhvr>
                                        <p:cTn id="21" dur="500"/>
                                        <p:tgtEl>
                                          <p:spTgt spid="5942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9424"/>
                                        </p:tgtEl>
                                        <p:attrNameLst>
                                          <p:attrName>style.visibility</p:attrName>
                                        </p:attrNameLst>
                                      </p:cBhvr>
                                      <p:to>
                                        <p:strVal val="visible"/>
                                      </p:to>
                                    </p:set>
                                    <p:animEffect transition="in" filter="wipe(left)">
                                      <p:cBhvr>
                                        <p:cTn id="24" dur="500"/>
                                        <p:tgtEl>
                                          <p:spTgt spid="5942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wipe(left)">
                                      <p:cBhvr>
                                        <p:cTn id="33" dur="500"/>
                                        <p:tgtEl>
                                          <p:spTgt spid="37"/>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left)">
                                      <p:cBhvr>
                                        <p:cTn id="3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19" grpId="0" animBg="1" autoUpdateAnimBg="0"/>
      <p:bldP spid="59422" grpId="0" autoUpdateAnimBg="0"/>
      <p:bldP spid="59423" grpId="0" animBg="1" autoUpdateAnimBg="0"/>
      <p:bldP spid="59424" grpId="0" autoUpdateAnimBg="0"/>
      <p:bldP spid="35" grpId="0" autoUpdateAnimBg="0"/>
      <p:bldP spid="36" grpId="0" autoUpdateAnimBg="0"/>
      <p:bldP spid="37" grpId="0" animBg="1" autoUpdateAnimBg="0"/>
      <p:bldP spid="38"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圆角矩形 14"/>
          <p:cNvSpPr>
            <a:spLocks noChangeArrowheads="1"/>
          </p:cNvSpPr>
          <p:nvPr/>
        </p:nvSpPr>
        <p:spPr bwMode="auto">
          <a:xfrm>
            <a:off x="887413" y="119063"/>
            <a:ext cx="3273425" cy="4464050"/>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61443" name="组合 18"/>
          <p:cNvGrpSpPr/>
          <p:nvPr/>
        </p:nvGrpSpPr>
        <p:grpSpPr bwMode="auto">
          <a:xfrm>
            <a:off x="-25400" y="4360863"/>
            <a:ext cx="9180513" cy="1587500"/>
            <a:chOff x="0" y="0"/>
            <a:chExt cx="9181274" cy="1588274"/>
          </a:xfrm>
        </p:grpSpPr>
        <p:sp>
          <p:nvSpPr>
            <p:cNvPr id="6146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146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1444"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1445"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1446"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1447" name="TextBox 22"/>
          <p:cNvSpPr txBox="1">
            <a:spLocks noChangeArrowheads="1"/>
          </p:cNvSpPr>
          <p:nvPr/>
        </p:nvSpPr>
        <p:spPr bwMode="auto">
          <a:xfrm>
            <a:off x="1376363" y="5160963"/>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整体外观</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61448" name="TextBox 40"/>
          <p:cNvSpPr txBox="1">
            <a:spLocks noChangeArrowheads="1"/>
          </p:cNvSpPr>
          <p:nvPr/>
        </p:nvSpPr>
        <p:spPr bwMode="auto">
          <a:xfrm>
            <a:off x="5219700" y="5156661"/>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各部分结构</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1450" name="等腰三角形 33"/>
          <p:cNvSpPr>
            <a:spLocks noChangeArrowheads="1"/>
          </p:cNvSpPr>
          <p:nvPr/>
        </p:nvSpPr>
        <p:spPr bwMode="auto">
          <a:xfrm>
            <a:off x="6200775" y="5001709"/>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1451"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cxnSp>
        <p:nvCxnSpPr>
          <p:cNvPr id="61452" name="直接连接符 36"/>
          <p:cNvCxnSpPr>
            <a:cxnSpLocks noChangeShapeType="1"/>
          </p:cNvCxnSpPr>
          <p:nvPr/>
        </p:nvCxnSpPr>
        <p:spPr bwMode="auto">
          <a:xfrm>
            <a:off x="-252413" y="2641600"/>
            <a:ext cx="930276" cy="0"/>
          </a:xfrm>
          <a:prstGeom prst="line">
            <a:avLst/>
          </a:prstGeom>
          <a:noFill/>
          <a:ln w="6350">
            <a:solidFill>
              <a:srgbClr val="808080"/>
            </a:solidFill>
            <a:round/>
            <a:headEnd type="oval" w="med" len="med"/>
            <a:tailEnd type="oval" w="med" len="med"/>
          </a:ln>
          <a:extLst>
            <a:ext uri="{909E8E84-426E-40DD-AFC4-6F175D3DCCD1}">
              <a14:hiddenFill xmlns:a14="http://schemas.microsoft.com/office/drawing/2010/main">
                <a:noFill/>
              </a14:hiddenFill>
            </a:ext>
          </a:extLst>
        </p:spPr>
      </p:cxnSp>
      <p:pic>
        <p:nvPicPr>
          <p:cNvPr id="61453" name="图片 1"/>
          <p:cNvPicPr/>
          <p:nvPr/>
        </p:nvPicPr>
        <p:blipFill>
          <a:blip r:embed="rId1" cstate="print">
            <a:extLst>
              <a:ext uri="{28A0092B-C50C-407E-A947-70E740481C1C}">
                <a14:useLocalDpi xmlns:a14="http://schemas.microsoft.com/office/drawing/2010/main" val="0"/>
              </a:ext>
            </a:extLst>
          </a:blip>
          <a:srcRect t="4413" r="8347" b="9290"/>
          <a:stretch>
            <a:fillRect/>
          </a:stretch>
        </p:blipFill>
        <p:spPr bwMode="auto">
          <a:xfrm>
            <a:off x="891670" y="117979"/>
            <a:ext cx="3273102" cy="4467381"/>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51"/>
          <p:cNvCxnSpPr>
            <a:cxnSpLocks noChangeShapeType="1"/>
          </p:cNvCxnSpPr>
          <p:nvPr/>
        </p:nvCxnSpPr>
        <p:spPr bwMode="auto">
          <a:xfrm flipV="1">
            <a:off x="4462463" y="2425452"/>
            <a:ext cx="1538287" cy="151765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cxnSp>
        <p:nvCxnSpPr>
          <p:cNvPr id="35" name="直接连接符 49"/>
          <p:cNvCxnSpPr>
            <a:cxnSpLocks noChangeShapeType="1"/>
          </p:cNvCxnSpPr>
          <p:nvPr/>
        </p:nvCxnSpPr>
        <p:spPr bwMode="auto">
          <a:xfrm flipH="1">
            <a:off x="3419872" y="3937620"/>
            <a:ext cx="1036638" cy="0"/>
          </a:xfrm>
          <a:prstGeom prst="line">
            <a:avLst/>
          </a:prstGeom>
          <a:noFill/>
          <a:ln w="19050">
            <a:solidFill>
              <a:srgbClr val="808080"/>
            </a:solidFill>
            <a:round/>
            <a:headEnd type="oval" w="med" len="med"/>
          </a:ln>
          <a:extLst>
            <a:ext uri="{909E8E84-426E-40DD-AFC4-6F175D3DCCD1}">
              <a14:hiddenFill xmlns:a14="http://schemas.microsoft.com/office/drawing/2010/main">
                <a:noFill/>
              </a14:hiddenFill>
            </a:ext>
          </a:extLst>
        </p:spPr>
      </p:cxnSp>
      <p:sp>
        <p:nvSpPr>
          <p:cNvPr id="36" name="圆角矩形 60"/>
          <p:cNvSpPr>
            <a:spLocks noChangeArrowheads="1"/>
          </p:cNvSpPr>
          <p:nvPr/>
        </p:nvSpPr>
        <p:spPr bwMode="auto">
          <a:xfrm>
            <a:off x="6011863" y="1347788"/>
            <a:ext cx="1800497" cy="1439862"/>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38" name="TextBox 66"/>
          <p:cNvSpPr txBox="1">
            <a:spLocks noChangeArrowheads="1"/>
          </p:cNvSpPr>
          <p:nvPr/>
        </p:nvSpPr>
        <p:spPr bwMode="auto">
          <a:xfrm>
            <a:off x="6405563" y="1589088"/>
            <a:ext cx="1008000" cy="400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chemeClr val="bg1"/>
                </a:solidFill>
                <a:latin typeface="Franklin Gothic Medium" panose="020B0603020102020204" pitchFamily="34" charset="0"/>
                <a:ea typeface="微软雅黑" panose="020B0503020204020204" pitchFamily="34" charset="-122"/>
              </a:rPr>
              <a:t>电机</a:t>
            </a:r>
            <a:endParaRPr lang="zh-CN" altLang="en-US" sz="2000">
              <a:solidFill>
                <a:schemeClr val="bg1"/>
              </a:solidFill>
              <a:latin typeface="Franklin Gothic Medium" panose="020B0603020102020204" pitchFamily="34" charset="0"/>
              <a:ea typeface="微软雅黑" panose="020B0503020204020204" pitchFamily="34" charset="-122"/>
            </a:endParaRPr>
          </a:p>
        </p:txBody>
      </p:sp>
      <p:cxnSp>
        <p:nvCxnSpPr>
          <p:cNvPr id="48" name="直接连接符 51"/>
          <p:cNvCxnSpPr>
            <a:cxnSpLocks noChangeShapeType="1"/>
          </p:cNvCxnSpPr>
          <p:nvPr/>
        </p:nvCxnSpPr>
        <p:spPr bwMode="auto">
          <a:xfrm flipV="1">
            <a:off x="2654300" y="1787525"/>
            <a:ext cx="1773238" cy="1438275"/>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cxnSp>
        <p:nvCxnSpPr>
          <p:cNvPr id="49" name="直接连接符 49"/>
          <p:cNvCxnSpPr>
            <a:cxnSpLocks noChangeShapeType="1"/>
          </p:cNvCxnSpPr>
          <p:nvPr/>
        </p:nvCxnSpPr>
        <p:spPr bwMode="auto">
          <a:xfrm flipH="1">
            <a:off x="4427538" y="1789113"/>
            <a:ext cx="1584325" cy="0"/>
          </a:xfrm>
          <a:prstGeom prst="line">
            <a:avLst/>
          </a:prstGeom>
          <a:noFill/>
          <a:ln w="19050" cap="sq">
            <a:solidFill>
              <a:srgbClr val="808080"/>
            </a:solidFill>
            <a:bevel/>
            <a:headEnd type="oval" w="med" len="med"/>
          </a:ln>
          <a:extLst>
            <a:ext uri="{909E8E84-426E-40DD-AFC4-6F175D3DCCD1}">
              <a14:hiddenFill xmlns:a14="http://schemas.microsoft.com/office/drawing/2010/main">
                <a:noFill/>
              </a14:hiddenFill>
            </a:ext>
          </a:extLst>
        </p:spPr>
      </p:cxnSp>
      <p:sp>
        <p:nvSpPr>
          <p:cNvPr id="23" name="TextBox 66"/>
          <p:cNvSpPr txBox="1">
            <a:spLocks noChangeArrowheads="1"/>
          </p:cNvSpPr>
          <p:nvPr/>
        </p:nvSpPr>
        <p:spPr bwMode="auto">
          <a:xfrm>
            <a:off x="6405563" y="2213644"/>
            <a:ext cx="1008000" cy="400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机座</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grpSp>
        <p:nvGrpSpPr>
          <p:cNvPr id="29" name="组合 11"/>
          <p:cNvGrpSpPr>
            <a:grpSpLocks noChangeAspect="1"/>
          </p:cNvGrpSpPr>
          <p:nvPr/>
        </p:nvGrpSpPr>
        <p:grpSpPr bwMode="auto">
          <a:xfrm>
            <a:off x="8182942" y="4196080"/>
            <a:ext cx="942975" cy="944562"/>
            <a:chOff x="0" y="0"/>
            <a:chExt cx="1388581" cy="1388581"/>
          </a:xfrm>
        </p:grpSpPr>
        <p:sp>
          <p:nvSpPr>
            <p:cNvPr id="30"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5" name="灯片编号占位符 24"/>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left)">
                                      <p:cBhvr>
                                        <p:cTn id="19" dur="500"/>
                                        <p:tgtEl>
                                          <p:spTgt spid="4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wipe(left)">
                                      <p:cBhvr>
                                        <p:cTn id="23" dur="500"/>
                                        <p:tgtEl>
                                          <p:spTgt spid="49"/>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500"/>
                                        <p:tgtEl>
                                          <p:spTgt spid="38"/>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autoUpdateAnimBg="0"/>
      <p:bldP spid="38" grpId="0" animBg="1" autoUpdateAnimBg="0"/>
      <p:bldP spid="23"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圆角矩形 14"/>
          <p:cNvSpPr>
            <a:spLocks noChangeArrowheads="1"/>
          </p:cNvSpPr>
          <p:nvPr/>
        </p:nvSpPr>
        <p:spPr bwMode="auto">
          <a:xfrm>
            <a:off x="887413" y="11906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62467" name="组合 18"/>
          <p:cNvGrpSpPr/>
          <p:nvPr/>
        </p:nvGrpSpPr>
        <p:grpSpPr bwMode="auto">
          <a:xfrm>
            <a:off x="-25400" y="4360863"/>
            <a:ext cx="9180513" cy="1587500"/>
            <a:chOff x="0" y="0"/>
            <a:chExt cx="9181274" cy="1588274"/>
          </a:xfrm>
        </p:grpSpPr>
        <p:sp>
          <p:nvSpPr>
            <p:cNvPr id="62488"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2489"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2468"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2469"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2470"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2471" name="TextBox 22"/>
          <p:cNvSpPr txBox="1">
            <a:spLocks noChangeArrowheads="1"/>
          </p:cNvSpPr>
          <p:nvPr/>
        </p:nvSpPr>
        <p:spPr bwMode="auto">
          <a:xfrm>
            <a:off x="1376363" y="5160963"/>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整体外观</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62472" name="TextBox 40"/>
          <p:cNvSpPr txBox="1">
            <a:spLocks noChangeArrowheads="1"/>
          </p:cNvSpPr>
          <p:nvPr/>
        </p:nvSpPr>
        <p:spPr bwMode="auto">
          <a:xfrm>
            <a:off x="5234227" y="5160115"/>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各部分结构</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2474" name="等腰三角形 33"/>
          <p:cNvSpPr>
            <a:spLocks noChangeArrowheads="1"/>
          </p:cNvSpPr>
          <p:nvPr/>
        </p:nvSpPr>
        <p:spPr bwMode="auto">
          <a:xfrm>
            <a:off x="6200775" y="4974431"/>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2475"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cxnSp>
        <p:nvCxnSpPr>
          <p:cNvPr id="62476" name="直接连接符 36"/>
          <p:cNvCxnSpPr>
            <a:cxnSpLocks noChangeShapeType="1"/>
          </p:cNvCxnSpPr>
          <p:nvPr/>
        </p:nvCxnSpPr>
        <p:spPr bwMode="auto">
          <a:xfrm>
            <a:off x="-252413" y="2713038"/>
            <a:ext cx="930276" cy="0"/>
          </a:xfrm>
          <a:prstGeom prst="line">
            <a:avLst/>
          </a:prstGeom>
          <a:noFill/>
          <a:ln w="19050">
            <a:solidFill>
              <a:srgbClr val="808080"/>
            </a:solidFill>
            <a:round/>
            <a:headEnd type="oval" w="med" len="med"/>
            <a:tailEnd type="oval" w="med" len="med"/>
          </a:ln>
          <a:extLst>
            <a:ext uri="{909E8E84-426E-40DD-AFC4-6F175D3DCCD1}">
              <a14:hiddenFill xmlns:a14="http://schemas.microsoft.com/office/drawing/2010/main">
                <a:noFill/>
              </a14:hiddenFill>
            </a:ext>
          </a:extLst>
        </p:spPr>
      </p:cxnSp>
      <p:pic>
        <p:nvPicPr>
          <p:cNvPr id="62477" name="图片 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96141" y="133913"/>
            <a:ext cx="3058044" cy="2134085"/>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51"/>
          <p:cNvCxnSpPr>
            <a:cxnSpLocks noChangeShapeType="1"/>
          </p:cNvCxnSpPr>
          <p:nvPr/>
        </p:nvCxnSpPr>
        <p:spPr bwMode="auto">
          <a:xfrm>
            <a:off x="3923928" y="985838"/>
            <a:ext cx="1800000"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36" name="圆角矩形 60"/>
          <p:cNvSpPr>
            <a:spLocks noChangeArrowheads="1"/>
          </p:cNvSpPr>
          <p:nvPr/>
        </p:nvSpPr>
        <p:spPr bwMode="auto">
          <a:xfrm>
            <a:off x="5740400" y="655638"/>
            <a:ext cx="1609964" cy="719137"/>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38" name="TextBox 66"/>
          <p:cNvSpPr txBox="1">
            <a:spLocks noChangeArrowheads="1"/>
          </p:cNvSpPr>
          <p:nvPr/>
        </p:nvSpPr>
        <p:spPr bwMode="auto">
          <a:xfrm>
            <a:off x="5913830" y="821808"/>
            <a:ext cx="1263104"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总控面板</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62481" name="圆角矩形 14"/>
          <p:cNvSpPr>
            <a:spLocks noChangeArrowheads="1"/>
          </p:cNvSpPr>
          <p:nvPr/>
        </p:nvSpPr>
        <p:spPr bwMode="auto">
          <a:xfrm>
            <a:off x="887413" y="256381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pic>
        <p:nvPicPr>
          <p:cNvPr id="62482" name="图片 11"/>
          <p:cNvPicPr/>
          <p:nvPr/>
        </p:nvPicPr>
        <p:blipFill>
          <a:blip r:embed="rId2" cstate="print">
            <a:extLst>
              <a:ext uri="{28A0092B-C50C-407E-A947-70E740481C1C}">
                <a14:useLocalDpi xmlns:a14="http://schemas.microsoft.com/office/drawing/2010/main" val="0"/>
              </a:ext>
            </a:extLst>
          </a:blip>
          <a:srcRect r="5951"/>
          <a:stretch>
            <a:fillRect/>
          </a:stretch>
        </p:blipFill>
        <p:spPr bwMode="auto">
          <a:xfrm>
            <a:off x="887412" y="2563017"/>
            <a:ext cx="3063537" cy="2150170"/>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7" name="直接连接符 51"/>
          <p:cNvCxnSpPr>
            <a:cxnSpLocks noChangeShapeType="1"/>
          </p:cNvCxnSpPr>
          <p:nvPr/>
        </p:nvCxnSpPr>
        <p:spPr bwMode="auto">
          <a:xfrm>
            <a:off x="3648075" y="3041650"/>
            <a:ext cx="2044700" cy="1588"/>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40" name="圆角矩形 60"/>
          <p:cNvSpPr>
            <a:spLocks noChangeArrowheads="1"/>
          </p:cNvSpPr>
          <p:nvPr/>
        </p:nvSpPr>
        <p:spPr bwMode="auto">
          <a:xfrm>
            <a:off x="5740400" y="2713038"/>
            <a:ext cx="1609964" cy="1476375"/>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41" name="TextBox 66"/>
          <p:cNvSpPr txBox="1">
            <a:spLocks noChangeArrowheads="1"/>
          </p:cNvSpPr>
          <p:nvPr/>
        </p:nvSpPr>
        <p:spPr bwMode="auto">
          <a:xfrm>
            <a:off x="5979515" y="2912523"/>
            <a:ext cx="1131734" cy="400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chemeClr val="bg1"/>
                </a:solidFill>
                <a:latin typeface="Franklin Gothic Medium" panose="020B0603020102020204" pitchFamily="34" charset="0"/>
                <a:ea typeface="微软雅黑" panose="020B0503020204020204" pitchFamily="34" charset="-122"/>
              </a:rPr>
              <a:t>料斗</a:t>
            </a:r>
            <a:endParaRPr lang="zh-CN" altLang="en-US" sz="2000">
              <a:solidFill>
                <a:schemeClr val="bg1"/>
              </a:solidFill>
              <a:latin typeface="Franklin Gothic Medium" panose="020B0603020102020204" pitchFamily="34" charset="0"/>
              <a:ea typeface="微软雅黑" panose="020B0503020204020204" pitchFamily="34" charset="-122"/>
            </a:endParaRPr>
          </a:p>
        </p:txBody>
      </p:sp>
      <p:sp>
        <p:nvSpPr>
          <p:cNvPr id="42" name="TextBox 66"/>
          <p:cNvSpPr txBox="1">
            <a:spLocks noChangeArrowheads="1"/>
          </p:cNvSpPr>
          <p:nvPr/>
        </p:nvSpPr>
        <p:spPr bwMode="auto">
          <a:xfrm>
            <a:off x="5979515" y="3544809"/>
            <a:ext cx="1131734" cy="400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chemeClr val="bg1"/>
                </a:solidFill>
                <a:latin typeface="Franklin Gothic Medium" panose="020B0603020102020204" pitchFamily="34" charset="0"/>
                <a:ea typeface="微软雅黑" panose="020B0503020204020204" pitchFamily="34" charset="-122"/>
              </a:rPr>
              <a:t>转盘</a:t>
            </a:r>
            <a:endParaRPr lang="zh-CN" altLang="en-US" sz="2000">
              <a:solidFill>
                <a:schemeClr val="bg1"/>
              </a:solidFill>
              <a:latin typeface="Franklin Gothic Medium" panose="020B0603020102020204" pitchFamily="34" charset="0"/>
              <a:ea typeface="微软雅黑" panose="020B0503020204020204" pitchFamily="34" charset="-122"/>
            </a:endParaRPr>
          </a:p>
        </p:txBody>
      </p:sp>
      <p:cxnSp>
        <p:nvCxnSpPr>
          <p:cNvPr id="43" name="直接连接符 51"/>
          <p:cNvCxnSpPr>
            <a:cxnSpLocks noChangeShapeType="1"/>
          </p:cNvCxnSpPr>
          <p:nvPr/>
        </p:nvCxnSpPr>
        <p:spPr bwMode="auto">
          <a:xfrm flipV="1">
            <a:off x="1692275" y="3822700"/>
            <a:ext cx="4024313" cy="69850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grpSp>
        <p:nvGrpSpPr>
          <p:cNvPr id="31" name="组合 11"/>
          <p:cNvGrpSpPr>
            <a:grpSpLocks noChangeAspect="1"/>
          </p:cNvGrpSpPr>
          <p:nvPr/>
        </p:nvGrpSpPr>
        <p:grpSpPr bwMode="auto">
          <a:xfrm>
            <a:off x="8182942" y="4196080"/>
            <a:ext cx="942975" cy="944562"/>
            <a:chOff x="0" y="0"/>
            <a:chExt cx="1388581" cy="1388581"/>
          </a:xfrm>
        </p:grpSpPr>
        <p:sp>
          <p:nvSpPr>
            <p:cNvPr id="32"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8" name="灯片编号占位符 27"/>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500"/>
                                        <p:tgtEl>
                                          <p:spTgt spid="624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2482"/>
                                        </p:tgtEl>
                                        <p:attrNameLst>
                                          <p:attrName>style.visibility</p:attrName>
                                        </p:attrNameLst>
                                      </p:cBhvr>
                                      <p:to>
                                        <p:strVal val="visible"/>
                                      </p:to>
                                    </p:set>
                                    <p:animEffect transition="in" filter="wipe(left)">
                                      <p:cBhvr>
                                        <p:cTn id="11" dur="500"/>
                                        <p:tgtEl>
                                          <p:spTgt spid="6248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500"/>
                                        <p:tgtEl>
                                          <p:spTgt spid="3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left)">
                                      <p:cBhvr>
                                        <p:cTn id="23" dur="500"/>
                                        <p:tgtEl>
                                          <p:spTgt spid="38"/>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left)">
                                      <p:cBhvr>
                                        <p:cTn id="31" dur="500"/>
                                        <p:tgtEl>
                                          <p:spTgt spid="40"/>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500"/>
                                        <p:tgtEl>
                                          <p:spTgt spid="41"/>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wipe(left)">
                                      <p:cBhvr>
                                        <p:cTn id="39" dur="750"/>
                                        <p:tgtEl>
                                          <p:spTgt spid="43"/>
                                        </p:tgtEl>
                                      </p:cBhvr>
                                    </p:animEffect>
                                  </p:childTnLst>
                                </p:cTn>
                              </p:par>
                            </p:childTnLst>
                          </p:cTn>
                        </p:par>
                        <p:par>
                          <p:cTn id="40" fill="hold">
                            <p:stCondLst>
                              <p:cond delay="5000"/>
                            </p:stCondLst>
                            <p:childTnLst>
                              <p:par>
                                <p:cTn id="41" presetID="22" presetClass="entr" presetSubtype="8" fill="hold" grpId="0"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wipe(left)">
                                      <p:cBhvr>
                                        <p:cTn id="4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autoUpdateAnimBg="0"/>
      <p:bldP spid="38" grpId="0" animBg="1" autoUpdateAnimBg="0"/>
      <p:bldP spid="40" grpId="0" animBg="1" autoUpdateAnimBg="0"/>
      <p:bldP spid="41" grpId="0" animBg="1" autoUpdateAnimBg="0"/>
      <p:bldP spid="4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圆角矩形 14"/>
          <p:cNvSpPr>
            <a:spLocks noChangeArrowheads="1"/>
          </p:cNvSpPr>
          <p:nvPr/>
        </p:nvSpPr>
        <p:spPr bwMode="auto">
          <a:xfrm>
            <a:off x="887413" y="11906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63491" name="组合 18"/>
          <p:cNvGrpSpPr/>
          <p:nvPr/>
        </p:nvGrpSpPr>
        <p:grpSpPr bwMode="auto">
          <a:xfrm>
            <a:off x="-25400" y="4360863"/>
            <a:ext cx="9180513" cy="1587500"/>
            <a:chOff x="0" y="0"/>
            <a:chExt cx="9181274" cy="1588274"/>
          </a:xfrm>
        </p:grpSpPr>
        <p:sp>
          <p:nvSpPr>
            <p:cNvPr id="6350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51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3492"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3493"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3494"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3495" name="TextBox 22"/>
          <p:cNvSpPr txBox="1">
            <a:spLocks noChangeArrowheads="1"/>
          </p:cNvSpPr>
          <p:nvPr/>
        </p:nvSpPr>
        <p:spPr bwMode="auto">
          <a:xfrm>
            <a:off x="1376363" y="5160963"/>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整体外观</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63496" name="TextBox 40"/>
          <p:cNvSpPr txBox="1">
            <a:spLocks noChangeArrowheads="1"/>
          </p:cNvSpPr>
          <p:nvPr/>
        </p:nvSpPr>
        <p:spPr bwMode="auto">
          <a:xfrm>
            <a:off x="5250657" y="5149850"/>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各部分结构</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3498" name="等腰三角形 33"/>
          <p:cNvSpPr>
            <a:spLocks noChangeArrowheads="1"/>
          </p:cNvSpPr>
          <p:nvPr/>
        </p:nvSpPr>
        <p:spPr bwMode="auto">
          <a:xfrm>
            <a:off x="622830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499"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cxnSp>
        <p:nvCxnSpPr>
          <p:cNvPr id="63500" name="直接连接符 36"/>
          <p:cNvCxnSpPr>
            <a:cxnSpLocks noChangeShapeType="1"/>
          </p:cNvCxnSpPr>
          <p:nvPr/>
        </p:nvCxnSpPr>
        <p:spPr bwMode="auto">
          <a:xfrm>
            <a:off x="-252413" y="2713038"/>
            <a:ext cx="930276" cy="0"/>
          </a:xfrm>
          <a:prstGeom prst="line">
            <a:avLst/>
          </a:prstGeom>
          <a:noFill/>
          <a:ln w="19050">
            <a:solidFill>
              <a:srgbClr val="808080"/>
            </a:solidFill>
            <a:round/>
            <a:headEnd type="oval" w="med" len="med"/>
            <a:tailEnd type="oval" w="med" len="med"/>
          </a:ln>
          <a:extLst>
            <a:ext uri="{909E8E84-426E-40DD-AFC4-6F175D3DCCD1}">
              <a14:hiddenFill xmlns:a14="http://schemas.microsoft.com/office/drawing/2010/main">
                <a:noFill/>
              </a14:hiddenFill>
            </a:ext>
          </a:extLst>
        </p:spPr>
      </p:cxnSp>
      <p:pic>
        <p:nvPicPr>
          <p:cNvPr id="63501" name="图片 1"/>
          <p:cNvPicPr/>
          <p:nvPr/>
        </p:nvPicPr>
        <p:blipFill>
          <a:blip r:embed="rId1" cstate="print">
            <a:extLst>
              <a:ext uri="{28A0092B-C50C-407E-A947-70E740481C1C}">
                <a14:useLocalDpi xmlns:a14="http://schemas.microsoft.com/office/drawing/2010/main" val="0"/>
              </a:ext>
            </a:extLst>
          </a:blip>
          <a:srcRect l="2974" r="3918"/>
          <a:stretch>
            <a:fillRect/>
          </a:stretch>
        </p:blipFill>
        <p:spPr bwMode="auto">
          <a:xfrm>
            <a:off x="898373" y="2577085"/>
            <a:ext cx="3059742" cy="2136703"/>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2" name="圆角矩形 14"/>
          <p:cNvSpPr>
            <a:spLocks noChangeArrowheads="1"/>
          </p:cNvSpPr>
          <p:nvPr/>
        </p:nvSpPr>
        <p:spPr bwMode="auto">
          <a:xfrm>
            <a:off x="887413" y="256381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pic>
        <p:nvPicPr>
          <p:cNvPr id="63503" name="图片 1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1" y="121195"/>
            <a:ext cx="3034478" cy="2120244"/>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7" name="直接连接符 51"/>
          <p:cNvCxnSpPr>
            <a:cxnSpLocks noChangeShapeType="1"/>
          </p:cNvCxnSpPr>
          <p:nvPr/>
        </p:nvCxnSpPr>
        <p:spPr bwMode="auto">
          <a:xfrm>
            <a:off x="3032125" y="3144838"/>
            <a:ext cx="2792413"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40" name="圆角矩形 60"/>
          <p:cNvSpPr>
            <a:spLocks noChangeArrowheads="1"/>
          </p:cNvSpPr>
          <p:nvPr/>
        </p:nvSpPr>
        <p:spPr bwMode="auto">
          <a:xfrm>
            <a:off x="5842000" y="2849563"/>
            <a:ext cx="1439863" cy="1476375"/>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41" name="TextBox 66"/>
          <p:cNvSpPr txBox="1">
            <a:spLocks noChangeArrowheads="1"/>
          </p:cNvSpPr>
          <p:nvPr/>
        </p:nvSpPr>
        <p:spPr bwMode="auto">
          <a:xfrm>
            <a:off x="6045200" y="3060700"/>
            <a:ext cx="10080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上下冲</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42" name="TextBox 66"/>
          <p:cNvSpPr txBox="1">
            <a:spLocks noChangeArrowheads="1"/>
          </p:cNvSpPr>
          <p:nvPr/>
        </p:nvSpPr>
        <p:spPr bwMode="auto">
          <a:xfrm>
            <a:off x="6045199" y="3751263"/>
            <a:ext cx="972000" cy="400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中模</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cxnSp>
        <p:nvCxnSpPr>
          <p:cNvPr id="43" name="直接连接符 51"/>
          <p:cNvCxnSpPr>
            <a:cxnSpLocks noChangeShapeType="1"/>
          </p:cNvCxnSpPr>
          <p:nvPr/>
        </p:nvCxnSpPr>
        <p:spPr bwMode="auto">
          <a:xfrm flipV="1">
            <a:off x="3779838" y="3878263"/>
            <a:ext cx="2062162" cy="4762"/>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5811" t="8294" r="4838" b="5584"/>
          <a:stretch>
            <a:fillRect/>
          </a:stretch>
        </p:blipFill>
        <p:spPr>
          <a:xfrm>
            <a:off x="4966331" y="683463"/>
            <a:ext cx="2988000" cy="1620000"/>
          </a:xfrm>
          <a:prstGeom prst="rect">
            <a:avLst/>
          </a:prstGeom>
          <a:effectLst>
            <a:softEdge rad="76200"/>
          </a:effectLst>
        </p:spPr>
      </p:pic>
      <p:cxnSp>
        <p:nvCxnSpPr>
          <p:cNvPr id="24" name="直接连接符 51"/>
          <p:cNvCxnSpPr>
            <a:cxnSpLocks noChangeShapeType="1"/>
          </p:cNvCxnSpPr>
          <p:nvPr/>
        </p:nvCxnSpPr>
        <p:spPr bwMode="auto">
          <a:xfrm>
            <a:off x="6561931" y="2275544"/>
            <a:ext cx="2644" cy="563181"/>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grpSp>
        <p:nvGrpSpPr>
          <p:cNvPr id="28" name="组合 11"/>
          <p:cNvGrpSpPr>
            <a:grpSpLocks noChangeAspect="1"/>
          </p:cNvGrpSpPr>
          <p:nvPr/>
        </p:nvGrpSpPr>
        <p:grpSpPr bwMode="auto">
          <a:xfrm>
            <a:off x="8182942" y="4196080"/>
            <a:ext cx="942975" cy="944562"/>
            <a:chOff x="0" y="0"/>
            <a:chExt cx="1388581" cy="1388581"/>
          </a:xfrm>
        </p:grpSpPr>
        <p:sp>
          <p:nvSpPr>
            <p:cNvPr id="29"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7" name="灯片编号占位符 26"/>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503"/>
                                        </p:tgtEl>
                                        <p:attrNameLst>
                                          <p:attrName>style.visibility</p:attrName>
                                        </p:attrNameLst>
                                      </p:cBhvr>
                                      <p:to>
                                        <p:strVal val="visible"/>
                                      </p:to>
                                    </p:set>
                                    <p:animEffect transition="in" filter="wipe(left)">
                                      <p:cBhvr>
                                        <p:cTn id="7" dur="500"/>
                                        <p:tgtEl>
                                          <p:spTgt spid="6350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3501"/>
                                        </p:tgtEl>
                                        <p:attrNameLst>
                                          <p:attrName>style.visibility</p:attrName>
                                        </p:attrNameLst>
                                      </p:cBhvr>
                                      <p:to>
                                        <p:strVal val="visible"/>
                                      </p:to>
                                    </p:set>
                                    <p:animEffect transition="in" filter="wipe(left)">
                                      <p:cBhvr>
                                        <p:cTn id="11" dur="500"/>
                                        <p:tgtEl>
                                          <p:spTgt spid="6350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left)">
                                      <p:cBhvr>
                                        <p:cTn id="23" dur="500"/>
                                        <p:tgtEl>
                                          <p:spTgt spid="4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wipe(left)">
                                      <p:cBhvr>
                                        <p:cTn id="31" dur="500"/>
                                        <p:tgtEl>
                                          <p:spTgt spid="42"/>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autoUpdateAnimBg="0"/>
      <p:bldP spid="41" grpId="0" animBg="1" autoUpdateAnimBg="0"/>
      <p:bldP spid="42"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1" name="组合 18"/>
          <p:cNvGrpSpPr/>
          <p:nvPr/>
        </p:nvGrpSpPr>
        <p:grpSpPr bwMode="auto">
          <a:xfrm>
            <a:off x="-25400" y="4360863"/>
            <a:ext cx="9180513" cy="1587500"/>
            <a:chOff x="0" y="0"/>
            <a:chExt cx="9181274" cy="1588274"/>
          </a:xfrm>
        </p:grpSpPr>
        <p:sp>
          <p:nvSpPr>
            <p:cNvPr id="6350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51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3492"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3493"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3498" name="等腰三角形 33"/>
          <p:cNvSpPr>
            <a:spLocks noChangeArrowheads="1"/>
          </p:cNvSpPr>
          <p:nvPr/>
        </p:nvSpPr>
        <p:spPr bwMode="auto">
          <a:xfrm>
            <a:off x="622830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499"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8" name="组合 11"/>
          <p:cNvGrpSpPr>
            <a:grpSpLocks noChangeAspect="1"/>
          </p:cNvGrpSpPr>
          <p:nvPr/>
        </p:nvGrpSpPr>
        <p:grpSpPr bwMode="auto">
          <a:xfrm>
            <a:off x="8182942" y="4196080"/>
            <a:ext cx="942975" cy="944562"/>
            <a:chOff x="0" y="0"/>
            <a:chExt cx="1388581" cy="1388581"/>
          </a:xfrm>
        </p:grpSpPr>
        <p:sp>
          <p:nvSpPr>
            <p:cNvPr id="29"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7" name="灯片编号占位符 26"/>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
        <p:nvSpPr>
          <p:cNvPr id="3" name="文本框 2"/>
          <p:cNvSpPr txBox="1"/>
          <p:nvPr/>
        </p:nvSpPr>
        <p:spPr>
          <a:xfrm>
            <a:off x="2195195" y="265113"/>
            <a:ext cx="5080000" cy="398780"/>
          </a:xfrm>
          <a:prstGeom prst="rect">
            <a:avLst/>
          </a:prstGeom>
        </p:spPr>
        <p:txBody>
          <a:bodyPr>
            <a:spAutoFit/>
          </a:bodyPr>
          <a:p>
            <a:pPr marL="0" indent="0" algn="ctr" defTabSz="266700">
              <a:spcBef>
                <a:spcPct val="0"/>
              </a:spcBef>
              <a:spcAft>
                <a:spcPct val="0"/>
              </a:spcAft>
            </a:pPr>
            <a:r>
              <a:rPr lang="zh-CN" altLang="en-US" sz="2000" b="1">
                <a:latin typeface="Calibri" panose="020F0502020204030204"/>
                <a:ea typeface="宋体" panose="02010600030101010101" pitchFamily="2" charset="-122"/>
              </a:rPr>
              <a:t>旋转压片机冲模的安装</a:t>
            </a:r>
            <a:endParaRPr lang="zh-CN" altLang="en-US" sz="2000" b="1">
              <a:latin typeface="Calibri" panose="020F0502020204030204"/>
              <a:ea typeface="宋体" panose="02010600030101010101" pitchFamily="2" charset="-122"/>
            </a:endParaRPr>
          </a:p>
        </p:txBody>
      </p:sp>
      <p:sp>
        <p:nvSpPr>
          <p:cNvPr id="4" name="文本框 3"/>
          <p:cNvSpPr txBox="1"/>
          <p:nvPr/>
        </p:nvSpPr>
        <p:spPr>
          <a:xfrm>
            <a:off x="755015" y="625475"/>
            <a:ext cx="8001000" cy="1076325"/>
          </a:xfrm>
          <a:prstGeom prst="rect">
            <a:avLst/>
          </a:prstGeom>
        </p:spPr>
        <p:txBody>
          <a:bodyPr wrap="square">
            <a:spAutoFit/>
          </a:bodyPr>
          <a:p>
            <a:pPr marL="0" indent="0" algn="just" defTabSz="266700">
              <a:spcBef>
                <a:spcPct val="0"/>
              </a:spcBef>
              <a:spcAft>
                <a:spcPct val="0"/>
              </a:spcAft>
            </a:pPr>
            <a:r>
              <a:rPr lang="en-US" altLang="zh-CN" sz="1600" b="1">
                <a:latin typeface="Calibri" panose="020F0502020204030204"/>
                <a:ea typeface="Calibri" panose="020F0502020204030204"/>
              </a:rPr>
              <a:t>1.</a:t>
            </a:r>
            <a:r>
              <a:rPr lang="zh-CN" altLang="en-US" sz="1600" b="1">
                <a:latin typeface="Calibri" panose="020F0502020204030204"/>
                <a:ea typeface="宋体" panose="02010600030101010101" pitchFamily="2" charset="-122"/>
              </a:rPr>
              <a:t>中模的安装</a:t>
            </a:r>
            <a:endParaRPr lang="zh-CN" altLang="en-US" sz="1600" b="1">
              <a:latin typeface="Calibri" panose="020F0502020204030204"/>
              <a:ea typeface="宋体" panose="02010600030101010101" pitchFamily="2" charset="-122"/>
            </a:endParaRPr>
          </a:p>
          <a:p>
            <a:pPr marL="0" indent="0" algn="just" defTabSz="266700">
              <a:spcBef>
                <a:spcPct val="0"/>
              </a:spcBef>
              <a:spcAft>
                <a:spcPct val="0"/>
              </a:spcAft>
            </a:pPr>
            <a:r>
              <a:rPr lang="zh-CN" altLang="en-US" sz="1600" b="1">
                <a:latin typeface="Calibri" panose="020F0502020204030204"/>
                <a:ea typeface="宋体" panose="02010600030101010101" pitchFamily="2" charset="-122"/>
              </a:rPr>
              <a:t>将转台上中模紧定螺钉逐个旋出转台外沿，使中模装入时与紧定螺钉的头部不相碰为宜。中模平稳放置转台上，将打棒穿入上冲孔，向下</a:t>
            </a:r>
            <a:endParaRPr lang="zh-CN" altLang="en-US" sz="1600" b="1">
              <a:latin typeface="Calibri" panose="020F0502020204030204"/>
              <a:ea typeface="宋体" panose="02010600030101010101" pitchFamily="2" charset="-122"/>
            </a:endParaRPr>
          </a:p>
          <a:p>
            <a:pPr marL="0" indent="0" algn="just" defTabSz="266700">
              <a:spcBef>
                <a:spcPct val="0"/>
              </a:spcBef>
              <a:spcAft>
                <a:spcPct val="0"/>
              </a:spcAft>
            </a:pPr>
            <a:r>
              <a:rPr lang="zh-CN" altLang="en-US" sz="1600" b="1">
                <a:latin typeface="Calibri" panose="020F0502020204030204"/>
                <a:ea typeface="宋体" panose="02010600030101010101" pitchFamily="2" charset="-122"/>
              </a:rPr>
              <a:t>锤击中模将其轻轻打入，使中模平面不高出转台平面后。然后将紧定螺钉固紧。</a:t>
            </a:r>
            <a:endParaRPr lang="zh-CN" altLang="en-US" sz="1600" b="1">
              <a:latin typeface="Calibri" panose="020F0502020204030204"/>
              <a:ea typeface="宋体" panose="02010600030101010101" pitchFamily="2" charset="-122"/>
            </a:endParaRPr>
          </a:p>
        </p:txBody>
      </p:sp>
      <p:sp>
        <p:nvSpPr>
          <p:cNvPr id="5" name="文本框 4"/>
          <p:cNvSpPr txBox="1"/>
          <p:nvPr/>
        </p:nvSpPr>
        <p:spPr>
          <a:xfrm>
            <a:off x="827405" y="2065020"/>
            <a:ext cx="7870190" cy="1322070"/>
          </a:xfrm>
          <a:prstGeom prst="rect">
            <a:avLst/>
          </a:prstGeom>
        </p:spPr>
        <p:txBody>
          <a:bodyPr wrap="square">
            <a:spAutoFit/>
          </a:bodyPr>
          <a:p>
            <a:pPr marL="0" indent="0" algn="just" defTabSz="266700">
              <a:spcBef>
                <a:spcPct val="0"/>
              </a:spcBef>
              <a:spcAft>
                <a:spcPct val="0"/>
              </a:spcAft>
              <a:buFont typeface="Times New Roman" panose="02020603050405020304"/>
              <a:buAutoNum type="arabicPeriod" startAt="2"/>
              <a:tabLst>
                <a:tab pos="198120" algn="l"/>
              </a:tabLst>
            </a:pPr>
            <a:r>
              <a:rPr lang="zh-CN" altLang="en-US" sz="1600" b="1">
                <a:latin typeface="Calibri" panose="020F0502020204030204"/>
                <a:ea typeface="宋体" panose="02010600030101010101" pitchFamily="2" charset="-122"/>
              </a:rPr>
              <a:t>上冲的安装</a:t>
            </a:r>
            <a:endParaRPr lang="zh-CN" altLang="en-US" sz="1600" b="1">
              <a:latin typeface="Calibri" panose="020F0502020204030204"/>
              <a:ea typeface="宋体" panose="02010600030101010101" pitchFamily="2" charset="-122"/>
            </a:endParaRPr>
          </a:p>
          <a:p>
            <a:pPr marL="0" indent="0" algn="just" defTabSz="266700">
              <a:spcBef>
                <a:spcPct val="0"/>
              </a:spcBef>
              <a:spcAft>
                <a:spcPct val="0"/>
              </a:spcAft>
            </a:pPr>
            <a:r>
              <a:rPr lang="zh-CN" altLang="en-US" sz="1600" b="1">
                <a:latin typeface="Calibri" panose="020F0502020204030204"/>
                <a:ea typeface="宋体" panose="02010600030101010101" pitchFamily="2" charset="-122"/>
              </a:rPr>
              <a:t>拆下上冲外罩、上平行盖板和嵌轨，将上冲杆插入模圈内，用左手大拇指和食指旋转冲杆，检查头部进入中模情况，上下滑动灵活，无卡阻现象，左手捻冲杆颈右手转动手轮，至冲杆颈部接触平行轨后放开左手，按此法安装其余上冲杆，装完最后一个上冲后，将嵌轨、上平行盖板、上冲外罩装上。</a:t>
            </a:r>
            <a:endParaRPr lang="zh-CN" altLang="en-US" sz="1600" b="1">
              <a:latin typeface="Calibri" panose="020F0502020204030204"/>
              <a:ea typeface="宋体" panose="02010600030101010101" pitchFamily="2" charset="-122"/>
            </a:endParaRPr>
          </a:p>
        </p:txBody>
      </p:sp>
    </p:spTree>
  </p:cSld>
  <p:clrMapOvr>
    <a:masterClrMapping/>
  </p:clrMapOvr>
  <p:transition spd="slow">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1" name="组合 18"/>
          <p:cNvGrpSpPr/>
          <p:nvPr/>
        </p:nvGrpSpPr>
        <p:grpSpPr bwMode="auto">
          <a:xfrm>
            <a:off x="-25400" y="4360863"/>
            <a:ext cx="9180513" cy="1587500"/>
            <a:chOff x="0" y="0"/>
            <a:chExt cx="9181274" cy="1588274"/>
          </a:xfrm>
        </p:grpSpPr>
        <p:sp>
          <p:nvSpPr>
            <p:cNvPr id="6350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51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3492"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3493"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3498" name="等腰三角形 33"/>
          <p:cNvSpPr>
            <a:spLocks noChangeArrowheads="1"/>
          </p:cNvSpPr>
          <p:nvPr/>
        </p:nvSpPr>
        <p:spPr bwMode="auto">
          <a:xfrm>
            <a:off x="622830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499"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8" name="组合 11"/>
          <p:cNvGrpSpPr>
            <a:grpSpLocks noChangeAspect="1"/>
          </p:cNvGrpSpPr>
          <p:nvPr/>
        </p:nvGrpSpPr>
        <p:grpSpPr bwMode="auto">
          <a:xfrm>
            <a:off x="8182942" y="4196080"/>
            <a:ext cx="942975" cy="944562"/>
            <a:chOff x="0" y="0"/>
            <a:chExt cx="1388581" cy="1388581"/>
          </a:xfrm>
        </p:grpSpPr>
        <p:sp>
          <p:nvSpPr>
            <p:cNvPr id="29"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7" name="灯片编号占位符 26"/>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
        <p:nvSpPr>
          <p:cNvPr id="3" name="文本框 2"/>
          <p:cNvSpPr txBox="1"/>
          <p:nvPr/>
        </p:nvSpPr>
        <p:spPr>
          <a:xfrm>
            <a:off x="2195195" y="265113"/>
            <a:ext cx="5080000" cy="398780"/>
          </a:xfrm>
          <a:prstGeom prst="rect">
            <a:avLst/>
          </a:prstGeom>
        </p:spPr>
        <p:txBody>
          <a:bodyPr>
            <a:spAutoFit/>
          </a:bodyPr>
          <a:p>
            <a:pPr marL="0" indent="0" algn="ctr" defTabSz="266700">
              <a:spcBef>
                <a:spcPct val="0"/>
              </a:spcBef>
              <a:spcAft>
                <a:spcPct val="0"/>
              </a:spcAft>
            </a:pPr>
            <a:r>
              <a:rPr lang="zh-CN" altLang="en-US" sz="2000" b="1">
                <a:latin typeface="Calibri" panose="020F0502020204030204"/>
                <a:ea typeface="宋体" panose="02010600030101010101" pitchFamily="2" charset="-122"/>
              </a:rPr>
              <a:t>旋转压片机冲模的安装</a:t>
            </a:r>
            <a:endParaRPr lang="zh-CN" altLang="en-US" sz="2000" b="1">
              <a:latin typeface="Calibri" panose="020F0502020204030204"/>
              <a:ea typeface="宋体" panose="02010600030101010101" pitchFamily="2" charset="-122"/>
            </a:endParaRPr>
          </a:p>
        </p:txBody>
      </p:sp>
      <p:sp>
        <p:nvSpPr>
          <p:cNvPr id="2" name="文本框 1"/>
          <p:cNvSpPr txBox="1"/>
          <p:nvPr/>
        </p:nvSpPr>
        <p:spPr>
          <a:xfrm>
            <a:off x="394970" y="697230"/>
            <a:ext cx="8405495" cy="1322070"/>
          </a:xfrm>
          <a:prstGeom prst="rect">
            <a:avLst/>
          </a:prstGeom>
        </p:spPr>
        <p:txBody>
          <a:bodyPr wrap="square">
            <a:spAutoFit/>
          </a:bodyPr>
          <a:p>
            <a:pPr marL="0" indent="0" algn="just" defTabSz="266700">
              <a:spcBef>
                <a:spcPct val="0"/>
              </a:spcBef>
              <a:spcAft>
                <a:spcPct val="0"/>
              </a:spcAft>
              <a:buFont typeface="Times New Roman" panose="02020603050405020304"/>
              <a:buNone/>
              <a:tabLst>
                <a:tab pos="198120" algn="l"/>
              </a:tabLst>
            </a:pPr>
            <a:r>
              <a:rPr lang="en-US" altLang="zh-CN" sz="1600" b="1">
                <a:latin typeface="Calibri" panose="020F0502020204030204"/>
                <a:ea typeface="宋体" panose="02010600030101010101" pitchFamily="2" charset="-122"/>
              </a:rPr>
              <a:t>3.</a:t>
            </a:r>
            <a:r>
              <a:rPr lang="zh-CN" altLang="en-US" sz="1600" b="1">
                <a:latin typeface="Calibri" panose="020F0502020204030204"/>
                <a:ea typeface="宋体" panose="02010600030101010101" pitchFamily="2" charset="-122"/>
              </a:rPr>
              <a:t>下冲的安装</a:t>
            </a:r>
            <a:endParaRPr lang="zh-CN" altLang="en-US" sz="1600" b="1">
              <a:latin typeface="Calibri" panose="020F0502020204030204"/>
              <a:ea typeface="宋体" panose="02010600030101010101" pitchFamily="2" charset="-122"/>
            </a:endParaRPr>
          </a:p>
          <a:p>
            <a:pPr marL="0" indent="0" algn="just" defTabSz="266700">
              <a:spcBef>
                <a:spcPct val="0"/>
              </a:spcBef>
              <a:spcAft>
                <a:spcPct val="0"/>
              </a:spcAft>
            </a:pPr>
            <a:r>
              <a:rPr lang="zh-CN" altLang="en-US" sz="1600" b="1">
                <a:latin typeface="Calibri" panose="020F0502020204030204"/>
                <a:ea typeface="宋体" panose="02010600030101010101" pitchFamily="2" charset="-122"/>
              </a:rPr>
              <a:t>打开机器正面、侧面的不锈钢面罩，将下冲平行轨盖板移出，用手指保护下冲头，小心将下冲送入盖板孔将下冲送至下冲孔内后，摇动手</a:t>
            </a:r>
            <a:endParaRPr lang="zh-CN" altLang="en-US" sz="1600" b="1">
              <a:latin typeface="Calibri" panose="020F0502020204030204"/>
              <a:ea typeface="宋体" panose="02010600030101010101" pitchFamily="2" charset="-122"/>
            </a:endParaRPr>
          </a:p>
          <a:p>
            <a:pPr marL="0" indent="0" algn="just" defTabSz="266700">
              <a:spcBef>
                <a:spcPct val="0"/>
              </a:spcBef>
              <a:spcAft>
                <a:spcPct val="0"/>
              </a:spcAft>
            </a:pPr>
            <a:r>
              <a:rPr lang="zh-CN" altLang="en-US" sz="1600" b="1">
                <a:latin typeface="Calibri" panose="020F0502020204030204"/>
                <a:ea typeface="宋体" panose="02010600030101010101" pitchFamily="2" charset="-122"/>
              </a:rPr>
              <a:t>轮将下冲送至平行轨上，按此法安装其余下冲，安装完最后一个下冲后将盖板盖好并锁紧确保与平行轨相平，摇动手柄确保顺畅旋转</a:t>
            </a:r>
            <a:r>
              <a:rPr lang="en-US" altLang="zh-CN" sz="1600" b="1">
                <a:latin typeface="Calibri" panose="020F0502020204030204"/>
                <a:ea typeface="Calibri" panose="020F0502020204030204"/>
              </a:rPr>
              <a:t>1~2</a:t>
            </a:r>
            <a:r>
              <a:rPr lang="zh-CN" altLang="en-US" sz="1600" b="1">
                <a:latin typeface="Calibri" panose="020F0502020204030204"/>
                <a:ea typeface="宋体" panose="02010600030101010101" pitchFamily="2" charset="-122"/>
              </a:rPr>
              <a:t>周，合上手柄，盖好不锈钢面罩。</a:t>
            </a:r>
            <a:endParaRPr lang="zh-CN" altLang="en-US" sz="1600" b="1">
              <a:latin typeface="Calibri" panose="020F0502020204030204"/>
              <a:ea typeface="宋体" panose="02010600030101010101" pitchFamily="2" charset="-122"/>
            </a:endParaRPr>
          </a:p>
        </p:txBody>
      </p:sp>
      <p:sp>
        <p:nvSpPr>
          <p:cNvPr id="6" name="文本框 5"/>
          <p:cNvSpPr txBox="1"/>
          <p:nvPr/>
        </p:nvSpPr>
        <p:spPr>
          <a:xfrm>
            <a:off x="394970" y="2137410"/>
            <a:ext cx="8334375" cy="829945"/>
          </a:xfrm>
          <a:prstGeom prst="rect">
            <a:avLst/>
          </a:prstGeom>
        </p:spPr>
        <p:txBody>
          <a:bodyPr wrap="square">
            <a:spAutoFit/>
          </a:bodyPr>
          <a:p>
            <a:pPr marL="0" indent="0" algn="just" defTabSz="266700">
              <a:spcBef>
                <a:spcPct val="0"/>
              </a:spcBef>
              <a:spcAft>
                <a:spcPct val="0"/>
              </a:spcAft>
            </a:pPr>
            <a:r>
              <a:rPr lang="zh-CN" altLang="en-US" sz="1600" b="1">
                <a:latin typeface="Calibri" panose="020F0502020204030204"/>
                <a:ea typeface="宋体" panose="02010600030101010101" pitchFamily="2" charset="-122"/>
              </a:rPr>
              <a:t>注：一般冲头和冲模的安装顺序为中模</a:t>
            </a:r>
            <a:r>
              <a:rPr lang="en-US" altLang="zh-CN" sz="1600" b="1">
                <a:latin typeface="Calibri" panose="020F0502020204030204"/>
                <a:ea typeface="宋体" panose="02010600030101010101" pitchFamily="2" charset="-122"/>
              </a:rPr>
              <a:t>→</a:t>
            </a:r>
            <a:r>
              <a:rPr lang="zh-CN" altLang="en-US" sz="1600" b="1">
                <a:latin typeface="Calibri" panose="020F0502020204030204"/>
                <a:ea typeface="宋体" panose="02010600030101010101" pitchFamily="2" charset="-122"/>
              </a:rPr>
              <a:t>上冲</a:t>
            </a:r>
            <a:r>
              <a:rPr lang="en-US" altLang="zh-CN" sz="1600" b="1">
                <a:latin typeface="Calibri" panose="020F0502020204030204"/>
                <a:ea typeface="宋体" panose="02010600030101010101" pitchFamily="2" charset="-122"/>
              </a:rPr>
              <a:t>→</a:t>
            </a:r>
            <a:r>
              <a:rPr lang="zh-CN" altLang="en-US" sz="1600" b="1">
                <a:latin typeface="Calibri" panose="020F0502020204030204"/>
                <a:ea typeface="宋体" panose="02010600030101010101" pitchFamily="2" charset="-122"/>
              </a:rPr>
              <a:t>下冲，拆冲头和冲模的顺序为下冲</a:t>
            </a:r>
            <a:r>
              <a:rPr lang="en-US" altLang="zh-CN" sz="1600" b="1">
                <a:latin typeface="Calibri" panose="020F0502020204030204"/>
                <a:ea typeface="宋体" panose="02010600030101010101" pitchFamily="2" charset="-122"/>
              </a:rPr>
              <a:t>→</a:t>
            </a:r>
            <a:r>
              <a:rPr lang="zh-CN" altLang="en-US" sz="1600" b="1">
                <a:latin typeface="Calibri" panose="020F0502020204030204"/>
                <a:ea typeface="宋体" panose="02010600030101010101" pitchFamily="2" charset="-122"/>
              </a:rPr>
              <a:t>上冲</a:t>
            </a:r>
            <a:r>
              <a:rPr lang="en-US" altLang="zh-CN" sz="1600" b="1">
                <a:latin typeface="Calibri" panose="020F0502020204030204"/>
                <a:ea typeface="宋体" panose="02010600030101010101" pitchFamily="2" charset="-122"/>
              </a:rPr>
              <a:t>→</a:t>
            </a:r>
            <a:r>
              <a:rPr lang="zh-CN" altLang="en-US" sz="1600" b="1">
                <a:latin typeface="Calibri" panose="020F0502020204030204"/>
                <a:ea typeface="宋体" panose="02010600030101010101" pitchFamily="2" charset="-122"/>
              </a:rPr>
              <a:t>中模；主要是确保在拆装过程中上、下冲头不接触；安装异形冲头和冲模时应将上冲套在中模孔中一起放入中模转盘再固定中模。</a:t>
            </a:r>
            <a:endParaRPr lang="zh-CN" altLang="en-US" sz="1600" b="1">
              <a:latin typeface="Calibri" panose="020F0502020204030204"/>
              <a:ea typeface="宋体" panose="02010600030101010101" pitchFamily="2" charset="-122"/>
            </a:endParaRPr>
          </a:p>
        </p:txBody>
      </p:sp>
    </p:spTree>
  </p:cSld>
  <p:clrMapOvr>
    <a:masterClrMapping/>
  </p:clrMapOvr>
  <p:transition spd="slow">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圆角矩形 14"/>
          <p:cNvSpPr>
            <a:spLocks noChangeArrowheads="1"/>
          </p:cNvSpPr>
          <p:nvPr/>
        </p:nvSpPr>
        <p:spPr bwMode="auto">
          <a:xfrm>
            <a:off x="887413" y="11906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63491" name="组合 18"/>
          <p:cNvGrpSpPr/>
          <p:nvPr/>
        </p:nvGrpSpPr>
        <p:grpSpPr bwMode="auto">
          <a:xfrm>
            <a:off x="-25400" y="4360863"/>
            <a:ext cx="9180513" cy="1587500"/>
            <a:chOff x="0" y="0"/>
            <a:chExt cx="9181274" cy="1588274"/>
          </a:xfrm>
        </p:grpSpPr>
        <p:sp>
          <p:nvSpPr>
            <p:cNvPr id="6350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51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3492"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3493"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3494"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3495" name="TextBox 22"/>
          <p:cNvSpPr txBox="1">
            <a:spLocks noChangeArrowheads="1"/>
          </p:cNvSpPr>
          <p:nvPr/>
        </p:nvSpPr>
        <p:spPr bwMode="auto">
          <a:xfrm>
            <a:off x="1376363" y="5160963"/>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整体外观</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63496" name="TextBox 40"/>
          <p:cNvSpPr txBox="1">
            <a:spLocks noChangeArrowheads="1"/>
          </p:cNvSpPr>
          <p:nvPr/>
        </p:nvSpPr>
        <p:spPr bwMode="auto">
          <a:xfrm>
            <a:off x="5242949" y="5160807"/>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各部分结构</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3498" name="等腰三角形 33"/>
          <p:cNvSpPr>
            <a:spLocks noChangeArrowheads="1"/>
          </p:cNvSpPr>
          <p:nvPr/>
        </p:nvSpPr>
        <p:spPr bwMode="auto">
          <a:xfrm>
            <a:off x="6193067" y="4974431"/>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499"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cxnSp>
        <p:nvCxnSpPr>
          <p:cNvPr id="63500" name="直接连接符 36"/>
          <p:cNvCxnSpPr>
            <a:cxnSpLocks noChangeShapeType="1"/>
          </p:cNvCxnSpPr>
          <p:nvPr/>
        </p:nvCxnSpPr>
        <p:spPr bwMode="auto">
          <a:xfrm>
            <a:off x="-252413" y="2713038"/>
            <a:ext cx="930276" cy="0"/>
          </a:xfrm>
          <a:prstGeom prst="line">
            <a:avLst/>
          </a:prstGeom>
          <a:noFill/>
          <a:ln w="19050">
            <a:solidFill>
              <a:srgbClr val="808080"/>
            </a:solidFill>
            <a:round/>
            <a:headEnd type="oval" w="med" len="med"/>
            <a:tailEnd type="oval" w="med" len="med"/>
          </a:ln>
          <a:extLst>
            <a:ext uri="{909E8E84-426E-40DD-AFC4-6F175D3DCCD1}">
              <a14:hiddenFill xmlns:a14="http://schemas.microsoft.com/office/drawing/2010/main">
                <a:noFill/>
              </a14:hiddenFill>
            </a:ext>
          </a:extLst>
        </p:spPr>
      </p:cxnSp>
      <p:pic>
        <p:nvPicPr>
          <p:cNvPr id="63501" name="图片 1"/>
          <p:cNvPicPr/>
          <p:nvPr/>
        </p:nvPicPr>
        <p:blipFill>
          <a:blip r:embed="rId1" cstate="print">
            <a:extLst>
              <a:ext uri="{28A0092B-C50C-407E-A947-70E740481C1C}">
                <a14:useLocalDpi xmlns:a14="http://schemas.microsoft.com/office/drawing/2010/main" val="0"/>
              </a:ext>
            </a:extLst>
          </a:blip>
          <a:stretch>
            <a:fillRect/>
          </a:stretch>
        </p:blipFill>
        <p:spPr bwMode="auto">
          <a:xfrm>
            <a:off x="915113" y="2588125"/>
            <a:ext cx="3005300" cy="2101458"/>
          </a:xfrm>
          <a:prstGeom prst="rect">
            <a:avLst/>
          </a:prstGeom>
          <a:noFill/>
          <a:ln>
            <a:noFill/>
          </a:ln>
          <a:effectLst>
            <a:softEdge rad="762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2" name="圆角矩形 14"/>
          <p:cNvSpPr>
            <a:spLocks noChangeArrowheads="1"/>
          </p:cNvSpPr>
          <p:nvPr/>
        </p:nvSpPr>
        <p:spPr bwMode="auto">
          <a:xfrm>
            <a:off x="887413" y="256381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pic>
        <p:nvPicPr>
          <p:cNvPr id="63503" name="图片 11"/>
          <p:cNvPicPr/>
          <p:nvPr/>
        </p:nvPicPr>
        <p:blipFill>
          <a:blip r:embed="rId2" cstate="print">
            <a:extLst>
              <a:ext uri="{28A0092B-C50C-407E-A947-70E740481C1C}">
                <a14:useLocalDpi xmlns:a14="http://schemas.microsoft.com/office/drawing/2010/main" val="0"/>
              </a:ext>
            </a:extLst>
          </a:blip>
          <a:stretch>
            <a:fillRect/>
          </a:stretch>
        </p:blipFill>
        <p:spPr bwMode="auto">
          <a:xfrm>
            <a:off x="915113" y="171070"/>
            <a:ext cx="3005300" cy="2081340"/>
          </a:xfrm>
          <a:prstGeom prst="rect">
            <a:avLst/>
          </a:prstGeom>
          <a:noFill/>
          <a:ln>
            <a:noFill/>
          </a:ln>
          <a:effectLst>
            <a:softEdge rad="508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7" name="直接连接符 51"/>
          <p:cNvCxnSpPr>
            <a:cxnSpLocks noChangeShapeType="1"/>
          </p:cNvCxnSpPr>
          <p:nvPr/>
        </p:nvCxnSpPr>
        <p:spPr bwMode="auto">
          <a:xfrm>
            <a:off x="3059831" y="961117"/>
            <a:ext cx="2772000" cy="4042"/>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40" name="圆角矩形 60"/>
          <p:cNvSpPr>
            <a:spLocks noChangeArrowheads="1"/>
          </p:cNvSpPr>
          <p:nvPr/>
        </p:nvSpPr>
        <p:spPr bwMode="auto">
          <a:xfrm>
            <a:off x="5835381" y="3827613"/>
            <a:ext cx="2304000" cy="684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41" name="TextBox 66"/>
          <p:cNvSpPr txBox="1">
            <a:spLocks noChangeArrowheads="1"/>
          </p:cNvSpPr>
          <p:nvPr/>
        </p:nvSpPr>
        <p:spPr bwMode="auto">
          <a:xfrm>
            <a:off x="6045200" y="3969558"/>
            <a:ext cx="19685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月形栅式加料器</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25" name="圆角矩形 60"/>
          <p:cNvSpPr>
            <a:spLocks noChangeArrowheads="1"/>
          </p:cNvSpPr>
          <p:nvPr/>
        </p:nvSpPr>
        <p:spPr bwMode="auto">
          <a:xfrm>
            <a:off x="5835381" y="841276"/>
            <a:ext cx="2304000" cy="684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26" name="TextBox 66"/>
          <p:cNvSpPr txBox="1">
            <a:spLocks noChangeArrowheads="1"/>
          </p:cNvSpPr>
          <p:nvPr/>
        </p:nvSpPr>
        <p:spPr bwMode="auto">
          <a:xfrm>
            <a:off x="6045200" y="983221"/>
            <a:ext cx="19685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前后刮料版</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cxnSp>
        <p:nvCxnSpPr>
          <p:cNvPr id="27" name="直接连接符 51"/>
          <p:cNvCxnSpPr>
            <a:cxnSpLocks noChangeShapeType="1"/>
          </p:cNvCxnSpPr>
          <p:nvPr/>
        </p:nvCxnSpPr>
        <p:spPr bwMode="auto">
          <a:xfrm>
            <a:off x="1376363" y="1249322"/>
            <a:ext cx="4464000"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cxnSp>
        <p:nvCxnSpPr>
          <p:cNvPr id="31" name="直接连接符 51"/>
          <p:cNvCxnSpPr>
            <a:cxnSpLocks noChangeShapeType="1"/>
            <a:endCxn id="40" idx="1"/>
          </p:cNvCxnSpPr>
          <p:nvPr/>
        </p:nvCxnSpPr>
        <p:spPr bwMode="auto">
          <a:xfrm>
            <a:off x="2987824" y="4169613"/>
            <a:ext cx="2847557"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grpSp>
        <p:nvGrpSpPr>
          <p:cNvPr id="30" name="组合 11"/>
          <p:cNvGrpSpPr>
            <a:grpSpLocks noChangeAspect="1"/>
          </p:cNvGrpSpPr>
          <p:nvPr/>
        </p:nvGrpSpPr>
        <p:grpSpPr bwMode="auto">
          <a:xfrm>
            <a:off x="8182942" y="4196080"/>
            <a:ext cx="942975" cy="944562"/>
            <a:chOff x="0" y="0"/>
            <a:chExt cx="1388581" cy="1388581"/>
          </a:xfrm>
        </p:grpSpPr>
        <p:sp>
          <p:nvSpPr>
            <p:cNvPr id="32"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8" name="灯片编号占位符 27"/>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503"/>
                                        </p:tgtEl>
                                        <p:attrNameLst>
                                          <p:attrName>style.visibility</p:attrName>
                                        </p:attrNameLst>
                                      </p:cBhvr>
                                      <p:to>
                                        <p:strVal val="visible"/>
                                      </p:to>
                                    </p:set>
                                    <p:animEffect transition="in" filter="wipe(left)">
                                      <p:cBhvr>
                                        <p:cTn id="7" dur="500"/>
                                        <p:tgtEl>
                                          <p:spTgt spid="6350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3501"/>
                                        </p:tgtEl>
                                        <p:attrNameLst>
                                          <p:attrName>style.visibility</p:attrName>
                                        </p:attrNameLst>
                                      </p:cBhvr>
                                      <p:to>
                                        <p:strVal val="visible"/>
                                      </p:to>
                                    </p:set>
                                    <p:animEffect transition="in" filter="wipe(left)">
                                      <p:cBhvr>
                                        <p:cTn id="11" dur="500"/>
                                        <p:tgtEl>
                                          <p:spTgt spid="6350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left)">
                                      <p:cBhvr>
                                        <p:cTn id="23" dur="500"/>
                                        <p:tgtEl>
                                          <p:spTgt spid="4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left)">
                                      <p:cBhvr>
                                        <p:cTn id="31" dur="500"/>
                                        <p:tgtEl>
                                          <p:spTgt spid="27"/>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left)">
                                      <p:cBhvr>
                                        <p:cTn id="3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autoUpdateAnimBg="0"/>
      <p:bldP spid="41" grpId="0" animBg="1" autoUpdateAnimBg="0"/>
      <p:bldP spid="25" grpId="0" animBg="1" autoUpdateAnimBg="0"/>
      <p:bldP spid="26"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圆角矩形 14"/>
          <p:cNvSpPr>
            <a:spLocks noChangeArrowheads="1"/>
          </p:cNvSpPr>
          <p:nvPr/>
        </p:nvSpPr>
        <p:spPr bwMode="auto">
          <a:xfrm>
            <a:off x="887413" y="11906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63491" name="组合 18"/>
          <p:cNvGrpSpPr/>
          <p:nvPr/>
        </p:nvGrpSpPr>
        <p:grpSpPr bwMode="auto">
          <a:xfrm>
            <a:off x="-25400" y="4360863"/>
            <a:ext cx="9180513" cy="1587500"/>
            <a:chOff x="0" y="0"/>
            <a:chExt cx="9181274" cy="1588274"/>
          </a:xfrm>
        </p:grpSpPr>
        <p:sp>
          <p:nvSpPr>
            <p:cNvPr id="6350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51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3492"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3493"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3494"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3495" name="TextBox 22"/>
          <p:cNvSpPr txBox="1">
            <a:spLocks noChangeArrowheads="1"/>
          </p:cNvSpPr>
          <p:nvPr/>
        </p:nvSpPr>
        <p:spPr bwMode="auto">
          <a:xfrm>
            <a:off x="1376363" y="5160963"/>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整体外观</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63496" name="TextBox 40"/>
          <p:cNvSpPr txBox="1">
            <a:spLocks noChangeArrowheads="1"/>
          </p:cNvSpPr>
          <p:nvPr/>
        </p:nvSpPr>
        <p:spPr bwMode="auto">
          <a:xfrm>
            <a:off x="5250657" y="5172512"/>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chemeClr val="bg1"/>
                </a:solidFill>
                <a:latin typeface="Franklin Gothic Medium" panose="020B0603020102020204" pitchFamily="34" charset="0"/>
                <a:ea typeface="微软雅黑" panose="020B0503020204020204" pitchFamily="34" charset="-122"/>
              </a:rPr>
              <a:t>各部分结构</a:t>
            </a:r>
            <a:endParaRPr lang="zh-CN" altLang="en-US" sz="1400">
              <a:solidFill>
                <a:schemeClr val="bg1"/>
              </a:solidFill>
              <a:latin typeface="Franklin Gothic Medium" panose="020B0603020102020204" pitchFamily="34" charset="0"/>
              <a:ea typeface="微软雅黑" panose="020B0503020204020204" pitchFamily="34" charset="-122"/>
            </a:endParaRPr>
          </a:p>
        </p:txBody>
      </p:sp>
      <p:sp>
        <p:nvSpPr>
          <p:cNvPr id="63498" name="等腰三角形 33"/>
          <p:cNvSpPr>
            <a:spLocks noChangeArrowheads="1"/>
          </p:cNvSpPr>
          <p:nvPr/>
        </p:nvSpPr>
        <p:spPr bwMode="auto">
          <a:xfrm>
            <a:off x="622830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499"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旋转式压片机</a:t>
            </a:r>
            <a:endParaRPr lang="zh-CN" altLang="en-US" sz="1600">
              <a:solidFill>
                <a:srgbClr val="FFFFFF"/>
              </a:solidFill>
              <a:latin typeface="微软雅黑" panose="020B0503020204020204" pitchFamily="34" charset="-122"/>
              <a:ea typeface="微软雅黑" panose="020B0503020204020204" pitchFamily="34" charset="-122"/>
            </a:endParaRPr>
          </a:p>
        </p:txBody>
      </p:sp>
      <p:cxnSp>
        <p:nvCxnSpPr>
          <p:cNvPr id="63500" name="直接连接符 36"/>
          <p:cNvCxnSpPr>
            <a:cxnSpLocks noChangeShapeType="1"/>
          </p:cNvCxnSpPr>
          <p:nvPr/>
        </p:nvCxnSpPr>
        <p:spPr bwMode="auto">
          <a:xfrm>
            <a:off x="-252413" y="2713038"/>
            <a:ext cx="930276" cy="0"/>
          </a:xfrm>
          <a:prstGeom prst="line">
            <a:avLst/>
          </a:prstGeom>
          <a:noFill/>
          <a:ln w="19050">
            <a:solidFill>
              <a:srgbClr val="808080"/>
            </a:solidFill>
            <a:round/>
            <a:headEnd type="oval" w="med" len="med"/>
            <a:tailEnd type="oval" w="med" len="med"/>
          </a:ln>
          <a:extLst>
            <a:ext uri="{909E8E84-426E-40DD-AFC4-6F175D3DCCD1}">
              <a14:hiddenFill xmlns:a14="http://schemas.microsoft.com/office/drawing/2010/main">
                <a:noFill/>
              </a14:hiddenFill>
            </a:ext>
          </a:extLst>
        </p:spPr>
      </p:cxnSp>
      <p:pic>
        <p:nvPicPr>
          <p:cNvPr id="63501" name="图片 1"/>
          <p:cNvPicPr/>
          <p:nvPr/>
        </p:nvPicPr>
        <p:blipFill rotWithShape="1">
          <a:blip r:embed="rId1" cstate="print">
            <a:extLst>
              <a:ext uri="{28A0092B-C50C-407E-A947-70E740481C1C}">
                <a14:useLocalDpi xmlns:a14="http://schemas.microsoft.com/office/drawing/2010/main" val="0"/>
              </a:ext>
            </a:extLst>
          </a:blip>
          <a:srcRect l="7802" r="7824"/>
          <a:stretch>
            <a:fillRect/>
          </a:stretch>
        </p:blipFill>
        <p:spPr bwMode="auto">
          <a:xfrm>
            <a:off x="953228" y="2641476"/>
            <a:ext cx="2972511" cy="2038073"/>
          </a:xfrm>
          <a:prstGeom prst="rect">
            <a:avLst/>
          </a:prstGeom>
          <a:noFill/>
          <a:ln>
            <a:noFill/>
          </a:ln>
          <a:effectLst>
            <a:softEdge rad="508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2" name="圆角矩形 14"/>
          <p:cNvSpPr>
            <a:spLocks noChangeArrowheads="1"/>
          </p:cNvSpPr>
          <p:nvPr/>
        </p:nvSpPr>
        <p:spPr bwMode="auto">
          <a:xfrm>
            <a:off x="887413" y="2563813"/>
            <a:ext cx="3060700" cy="2160587"/>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pic>
        <p:nvPicPr>
          <p:cNvPr id="63503" name="图片 11"/>
          <p:cNvPicPr/>
          <p:nvPr/>
        </p:nvPicPr>
        <p:blipFill>
          <a:blip r:embed="rId2" cstate="print">
            <a:extLst>
              <a:ext uri="{28A0092B-C50C-407E-A947-70E740481C1C}">
                <a14:useLocalDpi xmlns:a14="http://schemas.microsoft.com/office/drawing/2010/main" val="0"/>
              </a:ext>
            </a:extLst>
          </a:blip>
          <a:stretch>
            <a:fillRect/>
          </a:stretch>
        </p:blipFill>
        <p:spPr bwMode="auto">
          <a:xfrm>
            <a:off x="900524" y="178618"/>
            <a:ext cx="3034478" cy="2061889"/>
          </a:xfrm>
          <a:prstGeom prst="rect">
            <a:avLst/>
          </a:prstGeom>
          <a:noFill/>
          <a:ln>
            <a:noFill/>
          </a:ln>
          <a:effectLst>
            <a:softEdge rad="508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7" name="直接连接符 51"/>
          <p:cNvCxnSpPr>
            <a:cxnSpLocks noChangeShapeType="1"/>
          </p:cNvCxnSpPr>
          <p:nvPr/>
        </p:nvCxnSpPr>
        <p:spPr bwMode="auto">
          <a:xfrm>
            <a:off x="4184376" y="1196695"/>
            <a:ext cx="1651005"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40" name="圆角矩形 60"/>
          <p:cNvSpPr>
            <a:spLocks noChangeArrowheads="1"/>
          </p:cNvSpPr>
          <p:nvPr/>
        </p:nvSpPr>
        <p:spPr bwMode="auto">
          <a:xfrm>
            <a:off x="5835381" y="3827613"/>
            <a:ext cx="2304000" cy="684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41" name="TextBox 66"/>
          <p:cNvSpPr txBox="1">
            <a:spLocks noChangeArrowheads="1"/>
          </p:cNvSpPr>
          <p:nvPr/>
        </p:nvSpPr>
        <p:spPr bwMode="auto">
          <a:xfrm>
            <a:off x="6045200" y="3969558"/>
            <a:ext cx="19685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压力调节装置</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sp>
        <p:nvSpPr>
          <p:cNvPr id="25" name="圆角矩形 60"/>
          <p:cNvSpPr>
            <a:spLocks noChangeArrowheads="1"/>
          </p:cNvSpPr>
          <p:nvPr/>
        </p:nvSpPr>
        <p:spPr bwMode="auto">
          <a:xfrm>
            <a:off x="5827651" y="841276"/>
            <a:ext cx="2304000" cy="684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26" name="TextBox 66"/>
          <p:cNvSpPr txBox="1">
            <a:spLocks noChangeArrowheads="1"/>
          </p:cNvSpPr>
          <p:nvPr/>
        </p:nvSpPr>
        <p:spPr bwMode="auto">
          <a:xfrm>
            <a:off x="6045200" y="983221"/>
            <a:ext cx="19685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上下压轮</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cxnSp>
        <p:nvCxnSpPr>
          <p:cNvPr id="27" name="直接连接符 51"/>
          <p:cNvCxnSpPr>
            <a:cxnSpLocks noChangeShapeType="1"/>
          </p:cNvCxnSpPr>
          <p:nvPr/>
        </p:nvCxnSpPr>
        <p:spPr bwMode="auto">
          <a:xfrm flipV="1">
            <a:off x="2555776" y="1196695"/>
            <a:ext cx="1630720" cy="716623"/>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cxnSp>
        <p:nvCxnSpPr>
          <p:cNvPr id="31" name="直接连接符 51"/>
          <p:cNvCxnSpPr>
            <a:cxnSpLocks noChangeShapeType="1"/>
            <a:endCxn id="40" idx="1"/>
          </p:cNvCxnSpPr>
          <p:nvPr/>
        </p:nvCxnSpPr>
        <p:spPr bwMode="auto">
          <a:xfrm>
            <a:off x="3203848" y="4169613"/>
            <a:ext cx="2631533"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cxnSp>
        <p:nvCxnSpPr>
          <p:cNvPr id="28" name="直接连接符 51"/>
          <p:cNvCxnSpPr>
            <a:cxnSpLocks noChangeShapeType="1"/>
          </p:cNvCxnSpPr>
          <p:nvPr/>
        </p:nvCxnSpPr>
        <p:spPr bwMode="auto">
          <a:xfrm>
            <a:off x="2555776" y="520659"/>
            <a:ext cx="1628600" cy="680657"/>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grpSp>
        <p:nvGrpSpPr>
          <p:cNvPr id="33" name="组合 11"/>
          <p:cNvGrpSpPr>
            <a:grpSpLocks noChangeAspect="1"/>
          </p:cNvGrpSpPr>
          <p:nvPr/>
        </p:nvGrpSpPr>
        <p:grpSpPr bwMode="auto">
          <a:xfrm>
            <a:off x="8162131" y="4169613"/>
            <a:ext cx="942975" cy="944562"/>
            <a:chOff x="0" y="0"/>
            <a:chExt cx="1388581" cy="1388581"/>
          </a:xfrm>
        </p:grpSpPr>
        <p:sp>
          <p:nvSpPr>
            <p:cNvPr id="34"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sp>
        <p:nvSpPr>
          <p:cNvPr id="29" name="灯片编号占位符 28"/>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503"/>
                                        </p:tgtEl>
                                        <p:attrNameLst>
                                          <p:attrName>style.visibility</p:attrName>
                                        </p:attrNameLst>
                                      </p:cBhvr>
                                      <p:to>
                                        <p:strVal val="visible"/>
                                      </p:to>
                                    </p:set>
                                    <p:animEffect transition="in" filter="wipe(left)">
                                      <p:cBhvr>
                                        <p:cTn id="7" dur="500"/>
                                        <p:tgtEl>
                                          <p:spTgt spid="6350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3501"/>
                                        </p:tgtEl>
                                        <p:attrNameLst>
                                          <p:attrName>style.visibility</p:attrName>
                                        </p:attrNameLst>
                                      </p:cBhvr>
                                      <p:to>
                                        <p:strVal val="visible"/>
                                      </p:to>
                                    </p:set>
                                    <p:animEffect transition="in" filter="wipe(left)">
                                      <p:cBhvr>
                                        <p:cTn id="11" dur="500"/>
                                        <p:tgtEl>
                                          <p:spTgt spid="6350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left)">
                                      <p:cBhvr>
                                        <p:cTn id="23" dur="500"/>
                                        <p:tgtEl>
                                          <p:spTgt spid="4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par>
                                <p:cTn id="28" presetID="22" presetClass="entr" presetSubtype="8"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left)">
                                      <p:cBhvr>
                                        <p:cTn id="30" dur="500"/>
                                        <p:tgtEl>
                                          <p:spTgt spid="28"/>
                                        </p:tgtEl>
                                      </p:cBhvr>
                                    </p:animEffect>
                                  </p:childTnLst>
                                </p:cTn>
                              </p:par>
                            </p:childTnLst>
                          </p:cTn>
                        </p:par>
                        <p:par>
                          <p:cTn id="31" fill="hold">
                            <p:stCondLst>
                              <p:cond delay="3000"/>
                            </p:stCondLst>
                            <p:childTnLst>
                              <p:par>
                                <p:cTn id="32" presetID="22" presetClass="entr" presetSubtype="8" fill="hold" nodeType="after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wipe(left)">
                                      <p:cBhvr>
                                        <p:cTn id="34" dur="500"/>
                                        <p:tgtEl>
                                          <p:spTgt spid="37"/>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autoUpdateAnimBg="0"/>
      <p:bldP spid="41" grpId="0" animBg="1" autoUpdateAnimBg="0"/>
      <p:bldP spid="25" grpId="0" animBg="1" autoUpdateAnimBg="0"/>
      <p:bldP spid="26"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圆角矩形 14"/>
          <p:cNvSpPr>
            <a:spLocks noChangeArrowheads="1"/>
          </p:cNvSpPr>
          <p:nvPr/>
        </p:nvSpPr>
        <p:spPr bwMode="auto">
          <a:xfrm>
            <a:off x="860664" y="1309596"/>
            <a:ext cx="3492000" cy="2412000"/>
          </a:xfrm>
          <a:prstGeom prst="roundRect">
            <a:avLst>
              <a:gd name="adj" fmla="val 5259"/>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63491" name="组合 18"/>
          <p:cNvGrpSpPr/>
          <p:nvPr/>
        </p:nvGrpSpPr>
        <p:grpSpPr bwMode="auto">
          <a:xfrm>
            <a:off x="-25400" y="4360863"/>
            <a:ext cx="9180513" cy="1587500"/>
            <a:chOff x="0" y="0"/>
            <a:chExt cx="9181274" cy="1588274"/>
          </a:xfrm>
        </p:grpSpPr>
        <p:sp>
          <p:nvSpPr>
            <p:cNvPr id="6350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51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3492"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3493"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3494"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FFFF"/>
                </a:solidFill>
                <a:latin typeface="Franklin Gothic Medium" panose="020B0603020102020204" pitchFamily="34" charset="0"/>
                <a:ea typeface="微软雅黑" panose="020B0503020204020204" pitchFamily="34" charset="-122"/>
              </a:rPr>
              <a:t>结构</a:t>
            </a: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63495" name="TextBox 22"/>
          <p:cNvSpPr txBox="1">
            <a:spLocks noChangeArrowheads="1"/>
          </p:cNvSpPr>
          <p:nvPr/>
        </p:nvSpPr>
        <p:spPr bwMode="auto">
          <a:xfrm>
            <a:off x="1376363" y="5160963"/>
            <a:ext cx="2085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整体外观</a:t>
            </a:r>
            <a:endParaRPr lang="zh-CN" altLang="en-US" sz="1400">
              <a:solidFill>
                <a:srgbClr val="A6A6A6"/>
              </a:solidFill>
              <a:latin typeface="Franklin Gothic Medium" panose="020B0603020102020204" pitchFamily="34" charset="0"/>
              <a:ea typeface="微软雅黑" panose="020B0503020204020204" pitchFamily="34" charset="-122"/>
            </a:endParaRPr>
          </a:p>
        </p:txBody>
      </p:sp>
      <p:sp>
        <p:nvSpPr>
          <p:cNvPr id="63496" name="TextBox 40"/>
          <p:cNvSpPr txBox="1">
            <a:spLocks noChangeArrowheads="1"/>
          </p:cNvSpPr>
          <p:nvPr/>
        </p:nvSpPr>
        <p:spPr bwMode="auto">
          <a:xfrm>
            <a:off x="5250657" y="5160962"/>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各部分结构</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3498" name="等腰三角形 33"/>
          <p:cNvSpPr>
            <a:spLocks noChangeArrowheads="1"/>
          </p:cNvSpPr>
          <p:nvPr/>
        </p:nvSpPr>
        <p:spPr bwMode="auto">
          <a:xfrm>
            <a:off x="622830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3499" name="矩形 37"/>
          <p:cNvSpPr>
            <a:spLocks noChangeArrowheads="1"/>
          </p:cNvSpPr>
          <p:nvPr/>
        </p:nvSpPr>
        <p:spPr bwMode="auto">
          <a:xfrm rot="1414157">
            <a:off x="6578600" y="292100"/>
            <a:ext cx="3167063"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cxnSp>
        <p:nvCxnSpPr>
          <p:cNvPr id="63500" name="直接连接符 36"/>
          <p:cNvCxnSpPr>
            <a:cxnSpLocks noChangeShapeType="1"/>
          </p:cNvCxnSpPr>
          <p:nvPr/>
        </p:nvCxnSpPr>
        <p:spPr bwMode="auto">
          <a:xfrm>
            <a:off x="-252413" y="2713038"/>
            <a:ext cx="930276" cy="0"/>
          </a:xfrm>
          <a:prstGeom prst="line">
            <a:avLst/>
          </a:prstGeom>
          <a:noFill/>
          <a:ln w="19050">
            <a:solidFill>
              <a:srgbClr val="808080"/>
            </a:solidFill>
            <a:round/>
            <a:headEnd type="oval" w="med" len="med"/>
            <a:tailEnd type="oval" w="med" len="med"/>
          </a:ln>
          <a:extLst>
            <a:ext uri="{909E8E84-426E-40DD-AFC4-6F175D3DCCD1}">
              <a14:hiddenFill xmlns:a14="http://schemas.microsoft.com/office/drawing/2010/main">
                <a:noFill/>
              </a14:hiddenFill>
            </a:ext>
          </a:extLst>
        </p:spPr>
      </p:cxnSp>
      <p:pic>
        <p:nvPicPr>
          <p:cNvPr id="63503" name="图片 11"/>
          <p:cNvPicPr/>
          <p:nvPr/>
        </p:nvPicPr>
        <p:blipFill>
          <a:blip r:embed="rId1" cstate="print">
            <a:extLst>
              <a:ext uri="{28A0092B-C50C-407E-A947-70E740481C1C}">
                <a14:useLocalDpi xmlns:a14="http://schemas.microsoft.com/office/drawing/2010/main" val="0"/>
              </a:ext>
            </a:extLst>
          </a:blip>
          <a:stretch>
            <a:fillRect/>
          </a:stretch>
        </p:blipFill>
        <p:spPr bwMode="auto">
          <a:xfrm>
            <a:off x="899592" y="1331936"/>
            <a:ext cx="3421269" cy="2370291"/>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7" name="直接连接符 51"/>
          <p:cNvCxnSpPr>
            <a:cxnSpLocks noChangeShapeType="1"/>
          </p:cNvCxnSpPr>
          <p:nvPr/>
        </p:nvCxnSpPr>
        <p:spPr bwMode="auto">
          <a:xfrm>
            <a:off x="2223767" y="1935899"/>
            <a:ext cx="3716385" cy="0"/>
          </a:xfrm>
          <a:prstGeom prst="line">
            <a:avLst/>
          </a:prstGeom>
          <a:noFill/>
          <a:ln w="19050">
            <a:solidFill>
              <a:srgbClr val="808080"/>
            </a:solidFill>
            <a:round/>
            <a:tailEnd type="oval" w="med" len="med"/>
          </a:ln>
          <a:effectLst>
            <a:softEdge rad="63500"/>
          </a:effectLst>
          <a:extLst>
            <a:ext uri="{909E8E84-426E-40DD-AFC4-6F175D3DCCD1}">
              <a14:hiddenFill xmlns:a14="http://schemas.microsoft.com/office/drawing/2010/main">
                <a:noFill/>
              </a14:hiddenFill>
            </a:ext>
          </a:extLst>
        </p:spPr>
      </p:cxnSp>
      <p:sp>
        <p:nvSpPr>
          <p:cNvPr id="40" name="圆角矩形 60"/>
          <p:cNvSpPr>
            <a:spLocks noChangeArrowheads="1"/>
          </p:cNvSpPr>
          <p:nvPr/>
        </p:nvSpPr>
        <p:spPr bwMode="auto">
          <a:xfrm>
            <a:off x="5940152" y="1561556"/>
            <a:ext cx="2304000" cy="2160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41" name="TextBox 66"/>
          <p:cNvSpPr txBox="1">
            <a:spLocks noChangeArrowheads="1"/>
          </p:cNvSpPr>
          <p:nvPr/>
        </p:nvSpPr>
        <p:spPr bwMode="auto">
          <a:xfrm>
            <a:off x="6107902" y="1735844"/>
            <a:ext cx="19685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充填轨道</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cxnSp>
        <p:nvCxnSpPr>
          <p:cNvPr id="31" name="直接连接符 51"/>
          <p:cNvCxnSpPr>
            <a:cxnSpLocks noChangeShapeType="1"/>
          </p:cNvCxnSpPr>
          <p:nvPr/>
        </p:nvCxnSpPr>
        <p:spPr bwMode="auto">
          <a:xfrm>
            <a:off x="2448580" y="3289348"/>
            <a:ext cx="3491572"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32" name="TextBox 66"/>
          <p:cNvSpPr txBox="1">
            <a:spLocks noChangeArrowheads="1"/>
          </p:cNvSpPr>
          <p:nvPr/>
        </p:nvSpPr>
        <p:spPr bwMode="auto">
          <a:xfrm>
            <a:off x="6107902" y="3002936"/>
            <a:ext cx="19685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片重调节装置</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grpSp>
        <p:nvGrpSpPr>
          <p:cNvPr id="20" name="组合 11"/>
          <p:cNvGrpSpPr>
            <a:grpSpLocks noChangeAspect="1"/>
          </p:cNvGrpSpPr>
          <p:nvPr/>
        </p:nvGrpSpPr>
        <p:grpSpPr bwMode="auto">
          <a:xfrm>
            <a:off x="8182942" y="4196080"/>
            <a:ext cx="942975" cy="944562"/>
            <a:chOff x="0" y="0"/>
            <a:chExt cx="1388581" cy="1388581"/>
          </a:xfrm>
        </p:grpSpPr>
        <p:sp>
          <p:nvSpPr>
            <p:cNvPr id="21" name="椭圆 14"/>
            <p:cNvSpPr>
              <a:spLocks noChangeArrowheads="1"/>
            </p:cNvSpPr>
            <p:nvPr/>
          </p:nvSpPr>
          <p:spPr bwMode="auto">
            <a:xfrm>
              <a:off x="0" y="0"/>
              <a:ext cx="1388581" cy="1388581"/>
            </a:xfrm>
            <a:prstGeom prst="ellipse">
              <a:avLst/>
            </a:prstGeom>
            <a:solidFill>
              <a:srgbClr val="0070C0"/>
            </a:solidFill>
            <a:ln>
              <a:noFill/>
            </a:ln>
            <a:extLst>
              <a:ext uri="{91240B29-F687-4F45-9708-019B960494DF}">
                <a14:hiddenLine xmlns:a14="http://schemas.microsoft.com/office/drawing/2010/main" w="25400">
                  <a:solidFill>
                    <a:srgbClr val="000000"/>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2" name="任意多边形 29"/>
            <p:cNvSpPr>
              <a:spLocks noChangeArrowheads="1"/>
            </p:cNvSpPr>
            <p:nvPr/>
          </p:nvSpPr>
          <p:spPr bwMode="auto">
            <a:xfrm>
              <a:off x="321795" y="320199"/>
              <a:ext cx="735775" cy="754697"/>
            </a:xfrm>
            <a:custGeom>
              <a:avLst/>
              <a:gdLst>
                <a:gd name="T0" fmla="*/ 434687 w 617988"/>
                <a:gd name="T1" fmla="*/ 267178 h 633881"/>
                <a:gd name="T2" fmla="*/ 248093 w 617988"/>
                <a:gd name="T3" fmla="*/ 453772 h 633881"/>
                <a:gd name="T4" fmla="*/ 434687 w 617988"/>
                <a:gd name="T5" fmla="*/ 640366 h 633881"/>
                <a:gd name="T6" fmla="*/ 621281 w 617988"/>
                <a:gd name="T7" fmla="*/ 453772 h 633881"/>
                <a:gd name="T8" fmla="*/ 434687 w 617988"/>
                <a:gd name="T9" fmla="*/ 267178 h 633881"/>
                <a:gd name="T10" fmla="*/ 405345 w 617988"/>
                <a:gd name="T11" fmla="*/ 0 h 633881"/>
                <a:gd name="T12" fmla="*/ 651060 w 617988"/>
                <a:gd name="T13" fmla="*/ 56083 h 633881"/>
                <a:gd name="T14" fmla="*/ 634383 w 617988"/>
                <a:gd name="T15" fmla="*/ 129158 h 633881"/>
                <a:gd name="T16" fmla="*/ 644278 w 617988"/>
                <a:gd name="T17" fmla="*/ 134530 h 633881"/>
                <a:gd name="T18" fmla="*/ 698208 w 617988"/>
                <a:gd name="T19" fmla="*/ 181232 h 633881"/>
                <a:gd name="T20" fmla="*/ 766657 w 617988"/>
                <a:gd name="T21" fmla="*/ 148269 h 633881"/>
                <a:gd name="T22" fmla="*/ 876012 w 617988"/>
                <a:gd name="T23" fmla="*/ 375344 h 633881"/>
                <a:gd name="T24" fmla="*/ 806526 w 617988"/>
                <a:gd name="T25" fmla="*/ 408806 h 633881"/>
                <a:gd name="T26" fmla="*/ 811624 w 617988"/>
                <a:gd name="T27" fmla="*/ 449270 h 633881"/>
                <a:gd name="T28" fmla="*/ 807498 w 617988"/>
                <a:gd name="T29" fmla="*/ 490200 h 633881"/>
                <a:gd name="T30" fmla="*/ 876012 w 617988"/>
                <a:gd name="T31" fmla="*/ 523195 h 633881"/>
                <a:gd name="T32" fmla="*/ 766657 w 617988"/>
                <a:gd name="T33" fmla="*/ 750272 h 633881"/>
                <a:gd name="T34" fmla="*/ 699896 w 617988"/>
                <a:gd name="T35" fmla="*/ 718121 h 633881"/>
                <a:gd name="T36" fmla="*/ 644278 w 617988"/>
                <a:gd name="T37" fmla="*/ 764009 h 633881"/>
                <a:gd name="T38" fmla="*/ 634256 w 617988"/>
                <a:gd name="T39" fmla="*/ 768827 h 633881"/>
                <a:gd name="T40" fmla="*/ 651060 w 617988"/>
                <a:gd name="T41" fmla="*/ 842456 h 633881"/>
                <a:gd name="T42" fmla="*/ 405345 w 617988"/>
                <a:gd name="T43" fmla="*/ 898540 h 633881"/>
                <a:gd name="T44" fmla="*/ 387911 w 617988"/>
                <a:gd name="T45" fmla="*/ 822157 h 633881"/>
                <a:gd name="T46" fmla="*/ 319191 w 617988"/>
                <a:gd name="T47" fmla="*/ 811768 h 633881"/>
                <a:gd name="T48" fmla="*/ 308044 w 617988"/>
                <a:gd name="T49" fmla="*/ 806899 h 633881"/>
                <a:gd name="T50" fmla="*/ 261202 w 617988"/>
                <a:gd name="T51" fmla="*/ 865638 h 633881"/>
                <a:gd name="T52" fmla="*/ 64152 w 617988"/>
                <a:gd name="T53" fmla="*/ 708497 h 633881"/>
                <a:gd name="T54" fmla="*/ 111458 w 617988"/>
                <a:gd name="T55" fmla="*/ 649177 h 633881"/>
                <a:gd name="T56" fmla="*/ 82325 w 617988"/>
                <a:gd name="T57" fmla="*/ 597013 h 633881"/>
                <a:gd name="T58" fmla="*/ 75583 w 617988"/>
                <a:gd name="T59" fmla="*/ 575287 h 633881"/>
                <a:gd name="T60" fmla="*/ 0 w 617988"/>
                <a:gd name="T61" fmla="*/ 575287 h 633881"/>
                <a:gd name="T62" fmla="*/ 0 w 617988"/>
                <a:gd name="T63" fmla="*/ 323252 h 633881"/>
                <a:gd name="T64" fmla="*/ 75583 w 617988"/>
                <a:gd name="T65" fmla="*/ 323252 h 633881"/>
                <a:gd name="T66" fmla="*/ 82325 w 617988"/>
                <a:gd name="T67" fmla="*/ 301527 h 633881"/>
                <a:gd name="T68" fmla="*/ 112888 w 617988"/>
                <a:gd name="T69" fmla="*/ 251155 h 633881"/>
                <a:gd name="T70" fmla="*/ 64149 w 617988"/>
                <a:gd name="T71" fmla="*/ 190042 h 633881"/>
                <a:gd name="T72" fmla="*/ 261199 w 617988"/>
                <a:gd name="T73" fmla="*/ 32901 h 633881"/>
                <a:gd name="T74" fmla="*/ 308325 w 617988"/>
                <a:gd name="T75" fmla="*/ 91994 h 633881"/>
                <a:gd name="T76" fmla="*/ 319191 w 617988"/>
                <a:gd name="T77" fmla="*/ 86771 h 633881"/>
                <a:gd name="T78" fmla="*/ 387911 w 617988"/>
                <a:gd name="T79" fmla="*/ 76382 h 6338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17988"/>
                <a:gd name="T121" fmla="*/ 0 h 633881"/>
                <a:gd name="T122" fmla="*/ 617988 w 617988"/>
                <a:gd name="T123" fmla="*/ 633881 h 6338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17988" h="633881">
                  <a:moveTo>
                    <a:pt x="306653" y="188483"/>
                  </a:moveTo>
                  <a:cubicBezTo>
                    <a:pt x="233954" y="188483"/>
                    <a:pt x="175019" y="247418"/>
                    <a:pt x="175019" y="320117"/>
                  </a:cubicBezTo>
                  <a:cubicBezTo>
                    <a:pt x="175019" y="392816"/>
                    <a:pt x="233954" y="451751"/>
                    <a:pt x="306653" y="451751"/>
                  </a:cubicBezTo>
                  <a:cubicBezTo>
                    <a:pt x="379352" y="451751"/>
                    <a:pt x="438287" y="392816"/>
                    <a:pt x="438287" y="320117"/>
                  </a:cubicBezTo>
                  <a:cubicBezTo>
                    <a:pt x="438287" y="247418"/>
                    <a:pt x="379352" y="188483"/>
                    <a:pt x="306653" y="188483"/>
                  </a:cubicBezTo>
                  <a:close/>
                  <a:moveTo>
                    <a:pt x="285953" y="0"/>
                  </a:moveTo>
                  <a:lnTo>
                    <a:pt x="459295" y="39564"/>
                  </a:lnTo>
                  <a:lnTo>
                    <a:pt x="447529" y="91116"/>
                  </a:lnTo>
                  <a:lnTo>
                    <a:pt x="454510" y="94905"/>
                  </a:lnTo>
                  <a:lnTo>
                    <a:pt x="492555" y="127851"/>
                  </a:lnTo>
                  <a:lnTo>
                    <a:pt x="540843" y="104597"/>
                  </a:lnTo>
                  <a:lnTo>
                    <a:pt x="617988" y="264789"/>
                  </a:lnTo>
                  <a:lnTo>
                    <a:pt x="568969" y="288395"/>
                  </a:lnTo>
                  <a:lnTo>
                    <a:pt x="572565" y="316940"/>
                  </a:lnTo>
                  <a:lnTo>
                    <a:pt x="569654" y="345815"/>
                  </a:lnTo>
                  <a:lnTo>
                    <a:pt x="617988" y="369091"/>
                  </a:lnTo>
                  <a:lnTo>
                    <a:pt x="540843" y="529284"/>
                  </a:lnTo>
                  <a:lnTo>
                    <a:pt x="493746" y="506603"/>
                  </a:lnTo>
                  <a:lnTo>
                    <a:pt x="454510" y="538975"/>
                  </a:lnTo>
                  <a:lnTo>
                    <a:pt x="447440" y="542374"/>
                  </a:lnTo>
                  <a:lnTo>
                    <a:pt x="459295" y="594316"/>
                  </a:lnTo>
                  <a:lnTo>
                    <a:pt x="285953" y="633881"/>
                  </a:lnTo>
                  <a:lnTo>
                    <a:pt x="273654" y="579996"/>
                  </a:lnTo>
                  <a:lnTo>
                    <a:pt x="225175" y="572667"/>
                  </a:lnTo>
                  <a:lnTo>
                    <a:pt x="217312" y="569232"/>
                  </a:lnTo>
                  <a:lnTo>
                    <a:pt x="184266" y="610670"/>
                  </a:lnTo>
                  <a:lnTo>
                    <a:pt x="45256" y="499814"/>
                  </a:lnTo>
                  <a:lnTo>
                    <a:pt x="78629" y="457966"/>
                  </a:lnTo>
                  <a:lnTo>
                    <a:pt x="58077" y="421167"/>
                  </a:lnTo>
                  <a:lnTo>
                    <a:pt x="53320" y="405840"/>
                  </a:lnTo>
                  <a:lnTo>
                    <a:pt x="0" y="405840"/>
                  </a:lnTo>
                  <a:lnTo>
                    <a:pt x="0" y="228040"/>
                  </a:lnTo>
                  <a:lnTo>
                    <a:pt x="53320" y="228040"/>
                  </a:lnTo>
                  <a:lnTo>
                    <a:pt x="58077" y="212714"/>
                  </a:lnTo>
                  <a:lnTo>
                    <a:pt x="79637" y="177179"/>
                  </a:lnTo>
                  <a:lnTo>
                    <a:pt x="45255" y="134066"/>
                  </a:lnTo>
                  <a:lnTo>
                    <a:pt x="184265" y="23210"/>
                  </a:lnTo>
                  <a:lnTo>
                    <a:pt x="217510" y="64898"/>
                  </a:lnTo>
                  <a:lnTo>
                    <a:pt x="225175" y="61213"/>
                  </a:lnTo>
                  <a:lnTo>
                    <a:pt x="273654" y="53884"/>
                  </a:lnTo>
                  <a:lnTo>
                    <a:pt x="285953"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grpSp>
      <p:cxnSp>
        <p:nvCxnSpPr>
          <p:cNvPr id="23" name="直接连接符 51"/>
          <p:cNvCxnSpPr>
            <a:cxnSpLocks noChangeShapeType="1"/>
          </p:cNvCxnSpPr>
          <p:nvPr/>
        </p:nvCxnSpPr>
        <p:spPr bwMode="auto">
          <a:xfrm>
            <a:off x="2223767" y="1993404"/>
            <a:ext cx="3716385" cy="0"/>
          </a:xfrm>
          <a:prstGeom prst="line">
            <a:avLst/>
          </a:prstGeom>
          <a:noFill/>
          <a:ln w="19050">
            <a:solidFill>
              <a:srgbClr val="808080"/>
            </a:solidFill>
            <a:round/>
            <a:tailEnd type="oval" w="med" len="med"/>
          </a:ln>
          <a:extLst>
            <a:ext uri="{909E8E84-426E-40DD-AFC4-6F175D3DCCD1}">
              <a14:hiddenFill xmlns:a14="http://schemas.microsoft.com/office/drawing/2010/main">
                <a:noFill/>
              </a14:hiddenFill>
            </a:ext>
          </a:extLst>
        </p:spPr>
      </p:cxnSp>
      <p:sp>
        <p:nvSpPr>
          <p:cNvPr id="24" name="灯片编号占位符 23"/>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503"/>
                                        </p:tgtEl>
                                        <p:attrNameLst>
                                          <p:attrName>style.visibility</p:attrName>
                                        </p:attrNameLst>
                                      </p:cBhvr>
                                      <p:to>
                                        <p:strVal val="visible"/>
                                      </p:to>
                                    </p:set>
                                    <p:animEffect transition="in" filter="wipe(left)">
                                      <p:cBhvr>
                                        <p:cTn id="7" dur="500"/>
                                        <p:tgtEl>
                                          <p:spTgt spid="6350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left)">
                                      <p:cBhvr>
                                        <p:cTn id="15" dur="500"/>
                                        <p:tgtEl>
                                          <p:spTgt spid="4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autoUpdateAnimBg="0"/>
      <p:bldP spid="41" grpId="0" animBg="1" autoUpdateAnimBg="0"/>
      <p:bldP spid="3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矩形 2"/>
          <p:cNvSpPr>
            <a:spLocks noChangeArrowheads="1"/>
          </p:cNvSpPr>
          <p:nvPr/>
        </p:nvSpPr>
        <p:spPr bwMode="auto">
          <a:xfrm>
            <a:off x="1003300" y="1104900"/>
            <a:ext cx="87947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800" dirty="0" smtClean="0">
                <a:solidFill>
                  <a:srgbClr val="969696"/>
                </a:solidFill>
                <a:latin typeface="方正兰亭特黑_GBK" charset="-122"/>
                <a:ea typeface="DFKai-SB" panose="03000509000000000000" pitchFamily="65" charset="-120"/>
              </a:rPr>
              <a:t>3</a:t>
            </a:r>
            <a:endParaRPr lang="en-US" altLang="zh-CN" sz="13800" dirty="0">
              <a:solidFill>
                <a:srgbClr val="969696"/>
              </a:solidFill>
              <a:latin typeface="方正兰亭特黑_GBK" charset="-122"/>
              <a:ea typeface="DFKai-SB" panose="03000509000000000000" pitchFamily="65" charset="-120"/>
            </a:endParaRPr>
          </a:p>
        </p:txBody>
      </p:sp>
      <p:sp>
        <p:nvSpPr>
          <p:cNvPr id="58372" name="TextBox 3"/>
          <p:cNvSpPr txBox="1">
            <a:spLocks noChangeArrowheads="1"/>
          </p:cNvSpPr>
          <p:nvPr/>
        </p:nvSpPr>
        <p:spPr bwMode="auto">
          <a:xfrm>
            <a:off x="2135188" y="3090863"/>
            <a:ext cx="1689100" cy="5238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dirty="0" smtClean="0">
                <a:solidFill>
                  <a:srgbClr val="FFFFFF"/>
                </a:solidFill>
                <a:latin typeface="Franklin Gothic Medium" panose="020B0603020102020204" pitchFamily="34" charset="0"/>
                <a:ea typeface="微软雅黑" panose="020B0503020204020204" pitchFamily="34" charset="-122"/>
              </a:rPr>
              <a:t>原理</a:t>
            </a:r>
            <a:endParaRPr lang="zh-CN" altLang="en-US" sz="2800" dirty="0">
              <a:solidFill>
                <a:srgbClr val="FFFFFF"/>
              </a:solidFill>
              <a:latin typeface="Franklin Gothic Medium" panose="020B0603020102020204" pitchFamily="34" charset="0"/>
              <a:ea typeface="微软雅黑" panose="020B0503020204020204" pitchFamily="34" charset="-122"/>
            </a:endParaRPr>
          </a:p>
        </p:txBody>
      </p:sp>
      <p:cxnSp>
        <p:nvCxnSpPr>
          <p:cNvPr id="59397" name="直接连接符 7"/>
          <p:cNvCxnSpPr>
            <a:cxnSpLocks noChangeShapeType="1"/>
          </p:cNvCxnSpPr>
          <p:nvPr/>
        </p:nvCxnSpPr>
        <p:spPr bwMode="auto">
          <a:xfrm>
            <a:off x="1951038" y="2195513"/>
            <a:ext cx="0" cy="161290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9398" name="直接连接符 8"/>
          <p:cNvCxnSpPr>
            <a:cxnSpLocks noChangeShapeType="1"/>
          </p:cNvCxnSpPr>
          <p:nvPr/>
        </p:nvCxnSpPr>
        <p:spPr bwMode="auto">
          <a:xfrm>
            <a:off x="1003300" y="2943225"/>
            <a:ext cx="3641725" cy="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8375" name="直接连接符 9"/>
          <p:cNvCxnSpPr>
            <a:cxnSpLocks noChangeShapeType="1"/>
          </p:cNvCxnSpPr>
          <p:nvPr/>
        </p:nvCxnSpPr>
        <p:spPr bwMode="auto">
          <a:xfrm>
            <a:off x="-2419350" y="2943225"/>
            <a:ext cx="2382837" cy="0"/>
          </a:xfrm>
          <a:prstGeom prst="line">
            <a:avLst/>
          </a:prstGeom>
          <a:noFill/>
          <a:ln w="3175">
            <a:solidFill>
              <a:srgbClr val="000000"/>
            </a:solidFill>
            <a:round/>
          </a:ln>
          <a:extLst>
            <a:ext uri="{909E8E84-426E-40DD-AFC4-6F175D3DCCD1}">
              <a14:hiddenFill xmlns:a14="http://schemas.microsoft.com/office/drawing/2010/main">
                <a:noFill/>
              </a14:hiddenFill>
            </a:ext>
          </a:extLst>
        </p:spPr>
      </p:cxnSp>
      <p:cxnSp>
        <p:nvCxnSpPr>
          <p:cNvPr id="58376" name="直接连接符 10"/>
          <p:cNvCxnSpPr>
            <a:cxnSpLocks noChangeShapeType="1"/>
          </p:cNvCxnSpPr>
          <p:nvPr/>
        </p:nvCxnSpPr>
        <p:spPr bwMode="auto">
          <a:xfrm>
            <a:off x="1954213" y="-2346325"/>
            <a:ext cx="0" cy="2317750"/>
          </a:xfrm>
          <a:prstGeom prst="line">
            <a:avLst/>
          </a:prstGeom>
          <a:noFill/>
          <a:ln w="3175">
            <a:solidFill>
              <a:schemeClr val="tx1"/>
            </a:solidFill>
            <a:round/>
          </a:ln>
          <a:extLst>
            <a:ext uri="{909E8E84-426E-40DD-AFC4-6F175D3DCCD1}">
              <a14:hiddenFill xmlns:a14="http://schemas.microsoft.com/office/drawing/2010/main">
                <a:noFill/>
              </a14:hiddenFill>
            </a:ext>
          </a:extLst>
        </p:spPr>
      </p:cxnSp>
      <p:sp>
        <p:nvSpPr>
          <p:cNvPr id="58377" name="TextBox 11"/>
          <p:cNvSpPr txBox="1">
            <a:spLocks noChangeArrowheads="1"/>
          </p:cNvSpPr>
          <p:nvPr/>
        </p:nvSpPr>
        <p:spPr bwMode="auto">
          <a:xfrm>
            <a:off x="-900113"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pic>
        <p:nvPicPr>
          <p:cNvPr id="2" name="图片 1"/>
          <p:cNvPicPr>
            <a:picLocks noChangeAspect="1"/>
          </p:cNvPicPr>
          <p:nvPr/>
        </p:nvPicPr>
        <p:blipFill>
          <a:blip r:embed="rId1" cstate="print"/>
          <a:stretch>
            <a:fillRect/>
          </a:stretch>
        </p:blipFill>
        <p:spPr>
          <a:xfrm>
            <a:off x="4139952" y="1777380"/>
            <a:ext cx="4664874" cy="3600000"/>
          </a:xfrm>
          <a:prstGeom prst="rect">
            <a:avLst/>
          </a:prstGeom>
          <a:effectLst>
            <a:softEdge rad="50800"/>
          </a:effectLst>
        </p:spPr>
      </p:pic>
      <p:sp>
        <p:nvSpPr>
          <p:cNvPr id="10" name="灯片编号占位符 9"/>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2222E-6 -2.22222E-6 L 4.72222E-6 0.90945 " pathEditMode="relative" rAng="0" ptsTypes="AA">
                                      <p:cBhvr>
                                        <p:cTn id="6" dur="500" fill="hold"/>
                                        <p:tgtEl>
                                          <p:spTgt spid="58376"/>
                                        </p:tgtEl>
                                        <p:attrNameLst>
                                          <p:attrName>ppt_x</p:attrName>
                                          <p:attrName>ppt_y</p:attrName>
                                        </p:attrNameLst>
                                      </p:cBhvr>
                                      <p:rCtr x="0" y="4547200"/>
                                    </p:animMotion>
                                  </p:childTnLst>
                                </p:cTn>
                              </p:par>
                              <p:par>
                                <p:cTn id="7" presetID="42" presetClass="path" presetSubtype="0" accel="50000" decel="50000" fill="hold" nodeType="withEffect">
                                  <p:stCondLst>
                                    <p:cond delay="0"/>
                                  </p:stCondLst>
                                  <p:childTnLst>
                                    <p:animMotion origin="layout" path="M 1.38889E-6 -4.04775E-6 L 0.53976 0.00139 " pathEditMode="relative" rAng="0" ptsTypes="AA">
                                      <p:cBhvr>
                                        <p:cTn id="8" dur="500" fill="hold"/>
                                        <p:tgtEl>
                                          <p:spTgt spid="58375"/>
                                        </p:tgtEl>
                                        <p:attrNameLst>
                                          <p:attrName>ppt_x</p:attrName>
                                          <p:attrName>ppt_y</p:attrName>
                                        </p:attrNameLst>
                                      </p:cBhvr>
                                      <p:rCtr x="2697900" y="5600"/>
                                    </p:animMotion>
                                  </p:childTnLst>
                                </p:cTn>
                              </p:par>
                              <p:par>
                                <p:cTn id="9" presetID="10" presetClass="exit" presetSubtype="0" fill="hold" nodeType="withEffect">
                                  <p:stCondLst>
                                    <p:cond delay="0"/>
                                  </p:stCondLst>
                                  <p:childTnLst>
                                    <p:animEffect transition="out" filter="fade">
                                      <p:cBhvr>
                                        <p:cTn id="10" dur="500"/>
                                        <p:tgtEl>
                                          <p:spTgt spid="58376"/>
                                        </p:tgtEl>
                                      </p:cBhvr>
                                    </p:animEffect>
                                    <p:set>
                                      <p:cBhvr>
                                        <p:cTn id="11" dur="1" fill="hold">
                                          <p:stCondLst>
                                            <p:cond delay="499"/>
                                          </p:stCondLst>
                                        </p:cTn>
                                        <p:tgtEl>
                                          <p:spTgt spid="58376"/>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58375"/>
                                        </p:tgtEl>
                                      </p:cBhvr>
                                    </p:animEffect>
                                    <p:set>
                                      <p:cBhvr>
                                        <p:cTn id="14" dur="1" fill="hold">
                                          <p:stCondLst>
                                            <p:cond delay="499"/>
                                          </p:stCondLst>
                                        </p:cTn>
                                        <p:tgtEl>
                                          <p:spTgt spid="58375"/>
                                        </p:tgtEl>
                                        <p:attrNameLst>
                                          <p:attrName>style.visibility</p:attrName>
                                        </p:attrNameLst>
                                      </p:cBhvr>
                                      <p:to>
                                        <p:strVal val="hidden"/>
                                      </p:to>
                                    </p:set>
                                  </p:childTnLst>
                                </p:cTn>
                              </p:par>
                            </p:childTnLst>
                          </p:cTn>
                        </p:par>
                        <p:par>
                          <p:cTn id="15" fill="hold">
                            <p:stCondLst>
                              <p:cond delay="500"/>
                            </p:stCondLst>
                            <p:childTnLst>
                              <p:par>
                                <p:cTn id="16" presetID="42" presetClass="path" presetSubtype="0" fill="hold" grpId="0" nodeType="afterEffect">
                                  <p:stCondLst>
                                    <p:cond delay="0"/>
                                  </p:stCondLst>
                                  <p:childTnLst>
                                    <p:animMotion origin="layout" path="M 3.61111E-6 2.22222E-6 L 0.43698 0.00389 " pathEditMode="relative" rAng="0" ptsTypes="AA">
                                      <p:cBhvr>
                                        <p:cTn id="17" dur="500" fill="hold"/>
                                        <p:tgtEl>
                                          <p:spTgt spid="58377"/>
                                        </p:tgtEl>
                                        <p:attrNameLst>
                                          <p:attrName>ppt_x</p:attrName>
                                          <p:attrName>ppt_y</p:attrName>
                                        </p:attrNameLst>
                                      </p:cBhvr>
                                      <p:rCtr x="2184000" y="19400"/>
                                    </p:animMotion>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58371"/>
                                        </p:tgtEl>
                                        <p:attrNameLst>
                                          <p:attrName>style.visibility</p:attrName>
                                        </p:attrNameLst>
                                      </p:cBhvr>
                                      <p:to>
                                        <p:strVal val="visible"/>
                                      </p:to>
                                    </p:set>
                                    <p:animEffect transition="in" filter="randombar(horizontal)">
                                      <p:cBhvr>
                                        <p:cTn id="21" dur="500"/>
                                        <p:tgtEl>
                                          <p:spTgt spid="58371"/>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8372"/>
                                        </p:tgtEl>
                                        <p:attrNameLst>
                                          <p:attrName>style.visibility</p:attrName>
                                        </p:attrNameLst>
                                      </p:cBhvr>
                                      <p:to>
                                        <p:strVal val="visible"/>
                                      </p:to>
                                    </p:set>
                                    <p:animEffect transition="in" filter="randombar(horizontal)">
                                      <p:cBhvr>
                                        <p:cTn id="24" dur="500"/>
                                        <p:tgtEl>
                                          <p:spTgt spid="58372"/>
                                        </p:tgtEl>
                                      </p:cBhvr>
                                    </p:animEffect>
                                  </p:childTnLst>
                                </p:cTn>
                              </p:par>
                            </p:childTnLst>
                          </p:cTn>
                        </p:par>
                        <p:par>
                          <p:cTn id="25" fill="hold">
                            <p:stCondLst>
                              <p:cond delay="1500"/>
                            </p:stCondLst>
                            <p:childTnLst>
                              <p:par>
                                <p:cTn id="26" presetID="42" presetClass="entr" presetSubtype="0"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P spid="58372" grpId="0" animBg="1" autoUpdateAnimBg="0"/>
      <p:bldP spid="5837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539"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5540"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7" name="组合 27"/>
          <p:cNvGrpSpPr/>
          <p:nvPr/>
        </p:nvGrpSpPr>
        <p:grpSpPr bwMode="auto">
          <a:xfrm>
            <a:off x="8019483" y="4068972"/>
            <a:ext cx="950888" cy="674595"/>
            <a:chOff x="0" y="0"/>
            <a:chExt cx="1227334" cy="871712"/>
          </a:xfrm>
        </p:grpSpPr>
        <p:sp>
          <p:nvSpPr>
            <p:cNvPr id="48" name="椭圆 28"/>
            <p:cNvSpPr>
              <a:spLocks noChangeArrowheads="1"/>
            </p:cNvSpPr>
            <p:nvPr/>
          </p:nvSpPr>
          <p:spPr bwMode="auto">
            <a:xfrm>
              <a:off x="136229" y="0"/>
              <a:ext cx="415637" cy="415637"/>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9" name="椭圆 29"/>
            <p:cNvSpPr>
              <a:spLocks noChangeArrowheads="1"/>
            </p:cNvSpPr>
            <p:nvPr/>
          </p:nvSpPr>
          <p:spPr bwMode="auto">
            <a:xfrm>
              <a:off x="551866" y="79525"/>
              <a:ext cx="338512" cy="338512"/>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0" name="圆角矩形 30"/>
            <p:cNvSpPr>
              <a:spLocks noChangeArrowheads="1"/>
            </p:cNvSpPr>
            <p:nvPr/>
          </p:nvSpPr>
          <p:spPr bwMode="auto">
            <a:xfrm>
              <a:off x="94653" y="415637"/>
              <a:ext cx="883901" cy="456075"/>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1" name="圆角矩形 31"/>
            <p:cNvSpPr>
              <a:spLocks noChangeArrowheads="1"/>
            </p:cNvSpPr>
            <p:nvPr/>
          </p:nvSpPr>
          <p:spPr bwMode="auto">
            <a:xfrm>
              <a:off x="0" y="472436"/>
              <a:ext cx="162543" cy="225483"/>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2" name="圆角矩形 32"/>
            <p:cNvSpPr>
              <a:spLocks noChangeArrowheads="1"/>
            </p:cNvSpPr>
            <p:nvPr/>
          </p:nvSpPr>
          <p:spPr bwMode="auto">
            <a:xfrm>
              <a:off x="1043254" y="497563"/>
              <a:ext cx="184080" cy="312379"/>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3" name="梯形 33"/>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62477" name="直接连接符 2"/>
          <p:cNvCxnSpPr>
            <a:cxnSpLocks noChangeShapeType="1"/>
          </p:cNvCxnSpPr>
          <p:nvPr/>
        </p:nvCxnSpPr>
        <p:spPr bwMode="auto">
          <a:xfrm flipV="1">
            <a:off x="1379941" y="1489348"/>
            <a:ext cx="6000371" cy="187600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1040697" y="1177119"/>
            <a:ext cx="518468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           压片机</a:t>
            </a:r>
            <a:r>
              <a:rPr lang="zh-CN" altLang="en-US" sz="1600" dirty="0">
                <a:solidFill>
                  <a:srgbClr val="0070C0"/>
                </a:solidFill>
                <a:latin typeface="Franklin Gothic Medium" panose="020B0603020102020204" pitchFamily="34" charset="0"/>
                <a:ea typeface="微软雅黑" panose="020B0503020204020204" pitchFamily="34" charset="-122"/>
              </a:rPr>
              <a:t>转盘旋转，带着上、下冲头及中模绕轴不停旋转，同时，上、下冲头沿着上下轨道的轨迹</a:t>
            </a:r>
            <a:r>
              <a:rPr lang="zh-CN" altLang="en-US" sz="1600" dirty="0" smtClean="0">
                <a:solidFill>
                  <a:srgbClr val="0070C0"/>
                </a:solidFill>
                <a:latin typeface="Franklin Gothic Medium" panose="020B0603020102020204" pitchFamily="34" charset="0"/>
                <a:ea typeface="微软雅黑" panose="020B0503020204020204" pitchFamily="34" charset="-122"/>
              </a:rPr>
              <a:t>，</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作</a:t>
            </a:r>
            <a:r>
              <a:rPr lang="zh-CN" altLang="en-US" sz="1600" dirty="0">
                <a:solidFill>
                  <a:srgbClr val="0070C0"/>
                </a:solidFill>
                <a:latin typeface="Franklin Gothic Medium" panose="020B0603020102020204" pitchFamily="34" charset="0"/>
                <a:ea typeface="微软雅黑" panose="020B0503020204020204" pitchFamily="34" charset="-122"/>
              </a:rPr>
              <a:t>垂直运动，完成充填、压片、出片</a:t>
            </a:r>
            <a:r>
              <a:rPr lang="zh-CN" altLang="en-US" sz="1600" dirty="0" smtClean="0">
                <a:solidFill>
                  <a:srgbClr val="0070C0"/>
                </a:solidFill>
                <a:latin typeface="Franklin Gothic Medium" panose="020B0603020102020204" pitchFamily="34" charset="0"/>
                <a:ea typeface="微软雅黑" panose="020B0503020204020204" pitchFamily="34" charset="-122"/>
              </a:rPr>
              <a:t>等</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压片工艺</a:t>
            </a:r>
            <a:r>
              <a:rPr lang="zh-CN" altLang="en-US" sz="1600" dirty="0">
                <a:solidFill>
                  <a:srgbClr val="0070C0"/>
                </a:solidFill>
                <a:latin typeface="Franklin Gothic Medium" panose="020B0603020102020204" pitchFamily="34" charset="0"/>
                <a:ea typeface="微软雅黑" panose="020B0503020204020204" pitchFamily="34" charset="-122"/>
              </a:rPr>
              <a:t>过程。</a:t>
            </a:r>
            <a:endParaRPr lang="zh-CN" altLang="en-US" sz="1600" dirty="0">
              <a:solidFill>
                <a:srgbClr val="0070C0"/>
              </a:solidFill>
              <a:latin typeface="Franklin Gothic Medium" panose="020B0603020102020204" pitchFamily="34" charset="0"/>
              <a:ea typeface="微软雅黑" panose="020B0503020204020204" pitchFamily="34" charset="-122"/>
            </a:endParaRPr>
          </a:p>
        </p:txBody>
      </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2" name="组合 1"/>
          <p:cNvGrpSpPr/>
          <p:nvPr/>
        </p:nvGrpSpPr>
        <p:grpSpPr>
          <a:xfrm>
            <a:off x="-25400" y="4366344"/>
            <a:ext cx="9565952" cy="1587500"/>
            <a:chOff x="-25400" y="4360863"/>
            <a:chExt cx="9565952" cy="1587500"/>
          </a:xfrm>
        </p:grpSpPr>
        <p:grpSp>
          <p:nvGrpSpPr>
            <p:cNvPr id="65538" name="组合 18"/>
            <p:cNvGrpSpPr/>
            <p:nvPr/>
          </p:nvGrpSpPr>
          <p:grpSpPr bwMode="auto">
            <a:xfrm>
              <a:off x="-25400" y="4360863"/>
              <a:ext cx="9180513" cy="1587500"/>
              <a:chOff x="0" y="0"/>
              <a:chExt cx="9181274" cy="1588274"/>
            </a:xfrm>
          </p:grpSpPr>
          <p:sp>
            <p:nvSpPr>
              <p:cNvPr id="6556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556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65541"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smtClean="0">
                  <a:solidFill>
                    <a:srgbClr val="FFFFFF"/>
                  </a:solidFill>
                  <a:latin typeface="Franklin Gothic Medium" panose="020B0603020102020204" pitchFamily="34" charset="0"/>
                  <a:ea typeface="微软雅黑" panose="020B0503020204020204" pitchFamily="34" charset="-122"/>
                </a:rPr>
                <a:t>原理</a:t>
              </a:r>
              <a:endParaRPr lang="zh-CN" altLang="en-US" dirty="0">
                <a:solidFill>
                  <a:srgbClr val="FFFFFF"/>
                </a:solidFill>
                <a:latin typeface="Franklin Gothic Medium" panose="020B0603020102020204" pitchFamily="34" charset="0"/>
                <a:ea typeface="微软雅黑" panose="020B0503020204020204" pitchFamily="34" charset="-122"/>
              </a:endParaRPr>
            </a:p>
          </p:txBody>
        </p:sp>
        <p:sp>
          <p:nvSpPr>
            <p:cNvPr id="65542"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压片流程</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5543"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片重调节装置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65544"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65545" name="等腰三角形 24"/>
            <p:cNvSpPr>
              <a:spLocks noChangeArrowheads="1"/>
            </p:cNvSpPr>
            <p:nvPr/>
          </p:nvSpPr>
          <p:spPr bwMode="auto">
            <a:xfrm>
              <a:off x="2195860"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0"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操作</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grpSp>
      <p:sp>
        <p:nvSpPr>
          <p:cNvPr id="62" name="灯片编号占位符 61"/>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ontrols>
      <mc:AlternateContent xmlns:mc="http://schemas.openxmlformats.org/markup-compatibility/2006">
        <mc:Choice xmlns:v="urn:schemas-microsoft-com:vml" Requires="v">
          <p:control name="" r:id="rId1" imgW="4152900" imgH="2425700"/>
        </mc:Choice>
        <mc:Fallback>
          <p:control name="" r:id="rId1" imgW="4152900" imgH="2425700">
            <p:pic>
              <p:nvPicPr>
                <p:cNvPr id="1032" name="Host Control  1031"/>
                <p:cNvPicPr/>
                <p:nvPr/>
              </p:nvPicPr>
              <p:blipFill>
                <a:blip r:embed="rId2"/>
                <a:stretch>
                  <a:fillRect/>
                </a:stretch>
              </p:blipFill>
              <p:spPr>
                <a:xfrm>
                  <a:off x="4521200" y="2628900"/>
                  <a:ext cx="4152900" cy="2425700"/>
                </a:xfrm>
                <a:prstGeom prst="rect">
                  <a:avLst/>
                </a:prstGeom>
              </p:spPr>
            </p:pic>
          </p:control>
        </mc:Fallback>
      </mc:AlternateContent>
    </p:controls>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par>
                                <p:cTn id="8" presetID="26" presetClass="emph" presetSubtype="0" fill="hold" nodeType="withEffect">
                                  <p:stCondLst>
                                    <p:cond delay="0"/>
                                  </p:stCondLst>
                                  <p:childTnLst>
                                    <p:animEffect transition="out" filter="fade">
                                      <p:cBhvr>
                                        <p:cTn id="9" dur="1000" tmFilter="0, 0; .2, .5; .8, .5; 1, 0"/>
                                        <p:tgtEl>
                                          <p:spTgt spid="45"/>
                                        </p:tgtEl>
                                      </p:cBhvr>
                                    </p:animEffect>
                                    <p:animScale>
                                      <p:cBhvr>
                                        <p:cTn id="10" dur="500" autoRev="1" fill="hold"/>
                                        <p:tgtEl>
                                          <p:spTgt spid="45"/>
                                        </p:tgtEl>
                                      </p:cBhvr>
                                      <p:by x="105000" y="105000"/>
                                    </p:animScale>
                                  </p:childTnLst>
                                </p:cTn>
                              </p:par>
                              <p:par>
                                <p:cTn id="11" presetID="22" presetClass="entr" presetSubtype="4"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ipe(down)">
                                      <p:cBhvr>
                                        <p:cTn id="13" dur="1000"/>
                                        <p:tgtEl>
                                          <p:spTgt spid="59"/>
                                        </p:tgtEl>
                                      </p:cBhvr>
                                    </p:animEffect>
                                  </p:childTnLst>
                                </p:cTn>
                              </p:par>
                              <p:par>
                                <p:cTn id="14" presetID="22" presetClass="entr" presetSubtype="8"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wipe(left)">
                                      <p:cBhvr>
                                        <p:cTn id="16" dur="1000"/>
                                        <p:tgtEl>
                                          <p:spTgt spid="61"/>
                                        </p:tgtEl>
                                      </p:cBhvr>
                                    </p:animEffect>
                                  </p:childTnLst>
                                </p:cTn>
                              </p:par>
                            </p:childTnLst>
                          </p:cTn>
                        </p:par>
                        <p:par>
                          <p:cTn id="17" fill="hold">
                            <p:stCondLst>
                              <p:cond delay="1000"/>
                            </p:stCondLst>
                            <p:childTnLst>
                              <p:par>
                                <p:cTn id="18" presetID="26" presetClass="emph" presetSubtype="0" fill="hold" nodeType="afterEffect">
                                  <p:stCondLst>
                                    <p:cond delay="0"/>
                                  </p:stCondLst>
                                  <p:childTnLst>
                                    <p:animEffect transition="out" filter="fade">
                                      <p:cBhvr>
                                        <p:cTn id="19" dur="1000" tmFilter="0, 0; .2, .5; .8, .5; 1, 0"/>
                                        <p:tgtEl>
                                          <p:spTgt spid="45"/>
                                        </p:tgtEl>
                                      </p:cBhvr>
                                    </p:animEffect>
                                    <p:animScale>
                                      <p:cBhvr>
                                        <p:cTn id="20" dur="500" autoRev="1" fill="hold"/>
                                        <p:tgtEl>
                                          <p:spTgt spid="45"/>
                                        </p:tgtEl>
                                      </p:cBhvr>
                                      <p:by x="105000" y="105000"/>
                                    </p:animScale>
                                  </p:childTnLst>
                                </p:cTn>
                              </p:par>
                            </p:childTnLst>
                          </p:cTn>
                        </p:par>
                        <p:par>
                          <p:cTn id="21" fill="hold">
                            <p:stCondLst>
                              <p:cond delay="2000"/>
                            </p:stCondLst>
                            <p:childTnLst>
                              <p:par>
                                <p:cTn id="22" presetID="26" presetClass="emph" presetSubtype="0" fill="hold" nodeType="afterEffect">
                                  <p:stCondLst>
                                    <p:cond delay="0"/>
                                  </p:stCondLst>
                                  <p:childTnLst>
                                    <p:animEffect transition="out" filter="fade">
                                      <p:cBhvr>
                                        <p:cTn id="23" dur="1000" tmFilter="0, 0; .2, .5; .8, .5; 1, 0"/>
                                        <p:tgtEl>
                                          <p:spTgt spid="45"/>
                                        </p:tgtEl>
                                      </p:cBhvr>
                                    </p:animEffect>
                                    <p:animScale>
                                      <p:cBhvr>
                                        <p:cTn id="24" dur="500" autoRev="1" fill="hold"/>
                                        <p:tgtEl>
                                          <p:spTgt spid="45"/>
                                        </p:tgtEl>
                                      </p:cBhvr>
                                      <p:by x="105000" y="105000"/>
                                    </p:animScale>
                                  </p:childTnLst>
                                </p:cTn>
                              </p:par>
                            </p:childTnLst>
                          </p:cTn>
                        </p:par>
                        <p:par>
                          <p:cTn id="25" fill="hold">
                            <p:stCondLst>
                              <p:cond delay="3000"/>
                            </p:stCondLst>
                            <p:childTnLst>
                              <p:par>
                                <p:cTn id="26" presetID="26" presetClass="emph" presetSubtype="0" fill="hold" nodeType="afterEffect">
                                  <p:stCondLst>
                                    <p:cond delay="0"/>
                                  </p:stCondLst>
                                  <p:childTnLst>
                                    <p:animEffect transition="out" filter="fade">
                                      <p:cBhvr>
                                        <p:cTn id="27" dur="1000" tmFilter="0, 0; .2, .5; .8, .5; 1, 0"/>
                                        <p:tgtEl>
                                          <p:spTgt spid="45"/>
                                        </p:tgtEl>
                                      </p:cBhvr>
                                    </p:animEffect>
                                    <p:animScale>
                                      <p:cBhvr>
                                        <p:cTn id="28" dur="500" autoRev="1" fill="hold"/>
                                        <p:tgtEl>
                                          <p:spTgt spid="45"/>
                                        </p:tgtEl>
                                      </p:cBhvr>
                                      <p:by x="105000" y="105000"/>
                                    </p:animScale>
                                  </p:childTnLst>
                                </p:cTn>
                              </p:par>
                            </p:childTnLst>
                          </p:cTn>
                        </p:par>
                        <p:par>
                          <p:cTn id="29" fill="hold">
                            <p:stCondLst>
                              <p:cond delay="4000"/>
                            </p:stCondLst>
                            <p:childTnLst>
                              <p:par>
                                <p:cTn id="30" presetID="26" presetClass="emph" presetSubtype="0" fill="hold" nodeType="afterEffect">
                                  <p:stCondLst>
                                    <p:cond delay="0"/>
                                  </p:stCondLst>
                                  <p:childTnLst>
                                    <p:animEffect transition="out" filter="fade">
                                      <p:cBhvr>
                                        <p:cTn id="31" dur="1000" tmFilter="0, 0; .2, .5; .8, .5; 1, 0"/>
                                        <p:tgtEl>
                                          <p:spTgt spid="45"/>
                                        </p:tgtEl>
                                      </p:cBhvr>
                                    </p:animEffect>
                                    <p:animScale>
                                      <p:cBhvr>
                                        <p:cTn id="32" dur="500" autoRev="1" fill="hold"/>
                                        <p:tgtEl>
                                          <p:spTgt spid="4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2"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压片流程</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47" name="组合 27"/>
          <p:cNvGrpSpPr/>
          <p:nvPr/>
        </p:nvGrpSpPr>
        <p:grpSpPr bwMode="auto">
          <a:xfrm>
            <a:off x="8019483" y="4068972"/>
            <a:ext cx="950888" cy="674595"/>
            <a:chOff x="0" y="0"/>
            <a:chExt cx="1227334" cy="871712"/>
          </a:xfrm>
        </p:grpSpPr>
        <p:sp>
          <p:nvSpPr>
            <p:cNvPr id="48" name="椭圆 28"/>
            <p:cNvSpPr>
              <a:spLocks noChangeArrowheads="1"/>
            </p:cNvSpPr>
            <p:nvPr/>
          </p:nvSpPr>
          <p:spPr bwMode="auto">
            <a:xfrm>
              <a:off x="136229" y="0"/>
              <a:ext cx="415637" cy="415637"/>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9" name="椭圆 29"/>
            <p:cNvSpPr>
              <a:spLocks noChangeArrowheads="1"/>
            </p:cNvSpPr>
            <p:nvPr/>
          </p:nvSpPr>
          <p:spPr bwMode="auto">
            <a:xfrm>
              <a:off x="551866" y="79525"/>
              <a:ext cx="338512" cy="338512"/>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0" name="圆角矩形 30"/>
            <p:cNvSpPr>
              <a:spLocks noChangeArrowheads="1"/>
            </p:cNvSpPr>
            <p:nvPr/>
          </p:nvSpPr>
          <p:spPr bwMode="auto">
            <a:xfrm>
              <a:off x="94653" y="415637"/>
              <a:ext cx="883901" cy="456075"/>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1" name="圆角矩形 31"/>
            <p:cNvSpPr>
              <a:spLocks noChangeArrowheads="1"/>
            </p:cNvSpPr>
            <p:nvPr/>
          </p:nvSpPr>
          <p:spPr bwMode="auto">
            <a:xfrm>
              <a:off x="0" y="472436"/>
              <a:ext cx="162543" cy="225483"/>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2" name="圆角矩形 32"/>
            <p:cNvSpPr>
              <a:spLocks noChangeArrowheads="1"/>
            </p:cNvSpPr>
            <p:nvPr/>
          </p:nvSpPr>
          <p:spPr bwMode="auto">
            <a:xfrm>
              <a:off x="1043254" y="497563"/>
              <a:ext cx="184080" cy="312379"/>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3" name="梯形 33"/>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755576" y="1062524"/>
            <a:ext cx="6265837" cy="1938992"/>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         此时</a:t>
            </a:r>
            <a:r>
              <a:rPr lang="zh-CN" altLang="en-US" sz="1600" dirty="0">
                <a:solidFill>
                  <a:srgbClr val="0070C0"/>
                </a:solidFill>
                <a:latin typeface="Franklin Gothic Medium" panose="020B0603020102020204" pitchFamily="34" charset="0"/>
                <a:ea typeface="微软雅黑" panose="020B0503020204020204" pitchFamily="34" charset="-122"/>
              </a:rPr>
              <a:t>药物颗粒由料斗通过月形栅式加料器流入位于其下方不停旋转平台中模孔中，当上冲与下冲</a:t>
            </a:r>
            <a:r>
              <a:rPr lang="zh-CN" altLang="en-US" sz="1600" dirty="0" smtClean="0">
                <a:solidFill>
                  <a:srgbClr val="0070C0"/>
                </a:solidFill>
                <a:latin typeface="Franklin Gothic Medium" panose="020B0603020102020204" pitchFamily="34" charset="0"/>
                <a:ea typeface="微软雅黑" panose="020B0503020204020204" pitchFamily="34" charset="-122"/>
              </a:rPr>
              <a:t>转动到两个压轮之</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间</a:t>
            </a:r>
            <a:r>
              <a:rPr lang="zh-CN" altLang="en-US" sz="1600" dirty="0">
                <a:solidFill>
                  <a:srgbClr val="0070C0"/>
                </a:solidFill>
                <a:latin typeface="Franklin Gothic Medium" panose="020B0603020102020204" pitchFamily="34" charset="0"/>
                <a:ea typeface="微软雅黑" panose="020B0503020204020204" pitchFamily="34" charset="-122"/>
              </a:rPr>
              <a:t>时，将颗粒压成片</a:t>
            </a:r>
            <a:r>
              <a:rPr lang="zh-CN" altLang="en-US" sz="1600" dirty="0" smtClean="0">
                <a:solidFill>
                  <a:srgbClr val="0070C0"/>
                </a:solidFill>
                <a:latin typeface="Franklin Gothic Medium" panose="020B0603020102020204" pitchFamily="34" charset="0"/>
                <a:ea typeface="微软雅黑" panose="020B0503020204020204" pitchFamily="34" charset="-122"/>
              </a:rPr>
              <a:t>。随后下冲抬起，</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将片剂推出</a:t>
            </a:r>
            <a:r>
              <a:rPr lang="zh-CN" altLang="en-US" sz="1600" dirty="0">
                <a:solidFill>
                  <a:srgbClr val="0070C0"/>
                </a:solidFill>
                <a:latin typeface="Franklin Gothic Medium" panose="020B0603020102020204" pitchFamily="34" charset="0"/>
                <a:ea typeface="微软雅黑" panose="020B0503020204020204" pitchFamily="34" charset="-122"/>
              </a:rPr>
              <a:t>，</a:t>
            </a:r>
            <a:r>
              <a:rPr lang="zh-CN" altLang="en-US" sz="1600" dirty="0" smtClean="0">
                <a:solidFill>
                  <a:srgbClr val="0070C0"/>
                </a:solidFill>
                <a:latin typeface="Franklin Gothic Medium" panose="020B0603020102020204" pitchFamily="34" charset="0"/>
                <a:ea typeface="微软雅黑" panose="020B0503020204020204" pitchFamily="34" charset="-122"/>
              </a:rPr>
              <a:t>完成一个</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片剂</a:t>
            </a:r>
            <a:r>
              <a:rPr lang="zh-CN" altLang="en-US" sz="1600" dirty="0">
                <a:solidFill>
                  <a:srgbClr val="0070C0"/>
                </a:solidFill>
                <a:latin typeface="Franklin Gothic Medium" panose="020B0603020102020204" pitchFamily="34" charset="0"/>
                <a:ea typeface="微软雅黑" panose="020B0503020204020204" pitchFamily="34" charset="-122"/>
              </a:rPr>
              <a:t>压制流程。</a:t>
            </a:r>
            <a:endParaRPr lang="zh-CN" altLang="en-US" sz="1600" dirty="0">
              <a:solidFill>
                <a:srgbClr val="0070C0"/>
              </a:solidFill>
              <a:latin typeface="Franklin Gothic Medium" panose="020B0603020102020204" pitchFamily="34" charset="0"/>
              <a:ea typeface="微软雅黑" panose="020B0503020204020204" pitchFamily="34" charset="-122"/>
            </a:endParaRPr>
          </a:p>
        </p:txBody>
      </p:sp>
      <p:cxnSp>
        <p:nvCxnSpPr>
          <p:cNvPr id="62477" name="直接连接符 2"/>
          <p:cNvCxnSpPr>
            <a:cxnSpLocks noChangeShapeType="1"/>
          </p:cNvCxnSpPr>
          <p:nvPr/>
        </p:nvCxnSpPr>
        <p:spPr bwMode="auto">
          <a:xfrm flipV="1">
            <a:off x="1379941" y="1489348"/>
            <a:ext cx="6000371" cy="187600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0" name="组合 59"/>
          <p:cNvGrpSpPr/>
          <p:nvPr/>
        </p:nvGrpSpPr>
        <p:grpSpPr>
          <a:xfrm>
            <a:off x="-25400" y="4366344"/>
            <a:ext cx="9565952" cy="1587500"/>
            <a:chOff x="-25400" y="4360863"/>
            <a:chExt cx="9565952" cy="1587500"/>
          </a:xfrm>
        </p:grpSpPr>
        <p:grpSp>
          <p:nvGrpSpPr>
            <p:cNvPr id="62" name="组合 18"/>
            <p:cNvGrpSpPr/>
            <p:nvPr/>
          </p:nvGrpSpPr>
          <p:grpSpPr bwMode="auto">
            <a:xfrm>
              <a:off x="-25400" y="4360863"/>
              <a:ext cx="9180513" cy="1587500"/>
              <a:chOff x="0" y="0"/>
              <a:chExt cx="9181274" cy="1588274"/>
            </a:xfrm>
          </p:grpSpPr>
          <p:sp>
            <p:nvSpPr>
              <p:cNvPr id="6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7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63"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smtClean="0">
                  <a:solidFill>
                    <a:srgbClr val="FFFFFF"/>
                  </a:solidFill>
                  <a:latin typeface="Franklin Gothic Medium" panose="020B0603020102020204" pitchFamily="34" charset="0"/>
                  <a:ea typeface="微软雅黑" panose="020B0503020204020204" pitchFamily="34" charset="-122"/>
                </a:rPr>
                <a:t>原理</a:t>
              </a:r>
              <a:endParaRPr lang="zh-CN" altLang="en-US" dirty="0">
                <a:solidFill>
                  <a:srgbClr val="FFFFFF"/>
                </a:solidFill>
                <a:latin typeface="Franklin Gothic Medium" panose="020B0603020102020204" pitchFamily="34" charset="0"/>
                <a:ea typeface="微软雅黑" panose="020B0503020204020204" pitchFamily="34" charset="-122"/>
              </a:endParaRPr>
            </a:p>
          </p:txBody>
        </p:sp>
        <p:sp>
          <p:nvSpPr>
            <p:cNvPr id="64"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压片流程</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5"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片重调节装置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66"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67" name="等腰三角形 24"/>
            <p:cNvSpPr>
              <a:spLocks noChangeArrowheads="1"/>
            </p:cNvSpPr>
            <p:nvPr/>
          </p:nvSpPr>
          <p:spPr bwMode="auto">
            <a:xfrm>
              <a:off x="2195860"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8"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操作</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grpSp>
      <p:sp>
        <p:nvSpPr>
          <p:cNvPr id="71" name="灯片编号占位符 70"/>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ontrols>
      <mc:AlternateContent xmlns:mc="http://schemas.openxmlformats.org/markup-compatibility/2006">
        <mc:Choice xmlns:v="urn:schemas-microsoft-com:vml" Requires="v">
          <p:control name="" r:id="rId1" imgW="4356100" imgH="2438400"/>
        </mc:Choice>
        <mc:Fallback>
          <p:control name="" r:id="rId1" imgW="4356100" imgH="2438400">
            <p:pic>
              <p:nvPicPr>
                <p:cNvPr id="2056" name="Host Control  2055"/>
                <p:cNvPicPr/>
                <p:nvPr/>
              </p:nvPicPr>
              <p:blipFill>
                <a:blip r:embed="rId2"/>
                <a:stretch>
                  <a:fillRect/>
                </a:stretch>
              </p:blipFill>
              <p:spPr>
                <a:xfrm>
                  <a:off x="4495800" y="2616200"/>
                  <a:ext cx="4356100" cy="2438400"/>
                </a:xfrm>
                <a:prstGeom prst="rect">
                  <a:avLst/>
                </a:prstGeom>
              </p:spPr>
            </p:pic>
          </p:control>
        </mc:Fallback>
      </mc:AlternateContent>
    </p:controls>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45"/>
                                        </p:tgtEl>
                                      </p:cBhvr>
                                    </p:animEffect>
                                    <p:animScale>
                                      <p:cBhvr>
                                        <p:cTn id="11" dur="500" autoRev="1" fill="hold"/>
                                        <p:tgtEl>
                                          <p:spTgt spid="45"/>
                                        </p:tgtEl>
                                      </p:cBhvr>
                                      <p:by x="105000" y="105000"/>
                                    </p:animScale>
                                  </p:childTnLst>
                                </p:cTn>
                              </p:par>
                              <p:par>
                                <p:cTn id="12" presetID="22" presetClass="entr" presetSubtype="4"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1000"/>
                                        <p:tgtEl>
                                          <p:spTgt spid="59"/>
                                        </p:tgtEl>
                                      </p:cBhvr>
                                    </p:animEffect>
                                  </p:childTnLst>
                                </p:cTn>
                              </p:par>
                              <p:par>
                                <p:cTn id="15" presetID="22" presetClass="entr" presetSubtype="8"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26" presetClass="emph" presetSubtype="0" fill="hold" nodeType="afterEffect">
                                  <p:stCondLst>
                                    <p:cond delay="0"/>
                                  </p:stCondLst>
                                  <p:childTnLst>
                                    <p:animEffect transition="out" filter="fade">
                                      <p:cBhvr>
                                        <p:cTn id="20" dur="1000" tmFilter="0, 0; .2, .5; .8, .5; 1, 0"/>
                                        <p:tgtEl>
                                          <p:spTgt spid="45"/>
                                        </p:tgtEl>
                                      </p:cBhvr>
                                    </p:animEffect>
                                    <p:animScale>
                                      <p:cBhvr>
                                        <p:cTn id="21" dur="500" autoRev="1" fill="hold"/>
                                        <p:tgtEl>
                                          <p:spTgt spid="45"/>
                                        </p:tgtEl>
                                      </p:cBhvr>
                                      <p:by x="105000" y="105000"/>
                                    </p:animScale>
                                  </p:childTnLst>
                                </p:cTn>
                              </p:par>
                            </p:childTnLst>
                          </p:cTn>
                        </p:par>
                        <p:par>
                          <p:cTn id="22" fill="hold">
                            <p:stCondLst>
                              <p:cond delay="3000"/>
                            </p:stCondLst>
                            <p:childTnLst>
                              <p:par>
                                <p:cTn id="23" presetID="26" presetClass="emph" presetSubtype="0" fill="hold" nodeType="afterEffect">
                                  <p:stCondLst>
                                    <p:cond delay="0"/>
                                  </p:stCondLst>
                                  <p:childTnLst>
                                    <p:animEffect transition="out" filter="fade">
                                      <p:cBhvr>
                                        <p:cTn id="24" dur="1000" tmFilter="0, 0; .2, .5; .8, .5; 1, 0"/>
                                        <p:tgtEl>
                                          <p:spTgt spid="45"/>
                                        </p:tgtEl>
                                      </p:cBhvr>
                                    </p:animEffect>
                                    <p:animScale>
                                      <p:cBhvr>
                                        <p:cTn id="25" dur="500" autoRev="1" fill="hold"/>
                                        <p:tgtEl>
                                          <p:spTgt spid="45"/>
                                        </p:tgtEl>
                                      </p:cBhvr>
                                      <p:by x="105000" y="105000"/>
                                    </p:animScale>
                                  </p:childTnLst>
                                </p:cTn>
                              </p:par>
                            </p:childTnLst>
                          </p:cTn>
                        </p:par>
                        <p:par>
                          <p:cTn id="26" fill="hold">
                            <p:stCondLst>
                              <p:cond delay="4000"/>
                            </p:stCondLst>
                            <p:childTnLst>
                              <p:par>
                                <p:cTn id="27" presetID="26" presetClass="emph" presetSubtype="0" fill="hold" nodeType="afterEffect">
                                  <p:stCondLst>
                                    <p:cond delay="0"/>
                                  </p:stCondLst>
                                  <p:childTnLst>
                                    <p:animEffect transition="out" filter="fade">
                                      <p:cBhvr>
                                        <p:cTn id="28" dur="1000" tmFilter="0, 0; .2, .5; .8, .5; 1, 0"/>
                                        <p:tgtEl>
                                          <p:spTgt spid="45"/>
                                        </p:tgtEl>
                                      </p:cBhvr>
                                    </p:animEffect>
                                    <p:animScale>
                                      <p:cBhvr>
                                        <p:cTn id="29" dur="500" autoRev="1" fill="hold"/>
                                        <p:tgtEl>
                                          <p:spTgt spid="45"/>
                                        </p:tgtEl>
                                      </p:cBhvr>
                                      <p:by x="105000" y="105000"/>
                                    </p:animScale>
                                  </p:childTnLst>
                                </p:cTn>
                              </p:par>
                            </p:childTnLst>
                          </p:cTn>
                        </p:par>
                        <p:par>
                          <p:cTn id="30" fill="hold">
                            <p:stCondLst>
                              <p:cond delay="5000"/>
                            </p:stCondLst>
                            <p:childTnLst>
                              <p:par>
                                <p:cTn id="31" presetID="26" presetClass="emph" presetSubtype="0" fill="hold" nodeType="afterEffect">
                                  <p:stCondLst>
                                    <p:cond delay="0"/>
                                  </p:stCondLst>
                                  <p:childTnLst>
                                    <p:animEffect transition="out" filter="fade">
                                      <p:cBhvr>
                                        <p:cTn id="32" dur="1000" tmFilter="0, 0; .2, .5; .8, .5; 1, 0"/>
                                        <p:tgtEl>
                                          <p:spTgt spid="45"/>
                                        </p:tgtEl>
                                      </p:cBhvr>
                                    </p:animEffect>
                                    <p:animScale>
                                      <p:cBhvr>
                                        <p:cTn id="33" dur="500" autoRev="1" fill="hold"/>
                                        <p:tgtEl>
                                          <p:spTgt spid="4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47" name="组合 27"/>
          <p:cNvGrpSpPr/>
          <p:nvPr/>
        </p:nvGrpSpPr>
        <p:grpSpPr bwMode="auto">
          <a:xfrm>
            <a:off x="8019483" y="4068972"/>
            <a:ext cx="950888" cy="674595"/>
            <a:chOff x="0" y="0"/>
            <a:chExt cx="1227334" cy="871712"/>
          </a:xfrm>
        </p:grpSpPr>
        <p:sp>
          <p:nvSpPr>
            <p:cNvPr id="48" name="椭圆 28"/>
            <p:cNvSpPr>
              <a:spLocks noChangeArrowheads="1"/>
            </p:cNvSpPr>
            <p:nvPr/>
          </p:nvSpPr>
          <p:spPr bwMode="auto">
            <a:xfrm>
              <a:off x="136229" y="0"/>
              <a:ext cx="415637" cy="415637"/>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9" name="椭圆 29"/>
            <p:cNvSpPr>
              <a:spLocks noChangeArrowheads="1"/>
            </p:cNvSpPr>
            <p:nvPr/>
          </p:nvSpPr>
          <p:spPr bwMode="auto">
            <a:xfrm>
              <a:off x="551866" y="79525"/>
              <a:ext cx="338512" cy="338512"/>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0" name="圆角矩形 30"/>
            <p:cNvSpPr>
              <a:spLocks noChangeArrowheads="1"/>
            </p:cNvSpPr>
            <p:nvPr/>
          </p:nvSpPr>
          <p:spPr bwMode="auto">
            <a:xfrm>
              <a:off x="94653" y="415637"/>
              <a:ext cx="883901" cy="456075"/>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1" name="圆角矩形 31"/>
            <p:cNvSpPr>
              <a:spLocks noChangeArrowheads="1"/>
            </p:cNvSpPr>
            <p:nvPr/>
          </p:nvSpPr>
          <p:spPr bwMode="auto">
            <a:xfrm>
              <a:off x="0" y="472436"/>
              <a:ext cx="162543" cy="225483"/>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2" name="圆角矩形 32"/>
            <p:cNvSpPr>
              <a:spLocks noChangeArrowheads="1"/>
            </p:cNvSpPr>
            <p:nvPr/>
          </p:nvSpPr>
          <p:spPr bwMode="auto">
            <a:xfrm>
              <a:off x="1043254" y="497563"/>
              <a:ext cx="184080" cy="312379"/>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3" name="梯形 33"/>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942830" y="1181605"/>
            <a:ext cx="6265837" cy="156966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        药物</a:t>
            </a:r>
            <a:r>
              <a:rPr lang="zh-CN" altLang="en-US" sz="1600" dirty="0">
                <a:solidFill>
                  <a:srgbClr val="0070C0"/>
                </a:solidFill>
                <a:latin typeface="Franklin Gothic Medium" panose="020B0603020102020204" pitchFamily="34" charset="0"/>
                <a:ea typeface="微软雅黑" panose="020B0503020204020204" pitchFamily="34" charset="-122"/>
              </a:rPr>
              <a:t>颗粒制备得当则可保证其密度均一，这样一来中模孔填药质量即与中模孔体积成正比，生产过程中可通过</a:t>
            </a:r>
            <a:r>
              <a:rPr lang="zh-CN" altLang="en-US" sz="1600" dirty="0" smtClean="0">
                <a:solidFill>
                  <a:srgbClr val="0070C0"/>
                </a:solidFill>
                <a:latin typeface="Franklin Gothic Medium" panose="020B0603020102020204" pitchFamily="34" charset="0"/>
                <a:ea typeface="微软雅黑" panose="020B0503020204020204" pitchFamily="34" charset="-122"/>
              </a:rPr>
              <a:t>调</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整中</a:t>
            </a:r>
            <a:r>
              <a:rPr lang="zh-CN" altLang="en-US" sz="1600" dirty="0">
                <a:solidFill>
                  <a:srgbClr val="0070C0"/>
                </a:solidFill>
                <a:latin typeface="Franklin Gothic Medium" panose="020B0603020102020204" pitchFamily="34" charset="0"/>
                <a:ea typeface="微软雅黑" panose="020B0503020204020204" pitchFamily="34" charset="-122"/>
              </a:rPr>
              <a:t>模孔的长度来实现对充样量</a:t>
            </a:r>
            <a:r>
              <a:rPr lang="zh-CN" altLang="en-US" sz="1600" dirty="0" smtClean="0">
                <a:solidFill>
                  <a:srgbClr val="0070C0"/>
                </a:solidFill>
                <a:latin typeface="Franklin Gothic Medium" panose="020B0603020102020204" pitchFamily="34" charset="0"/>
                <a:ea typeface="微软雅黑" panose="020B0503020204020204" pitchFamily="34" charset="-122"/>
              </a:rPr>
              <a:t>即</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片剂</a:t>
            </a:r>
            <a:r>
              <a:rPr lang="zh-CN" altLang="en-US" sz="1600" dirty="0">
                <a:solidFill>
                  <a:srgbClr val="0070C0"/>
                </a:solidFill>
                <a:latin typeface="Franklin Gothic Medium" panose="020B0603020102020204" pitchFamily="34" charset="0"/>
                <a:ea typeface="微软雅黑" panose="020B0503020204020204" pitchFamily="34" charset="-122"/>
              </a:rPr>
              <a:t>质量的调整。</a:t>
            </a:r>
            <a:endParaRPr lang="zh-CN" altLang="en-US" sz="1600" dirty="0">
              <a:solidFill>
                <a:srgbClr val="0070C0"/>
              </a:solidFill>
              <a:latin typeface="Franklin Gothic Medium" panose="020B0603020102020204" pitchFamily="34" charset="0"/>
              <a:ea typeface="微软雅黑" panose="020B0503020204020204" pitchFamily="34" charset="-122"/>
            </a:endParaRPr>
          </a:p>
        </p:txBody>
      </p:sp>
      <p:cxnSp>
        <p:nvCxnSpPr>
          <p:cNvPr id="62477" name="直接连接符 2"/>
          <p:cNvCxnSpPr>
            <a:cxnSpLocks noChangeShapeType="1"/>
          </p:cNvCxnSpPr>
          <p:nvPr/>
        </p:nvCxnSpPr>
        <p:spPr bwMode="auto">
          <a:xfrm flipV="1">
            <a:off x="1379941" y="1489348"/>
            <a:ext cx="6000371" cy="187600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2" name="图片 1"/>
          <p:cNvPicPr>
            <a:picLocks noChangeAspect="1"/>
          </p:cNvPicPr>
          <p:nvPr/>
        </p:nvPicPr>
        <p:blipFill rotWithShape="1">
          <a:blip r:embed="rId1" cstate="print"/>
          <a:srcRect l="-37" t="2996" r="4950" b="-100"/>
          <a:stretch>
            <a:fillRect/>
          </a:stretch>
        </p:blipFill>
        <p:spPr>
          <a:xfrm>
            <a:off x="3551031" y="2996756"/>
            <a:ext cx="5565187" cy="2092992"/>
          </a:xfrm>
          <a:prstGeom prst="rect">
            <a:avLst/>
          </a:prstGeom>
          <a:effectLst>
            <a:softEdge rad="63500"/>
          </a:effectLst>
        </p:spPr>
      </p:pic>
      <p:grpSp>
        <p:nvGrpSpPr>
          <p:cNvPr id="9" name="组合 8"/>
          <p:cNvGrpSpPr/>
          <p:nvPr/>
        </p:nvGrpSpPr>
        <p:grpSpPr>
          <a:xfrm>
            <a:off x="5652120" y="2351380"/>
            <a:ext cx="2088232" cy="1819476"/>
            <a:chOff x="5652120" y="2351380"/>
            <a:chExt cx="2088232" cy="1819476"/>
          </a:xfrm>
        </p:grpSpPr>
        <p:cxnSp>
          <p:nvCxnSpPr>
            <p:cNvPr id="5" name="直接箭头连接符 4"/>
            <p:cNvCxnSpPr/>
            <p:nvPr/>
          </p:nvCxnSpPr>
          <p:spPr bwMode="auto">
            <a:xfrm flipH="1">
              <a:off x="5652120" y="2828720"/>
              <a:ext cx="541090" cy="1342136"/>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圆角矩形 7"/>
            <p:cNvSpPr/>
            <p:nvPr/>
          </p:nvSpPr>
          <p:spPr bwMode="auto">
            <a:xfrm>
              <a:off x="5922664" y="2351380"/>
              <a:ext cx="1817688" cy="54000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a:t>
              </a:r>
              <a:r>
                <a:rPr kumimoji="0" lang="zh-CN" altLang="en-US" sz="2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rPr>
                <a:t>中模</a:t>
              </a:r>
              <a:r>
                <a:rPr kumimoji="0" lang="zh-CN" altLang="en-US" sz="2400" b="0" i="0" u="none" strike="noStrike" cap="none" normalizeH="0" dirty="0" smtClean="0">
                  <a:ln>
                    <a:noFill/>
                  </a:ln>
                  <a:solidFill>
                    <a:schemeClr val="bg1"/>
                  </a:solidFill>
                  <a:effectLst/>
                  <a:latin typeface="Arial" panose="020B0604020202020204" pitchFamily="34" charset="0"/>
                  <a:ea typeface="宋体" panose="02010600030101010101" pitchFamily="2" charset="-122"/>
                </a:rPr>
                <a:t>∝ 片重</a:t>
              </a:r>
              <a:endParaRPr kumimoji="0" lang="zh-CN" altLang="en-US" sz="2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grpSp>
      <p:grpSp>
        <p:nvGrpSpPr>
          <p:cNvPr id="60" name="组合 59"/>
          <p:cNvGrpSpPr/>
          <p:nvPr/>
        </p:nvGrpSpPr>
        <p:grpSpPr>
          <a:xfrm>
            <a:off x="-25400" y="4360863"/>
            <a:ext cx="9565952" cy="1587500"/>
            <a:chOff x="-25400" y="4360863"/>
            <a:chExt cx="9565952" cy="1587500"/>
          </a:xfrm>
        </p:grpSpPr>
        <p:grpSp>
          <p:nvGrpSpPr>
            <p:cNvPr id="62" name="组合 18"/>
            <p:cNvGrpSpPr/>
            <p:nvPr/>
          </p:nvGrpSpPr>
          <p:grpSpPr bwMode="auto">
            <a:xfrm>
              <a:off x="-25400" y="4360863"/>
              <a:ext cx="9180513" cy="1587500"/>
              <a:chOff x="0" y="0"/>
              <a:chExt cx="9181274" cy="1588274"/>
            </a:xfrm>
          </p:grpSpPr>
          <p:sp>
            <p:nvSpPr>
              <p:cNvPr id="6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7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63"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smtClean="0">
                  <a:solidFill>
                    <a:srgbClr val="FFFFFF"/>
                  </a:solidFill>
                  <a:latin typeface="Franklin Gothic Medium" panose="020B0603020102020204" pitchFamily="34" charset="0"/>
                  <a:ea typeface="微软雅黑" panose="020B0503020204020204" pitchFamily="34" charset="-122"/>
                </a:rPr>
                <a:t>原理</a:t>
              </a:r>
              <a:endParaRPr lang="zh-CN" altLang="en-US" dirty="0">
                <a:solidFill>
                  <a:srgbClr val="FFFFFF"/>
                </a:solidFill>
                <a:latin typeface="Franklin Gothic Medium" panose="020B0603020102020204" pitchFamily="34" charset="0"/>
                <a:ea typeface="微软雅黑" panose="020B0503020204020204" pitchFamily="34" charset="-122"/>
              </a:endParaRPr>
            </a:p>
          </p:txBody>
        </p:sp>
        <p:sp>
          <p:nvSpPr>
            <p:cNvPr id="64"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压片流程</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5"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片重调节装置</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6"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67" name="等腰三角形 24"/>
            <p:cNvSpPr>
              <a:spLocks noChangeArrowheads="1"/>
            </p:cNvSpPr>
            <p:nvPr/>
          </p:nvSpPr>
          <p:spPr bwMode="auto">
            <a:xfrm>
              <a:off x="392392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8"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操作</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grpSp>
      <p:sp>
        <p:nvSpPr>
          <p:cNvPr id="71" name="灯片编号占位符 70"/>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45"/>
                                        </p:tgtEl>
                                      </p:cBhvr>
                                    </p:animEffect>
                                    <p:animScale>
                                      <p:cBhvr>
                                        <p:cTn id="11" dur="500" autoRev="1" fill="hold"/>
                                        <p:tgtEl>
                                          <p:spTgt spid="45"/>
                                        </p:tgtEl>
                                      </p:cBhvr>
                                      <p:by x="105000" y="105000"/>
                                    </p:animScale>
                                  </p:childTnLst>
                                </p:cTn>
                              </p:par>
                              <p:par>
                                <p:cTn id="12" presetID="22" presetClass="entr" presetSubtype="4"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1000"/>
                                        <p:tgtEl>
                                          <p:spTgt spid="59"/>
                                        </p:tgtEl>
                                      </p:cBhvr>
                                    </p:animEffect>
                                  </p:childTnLst>
                                </p:cTn>
                              </p:par>
                              <p:par>
                                <p:cTn id="15" presetID="22" presetClass="entr" presetSubtype="8"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26" presetClass="emph" presetSubtype="0" fill="hold" nodeType="afterEffect">
                                  <p:stCondLst>
                                    <p:cond delay="0"/>
                                  </p:stCondLst>
                                  <p:childTnLst>
                                    <p:animEffect transition="out" filter="fade">
                                      <p:cBhvr>
                                        <p:cTn id="20" dur="1000" tmFilter="0, 0; .2, .5; .8, .5; 1, 0"/>
                                        <p:tgtEl>
                                          <p:spTgt spid="45"/>
                                        </p:tgtEl>
                                      </p:cBhvr>
                                    </p:animEffect>
                                    <p:animScale>
                                      <p:cBhvr>
                                        <p:cTn id="21" dur="500" autoRev="1" fill="hold"/>
                                        <p:tgtEl>
                                          <p:spTgt spid="45"/>
                                        </p:tgtEl>
                                      </p:cBhvr>
                                      <p:by x="105000" y="105000"/>
                                    </p:animScale>
                                  </p:childTnLst>
                                </p:cTn>
                              </p:par>
                            </p:childTnLst>
                          </p:cTn>
                        </p:par>
                        <p:par>
                          <p:cTn id="22" fill="hold">
                            <p:stCondLst>
                              <p:cond delay="3000"/>
                            </p:stCondLst>
                            <p:childTnLst>
                              <p:par>
                                <p:cTn id="23" presetID="26" presetClass="emph" presetSubtype="0" fill="hold" nodeType="afterEffect">
                                  <p:stCondLst>
                                    <p:cond delay="0"/>
                                  </p:stCondLst>
                                  <p:childTnLst>
                                    <p:animEffect transition="out" filter="fade">
                                      <p:cBhvr>
                                        <p:cTn id="24" dur="1000" tmFilter="0, 0; .2, .5; .8, .5; 1, 0"/>
                                        <p:tgtEl>
                                          <p:spTgt spid="45"/>
                                        </p:tgtEl>
                                      </p:cBhvr>
                                    </p:animEffect>
                                    <p:animScale>
                                      <p:cBhvr>
                                        <p:cTn id="25" dur="500" autoRev="1" fill="hold"/>
                                        <p:tgtEl>
                                          <p:spTgt spid="45"/>
                                        </p:tgtEl>
                                      </p:cBhvr>
                                      <p:by x="105000" y="105000"/>
                                    </p:animScale>
                                  </p:childTnLst>
                                </p:cTn>
                              </p:par>
                              <p:par>
                                <p:cTn id="26" presetID="22" presetClass="entr" presetSubtype="8"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1000"/>
                                        <p:tgtEl>
                                          <p:spTgt spid="2"/>
                                        </p:tgtEl>
                                      </p:cBhvr>
                                    </p:animEffect>
                                  </p:childTnLst>
                                </p:cTn>
                              </p:par>
                            </p:childTnLst>
                          </p:cTn>
                        </p:par>
                        <p:par>
                          <p:cTn id="29" fill="hold">
                            <p:stCondLst>
                              <p:cond delay="4000"/>
                            </p:stCondLst>
                            <p:childTnLst>
                              <p:par>
                                <p:cTn id="30" presetID="26" presetClass="emph" presetSubtype="0" fill="hold" nodeType="afterEffect">
                                  <p:stCondLst>
                                    <p:cond delay="0"/>
                                  </p:stCondLst>
                                  <p:childTnLst>
                                    <p:animEffect transition="out" filter="fade">
                                      <p:cBhvr>
                                        <p:cTn id="31" dur="1000" tmFilter="0, 0; .2, .5; .8, .5; 1, 0"/>
                                        <p:tgtEl>
                                          <p:spTgt spid="45"/>
                                        </p:tgtEl>
                                      </p:cBhvr>
                                    </p:animEffect>
                                    <p:animScale>
                                      <p:cBhvr>
                                        <p:cTn id="32" dur="500" autoRev="1" fill="hold"/>
                                        <p:tgtEl>
                                          <p:spTgt spid="45"/>
                                        </p:tgtEl>
                                      </p:cBhvr>
                                      <p:by x="105000" y="105000"/>
                                    </p:animScale>
                                  </p:childTnLst>
                                </p:cTn>
                              </p:par>
                            </p:childTnLst>
                          </p:cTn>
                        </p:par>
                        <p:par>
                          <p:cTn id="33" fill="hold">
                            <p:stCondLst>
                              <p:cond delay="5000"/>
                            </p:stCondLst>
                            <p:childTnLst>
                              <p:par>
                                <p:cTn id="34" presetID="10"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childTnLst>
                                </p:cTn>
                              </p:par>
                            </p:childTnLst>
                          </p:cTn>
                        </p:par>
                        <p:par>
                          <p:cTn id="37" fill="hold">
                            <p:stCondLst>
                              <p:cond delay="6000"/>
                            </p:stCondLst>
                            <p:childTnLst>
                              <p:par>
                                <p:cTn id="38" presetID="26" presetClass="emph" presetSubtype="0" fill="hold" nodeType="afterEffect">
                                  <p:stCondLst>
                                    <p:cond delay="0"/>
                                  </p:stCondLst>
                                  <p:childTnLst>
                                    <p:animEffect transition="out" filter="fade">
                                      <p:cBhvr>
                                        <p:cTn id="39" dur="1000" tmFilter="0, 0; .2, .5; .8, .5; 1, 0"/>
                                        <p:tgtEl>
                                          <p:spTgt spid="45"/>
                                        </p:tgtEl>
                                      </p:cBhvr>
                                    </p:animEffect>
                                    <p:animScale>
                                      <p:cBhvr>
                                        <p:cTn id="40" dur="500" autoRev="1" fill="hold"/>
                                        <p:tgtEl>
                                          <p:spTgt spid="45"/>
                                        </p:tgtEl>
                                      </p:cBhvr>
                                      <p:by x="105000" y="105000"/>
                                    </p:animScale>
                                  </p:childTnLst>
                                </p:cTn>
                              </p:par>
                            </p:childTnLst>
                          </p:cTn>
                        </p:par>
                        <p:par>
                          <p:cTn id="41" fill="hold">
                            <p:stCondLst>
                              <p:cond delay="7000"/>
                            </p:stCondLst>
                            <p:childTnLst>
                              <p:par>
                                <p:cTn id="42" presetID="26" presetClass="emph" presetSubtype="0" fill="hold" nodeType="afterEffect">
                                  <p:stCondLst>
                                    <p:cond delay="0"/>
                                  </p:stCondLst>
                                  <p:childTnLst>
                                    <p:animEffect transition="out" filter="fade">
                                      <p:cBhvr>
                                        <p:cTn id="43" dur="1000" tmFilter="0, 0; .2, .5; .8, .5; 1, 0"/>
                                        <p:tgtEl>
                                          <p:spTgt spid="9"/>
                                        </p:tgtEl>
                                      </p:cBhvr>
                                    </p:animEffect>
                                    <p:animScale>
                                      <p:cBhvr>
                                        <p:cTn id="44" dur="500" autoRev="1" fill="hold"/>
                                        <p:tgtEl>
                                          <p:spTgt spid="9"/>
                                        </p:tgtEl>
                                      </p:cBhvr>
                                      <p:by x="105000" y="105000"/>
                                    </p:animScale>
                                  </p:childTnLst>
                                </p:cTn>
                              </p:par>
                            </p:childTnLst>
                          </p:cTn>
                        </p:par>
                        <p:par>
                          <p:cTn id="45" fill="hold">
                            <p:stCondLst>
                              <p:cond delay="8000"/>
                            </p:stCondLst>
                            <p:childTnLst>
                              <p:par>
                                <p:cTn id="46" presetID="26" presetClass="emph" presetSubtype="0" fill="hold" nodeType="afterEffect">
                                  <p:stCondLst>
                                    <p:cond delay="0"/>
                                  </p:stCondLst>
                                  <p:childTnLst>
                                    <p:animEffect transition="out" filter="fade">
                                      <p:cBhvr>
                                        <p:cTn id="47" dur="1000" tmFilter="0, 0; .2, .5; .8, .5; 1, 0"/>
                                        <p:tgtEl>
                                          <p:spTgt spid="9"/>
                                        </p:tgtEl>
                                      </p:cBhvr>
                                    </p:animEffect>
                                    <p:animScale>
                                      <p:cBhvr>
                                        <p:cTn id="48" dur="500" autoRev="1" fill="hold"/>
                                        <p:tgtEl>
                                          <p:spTgt spid="9"/>
                                        </p:tgtEl>
                                      </p:cBhvr>
                                      <p:by x="105000" y="105000"/>
                                    </p:animScale>
                                  </p:childTnLst>
                                </p:cTn>
                              </p:par>
                            </p:childTnLst>
                          </p:cTn>
                        </p:par>
                        <p:par>
                          <p:cTn id="49" fill="hold">
                            <p:stCondLst>
                              <p:cond delay="9000"/>
                            </p:stCondLst>
                            <p:childTnLst>
                              <p:par>
                                <p:cTn id="50" presetID="26" presetClass="emph" presetSubtype="0" fill="hold" nodeType="afterEffect">
                                  <p:stCondLst>
                                    <p:cond delay="0"/>
                                  </p:stCondLst>
                                  <p:childTnLst>
                                    <p:animEffect transition="out" filter="fade">
                                      <p:cBhvr>
                                        <p:cTn id="51" dur="1000" tmFilter="0, 0; .2, .5; .8, .5; 1, 0"/>
                                        <p:tgtEl>
                                          <p:spTgt spid="9"/>
                                        </p:tgtEl>
                                      </p:cBhvr>
                                    </p:animEffect>
                                    <p:animScale>
                                      <p:cBhvr>
                                        <p:cTn id="52" dur="50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1127225" y="1160696"/>
            <a:ext cx="3888432" cy="156966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          当</a:t>
            </a:r>
            <a:r>
              <a:rPr lang="zh-CN" altLang="en-US" sz="1600" dirty="0">
                <a:solidFill>
                  <a:srgbClr val="0070C0"/>
                </a:solidFill>
                <a:latin typeface="Franklin Gothic Medium" panose="020B0603020102020204" pitchFamily="34" charset="0"/>
                <a:ea typeface="微软雅黑" panose="020B0503020204020204" pitchFamily="34" charset="-122"/>
              </a:rPr>
              <a:t>上下冲随转盘转过上下压轮时即完成压片流程，此时上下</a:t>
            </a:r>
            <a:r>
              <a:rPr lang="zh-CN" altLang="en-US" sz="1600" dirty="0" smtClean="0">
                <a:solidFill>
                  <a:srgbClr val="0070C0"/>
                </a:solidFill>
                <a:latin typeface="Franklin Gothic Medium" panose="020B0603020102020204" pitchFamily="34" charset="0"/>
                <a:ea typeface="微软雅黑" panose="020B0503020204020204" pitchFamily="34" charset="-122"/>
              </a:rPr>
              <a:t>压轮的</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距离</a:t>
            </a:r>
            <a:r>
              <a:rPr lang="zh-CN" altLang="en-US" sz="1600" dirty="0">
                <a:solidFill>
                  <a:srgbClr val="0070C0"/>
                </a:solidFill>
                <a:latin typeface="Franklin Gothic Medium" panose="020B0603020102020204" pitchFamily="34" charset="0"/>
                <a:ea typeface="微软雅黑" panose="020B0503020204020204" pitchFamily="34" charset="-122"/>
              </a:rPr>
              <a:t>即决定</a:t>
            </a:r>
            <a:r>
              <a:rPr lang="zh-CN" altLang="en-US" sz="1600" dirty="0" smtClean="0">
                <a:solidFill>
                  <a:srgbClr val="0070C0"/>
                </a:solidFill>
                <a:latin typeface="Franklin Gothic Medium" panose="020B0603020102020204" pitchFamily="34" charset="0"/>
                <a:ea typeface="微软雅黑" panose="020B0503020204020204" pitchFamily="34" charset="-122"/>
              </a:rPr>
              <a:t>了片剂成品</a:t>
            </a:r>
            <a:endParaRPr lang="en-US" altLang="zh-CN" sz="16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的最终</a:t>
            </a:r>
            <a:r>
              <a:rPr lang="zh-CN" altLang="en-US" sz="1600" dirty="0">
                <a:solidFill>
                  <a:srgbClr val="0070C0"/>
                </a:solidFill>
                <a:latin typeface="Franklin Gothic Medium" panose="020B0603020102020204" pitchFamily="34" charset="0"/>
                <a:ea typeface="微软雅黑" panose="020B0503020204020204" pitchFamily="34" charset="-122"/>
              </a:rPr>
              <a:t>厚度。</a:t>
            </a:r>
            <a:endParaRPr lang="zh-CN" altLang="en-US" sz="1600" dirty="0">
              <a:solidFill>
                <a:srgbClr val="0070C0"/>
              </a:solidFill>
              <a:latin typeface="Franklin Gothic Medium" panose="020B0603020102020204" pitchFamily="34" charset="0"/>
              <a:ea typeface="微软雅黑" panose="020B0503020204020204" pitchFamily="34" charset="-122"/>
            </a:endParaRP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3" name="图片 2"/>
          <p:cNvPicPr>
            <a:picLocks noChangeAspect="1"/>
          </p:cNvPicPr>
          <p:nvPr/>
        </p:nvPicPr>
        <p:blipFill rotWithShape="1">
          <a:blip r:embed="rId1" cstate="print"/>
          <a:srcRect l="10224" t="1281" r="4991" b="2957"/>
          <a:stretch>
            <a:fillRect/>
          </a:stretch>
        </p:blipFill>
        <p:spPr>
          <a:xfrm>
            <a:off x="4223249" y="1535668"/>
            <a:ext cx="2736000" cy="3600000"/>
          </a:xfrm>
          <a:prstGeom prst="rect">
            <a:avLst/>
          </a:prstGeom>
          <a:effectLst>
            <a:softEdge rad="50800"/>
          </a:effectLst>
        </p:spPr>
      </p:pic>
      <p:cxnSp>
        <p:nvCxnSpPr>
          <p:cNvPr id="62477" name="直接连接符 2"/>
          <p:cNvCxnSpPr>
            <a:cxnSpLocks noChangeShapeType="1"/>
          </p:cNvCxnSpPr>
          <p:nvPr/>
        </p:nvCxnSpPr>
        <p:spPr bwMode="auto">
          <a:xfrm flipV="1">
            <a:off x="1410415" y="1383158"/>
            <a:ext cx="3954502" cy="1982116"/>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60" name="组合 59"/>
          <p:cNvGrpSpPr/>
          <p:nvPr/>
        </p:nvGrpSpPr>
        <p:grpSpPr>
          <a:xfrm>
            <a:off x="5724130" y="2779602"/>
            <a:ext cx="3046610" cy="718420"/>
            <a:chOff x="4464637" y="2343830"/>
            <a:chExt cx="2887410" cy="718420"/>
          </a:xfrm>
        </p:grpSpPr>
        <p:cxnSp>
          <p:nvCxnSpPr>
            <p:cNvPr id="62" name="直接箭头连接符 61"/>
            <p:cNvCxnSpPr>
              <a:stCxn id="63" idx="1"/>
            </p:cNvCxnSpPr>
            <p:nvPr/>
          </p:nvCxnSpPr>
          <p:spPr bwMode="auto">
            <a:xfrm flipH="1">
              <a:off x="4464637" y="2703040"/>
              <a:ext cx="1376389" cy="196856"/>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圆角矩形 62"/>
            <p:cNvSpPr/>
            <p:nvPr/>
          </p:nvSpPr>
          <p:spPr bwMode="auto">
            <a:xfrm>
              <a:off x="5841026" y="2343830"/>
              <a:ext cx="1511021" cy="71842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bg1"/>
                  </a:solidFill>
                  <a:effectLst/>
                </a:rPr>
                <a:t>L</a:t>
              </a:r>
              <a:r>
                <a:rPr kumimoji="0" lang="zh-CN" altLang="en-US" sz="2000" b="0" i="0" u="none" strike="noStrike" cap="none" normalizeH="0" baseline="-25000" dirty="0" smtClean="0">
                  <a:ln>
                    <a:noFill/>
                  </a:ln>
                  <a:solidFill>
                    <a:schemeClr val="bg1"/>
                  </a:solidFill>
                  <a:effectLst/>
                </a:rPr>
                <a:t>上下压轮</a:t>
              </a:r>
              <a:endParaRPr kumimoji="0" lang="en-US" altLang="zh-CN" sz="2000" b="0" i="0" u="none" strike="noStrike" cap="none" normalizeH="0" baseline="-25000" dirty="0" smtClean="0">
                <a:ln>
                  <a:noFill/>
                </a:ln>
                <a:solidFill>
                  <a:schemeClr val="bg1"/>
                </a:solidFill>
                <a:effectLst/>
              </a:endParaRPr>
            </a:p>
            <a:p>
              <a:pPr marL="0" marR="0" indent="0" algn="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2000" dirty="0">
                  <a:solidFill>
                    <a:schemeClr val="bg1"/>
                  </a:solidFill>
                </a:rPr>
                <a:t> </a:t>
              </a:r>
              <a:r>
                <a:rPr lang="en-US" altLang="zh-CN" sz="2000" dirty="0" smtClean="0">
                  <a:solidFill>
                    <a:schemeClr val="bg1"/>
                  </a:solidFill>
                </a:rPr>
                <a:t>   </a:t>
              </a:r>
              <a:r>
                <a:rPr kumimoji="0" lang="zh-CN" altLang="en-US" sz="2000" b="0" i="0" u="none" strike="noStrike" cap="none" normalizeH="0" dirty="0" smtClean="0">
                  <a:ln>
                    <a:noFill/>
                  </a:ln>
                  <a:solidFill>
                    <a:schemeClr val="bg1"/>
                  </a:solidFill>
                  <a:effectLst/>
                </a:rPr>
                <a:t>∝ 片厚</a:t>
              </a:r>
              <a:endParaRPr kumimoji="0" lang="zh-CN" altLang="en-US" sz="2000" b="0" i="0" u="none" strike="noStrike" cap="none" normalizeH="0" baseline="-25000" dirty="0" smtClean="0">
                <a:ln>
                  <a:noFill/>
                </a:ln>
                <a:solidFill>
                  <a:schemeClr val="bg1"/>
                </a:solidFill>
                <a:effectLst/>
              </a:endParaRPr>
            </a:p>
          </p:txBody>
        </p:sp>
      </p:grpSp>
      <p:grpSp>
        <p:nvGrpSpPr>
          <p:cNvPr id="47" name="组合 46"/>
          <p:cNvGrpSpPr/>
          <p:nvPr/>
        </p:nvGrpSpPr>
        <p:grpSpPr>
          <a:xfrm>
            <a:off x="-25400" y="4360863"/>
            <a:ext cx="9565952" cy="1587500"/>
            <a:chOff x="-25400" y="4360863"/>
            <a:chExt cx="9565952" cy="1587500"/>
          </a:xfrm>
        </p:grpSpPr>
        <p:grpSp>
          <p:nvGrpSpPr>
            <p:cNvPr id="48" name="组合 18"/>
            <p:cNvGrpSpPr/>
            <p:nvPr/>
          </p:nvGrpSpPr>
          <p:grpSpPr bwMode="auto">
            <a:xfrm>
              <a:off x="-25400" y="4360863"/>
              <a:ext cx="9180513" cy="1587500"/>
              <a:chOff x="0" y="0"/>
              <a:chExt cx="9181274" cy="1588274"/>
            </a:xfrm>
          </p:grpSpPr>
          <p:sp>
            <p:nvSpPr>
              <p:cNvPr id="65"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6"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9"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smtClean="0">
                  <a:solidFill>
                    <a:srgbClr val="FFFFFF"/>
                  </a:solidFill>
                  <a:latin typeface="Franklin Gothic Medium" panose="020B0603020102020204" pitchFamily="34" charset="0"/>
                  <a:ea typeface="微软雅黑" panose="020B0503020204020204" pitchFamily="34" charset="-122"/>
                </a:rPr>
                <a:t>原理</a:t>
              </a:r>
              <a:endParaRPr lang="zh-CN" altLang="en-US" dirty="0">
                <a:solidFill>
                  <a:srgbClr val="FFFFFF"/>
                </a:solidFill>
                <a:latin typeface="Franklin Gothic Medium" panose="020B0603020102020204" pitchFamily="34" charset="0"/>
                <a:ea typeface="微软雅黑" panose="020B0503020204020204" pitchFamily="34" charset="-122"/>
              </a:endParaRPr>
            </a:p>
          </p:txBody>
        </p:sp>
        <p:sp>
          <p:nvSpPr>
            <p:cNvPr id="50"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lumMod val="65000"/>
                    </a:schemeClr>
                  </a:solidFill>
                  <a:latin typeface="Franklin Gothic Medium" panose="020B0603020102020204" pitchFamily="34" charset="0"/>
                  <a:ea typeface="微软雅黑" panose="020B0503020204020204" pitchFamily="34" charset="-122"/>
                </a:rPr>
                <a:t>压片流程</a:t>
              </a:r>
              <a:endParaRPr lang="zh-CN" altLang="en-US" sz="1400" dirty="0">
                <a:solidFill>
                  <a:schemeClr val="bg1">
                    <a:lumMod val="65000"/>
                  </a:schemeClr>
                </a:solidFill>
                <a:latin typeface="Franklin Gothic Medium" panose="020B0603020102020204" pitchFamily="34" charset="0"/>
                <a:ea typeface="微软雅黑" panose="020B0503020204020204" pitchFamily="34" charset="-122"/>
              </a:endParaRPr>
            </a:p>
          </p:txBody>
        </p:sp>
        <p:sp>
          <p:nvSpPr>
            <p:cNvPr id="51"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片重调节装置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52"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片厚调节装置</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53" name="等腰三角形 24"/>
            <p:cNvSpPr>
              <a:spLocks noChangeArrowheads="1"/>
            </p:cNvSpPr>
            <p:nvPr/>
          </p:nvSpPr>
          <p:spPr bwMode="auto">
            <a:xfrm>
              <a:off x="6372324"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4"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操作</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grpSp>
      <p:sp>
        <p:nvSpPr>
          <p:cNvPr id="67" name="灯片编号占位符 66"/>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45"/>
                                        </p:tgtEl>
                                      </p:cBhvr>
                                    </p:animEffect>
                                    <p:animScale>
                                      <p:cBhvr>
                                        <p:cTn id="11" dur="500" autoRev="1" fill="hold"/>
                                        <p:tgtEl>
                                          <p:spTgt spid="45"/>
                                        </p:tgtEl>
                                      </p:cBhvr>
                                      <p:by x="105000" y="105000"/>
                                    </p:animScale>
                                  </p:childTnLst>
                                </p:cTn>
                              </p:par>
                              <p:par>
                                <p:cTn id="12" presetID="22" presetClass="entr" presetSubtype="4"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1000"/>
                                        <p:tgtEl>
                                          <p:spTgt spid="59"/>
                                        </p:tgtEl>
                                      </p:cBhvr>
                                    </p:animEffect>
                                  </p:childTnLst>
                                </p:cTn>
                              </p:par>
                              <p:par>
                                <p:cTn id="15" presetID="22" presetClass="entr" presetSubtype="8"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1000"/>
                                        <p:tgtEl>
                                          <p:spTgt spid="3"/>
                                        </p:tgtEl>
                                      </p:cBhvr>
                                    </p:animEffect>
                                  </p:childTnLst>
                                </p:cTn>
                              </p:par>
                            </p:childTnLst>
                          </p:cTn>
                        </p:par>
                        <p:par>
                          <p:cTn id="22" fill="hold">
                            <p:stCondLst>
                              <p:cond delay="3000"/>
                            </p:stCondLst>
                            <p:childTnLst>
                              <p:par>
                                <p:cTn id="23" presetID="26" presetClass="emph" presetSubtype="0" fill="hold" nodeType="afterEffect">
                                  <p:stCondLst>
                                    <p:cond delay="0"/>
                                  </p:stCondLst>
                                  <p:childTnLst>
                                    <p:animEffect transition="out" filter="fade">
                                      <p:cBhvr>
                                        <p:cTn id="24" dur="1000" tmFilter="0, 0; .2, .5; .8, .5; 1, 0"/>
                                        <p:tgtEl>
                                          <p:spTgt spid="45"/>
                                        </p:tgtEl>
                                      </p:cBhvr>
                                    </p:animEffect>
                                    <p:animScale>
                                      <p:cBhvr>
                                        <p:cTn id="25" dur="500" autoRev="1" fill="hold"/>
                                        <p:tgtEl>
                                          <p:spTgt spid="45"/>
                                        </p:tgtEl>
                                      </p:cBhvr>
                                      <p:by x="105000" y="105000"/>
                                    </p:animScale>
                                  </p:childTnLst>
                                </p:cTn>
                              </p:par>
                            </p:childTnLst>
                          </p:cTn>
                        </p:par>
                        <p:par>
                          <p:cTn id="26" fill="hold">
                            <p:stCondLst>
                              <p:cond delay="4000"/>
                            </p:stCondLst>
                            <p:childTnLst>
                              <p:par>
                                <p:cTn id="27" presetID="26" presetClass="emph" presetSubtype="0" fill="hold" nodeType="afterEffect">
                                  <p:stCondLst>
                                    <p:cond delay="0"/>
                                  </p:stCondLst>
                                  <p:childTnLst>
                                    <p:animEffect transition="out" filter="fade">
                                      <p:cBhvr>
                                        <p:cTn id="28" dur="1000" tmFilter="0, 0; .2, .5; .8, .5; 1, 0"/>
                                        <p:tgtEl>
                                          <p:spTgt spid="45"/>
                                        </p:tgtEl>
                                      </p:cBhvr>
                                    </p:animEffect>
                                    <p:animScale>
                                      <p:cBhvr>
                                        <p:cTn id="29" dur="500" autoRev="1" fill="hold"/>
                                        <p:tgtEl>
                                          <p:spTgt spid="45"/>
                                        </p:tgtEl>
                                      </p:cBhvr>
                                      <p:by x="105000" y="105000"/>
                                    </p:animScale>
                                  </p:childTnLst>
                                </p:cTn>
                              </p:par>
                            </p:childTnLst>
                          </p:cTn>
                        </p:par>
                        <p:par>
                          <p:cTn id="30" fill="hold">
                            <p:stCondLst>
                              <p:cond delay="5000"/>
                            </p:stCondLst>
                            <p:childTnLst>
                              <p:par>
                                <p:cTn id="31" presetID="26" presetClass="emph" presetSubtype="0" fill="hold" nodeType="afterEffect">
                                  <p:stCondLst>
                                    <p:cond delay="0"/>
                                  </p:stCondLst>
                                  <p:childTnLst>
                                    <p:animEffect transition="out" filter="fade">
                                      <p:cBhvr>
                                        <p:cTn id="32" dur="1000" tmFilter="0, 0; .2, .5; .8, .5; 1, 0"/>
                                        <p:tgtEl>
                                          <p:spTgt spid="45"/>
                                        </p:tgtEl>
                                      </p:cBhvr>
                                    </p:animEffect>
                                    <p:animScale>
                                      <p:cBhvr>
                                        <p:cTn id="33" dur="500" autoRev="1" fill="hold"/>
                                        <p:tgtEl>
                                          <p:spTgt spid="45"/>
                                        </p:tgtEl>
                                      </p:cBhvr>
                                      <p:by x="105000" y="105000"/>
                                    </p:animScale>
                                  </p:childTnLst>
                                </p:cTn>
                              </p:par>
                            </p:childTnLst>
                          </p:cTn>
                        </p:par>
                        <p:par>
                          <p:cTn id="34" fill="hold">
                            <p:stCondLst>
                              <p:cond delay="6000"/>
                            </p:stCondLst>
                            <p:childTnLst>
                              <p:par>
                                <p:cTn id="35" presetID="26" presetClass="emph" presetSubtype="0" fill="hold" nodeType="afterEffect">
                                  <p:stCondLst>
                                    <p:cond delay="0"/>
                                  </p:stCondLst>
                                  <p:childTnLst>
                                    <p:animEffect transition="out" filter="fade">
                                      <p:cBhvr>
                                        <p:cTn id="36" dur="1000" tmFilter="0, 0; .2, .5; .8, .5; 1, 0"/>
                                        <p:tgtEl>
                                          <p:spTgt spid="45"/>
                                        </p:tgtEl>
                                      </p:cBhvr>
                                    </p:animEffect>
                                    <p:animScale>
                                      <p:cBhvr>
                                        <p:cTn id="37" dur="500" autoRev="1" fill="hold"/>
                                        <p:tgtEl>
                                          <p:spTgt spid="45"/>
                                        </p:tgtEl>
                                      </p:cBhvr>
                                      <p:by x="105000" y="105000"/>
                                    </p:animScale>
                                  </p:childTnLst>
                                </p:cTn>
                              </p:par>
                            </p:childTnLst>
                          </p:cTn>
                        </p:par>
                        <p:par>
                          <p:cTn id="38" fill="hold">
                            <p:stCondLst>
                              <p:cond delay="7000"/>
                            </p:stCondLst>
                            <p:childTnLst>
                              <p:par>
                                <p:cTn id="39" presetID="10" presetClass="entr" presetSubtype="0" fill="hold" nodeType="after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1000"/>
                                        <p:tgtEl>
                                          <p:spTgt spid="60"/>
                                        </p:tgtEl>
                                      </p:cBhvr>
                                    </p:animEffect>
                                  </p:childTnLst>
                                </p:cTn>
                              </p:par>
                            </p:childTnLst>
                          </p:cTn>
                        </p:par>
                        <p:par>
                          <p:cTn id="42" fill="hold">
                            <p:stCondLst>
                              <p:cond delay="8000"/>
                            </p:stCondLst>
                            <p:childTnLst>
                              <p:par>
                                <p:cTn id="43" presetID="26" presetClass="emph" presetSubtype="0" fill="hold" nodeType="afterEffect">
                                  <p:stCondLst>
                                    <p:cond delay="0"/>
                                  </p:stCondLst>
                                  <p:childTnLst>
                                    <p:animEffect transition="out" filter="fade">
                                      <p:cBhvr>
                                        <p:cTn id="44" dur="1000" tmFilter="0, 0; .2, .5; .8, .5; 1, 0"/>
                                        <p:tgtEl>
                                          <p:spTgt spid="60"/>
                                        </p:tgtEl>
                                      </p:cBhvr>
                                    </p:animEffect>
                                    <p:animScale>
                                      <p:cBhvr>
                                        <p:cTn id="45" dur="500" autoRev="1" fill="hold"/>
                                        <p:tgtEl>
                                          <p:spTgt spid="60"/>
                                        </p:tgtEl>
                                      </p:cBhvr>
                                      <p:by x="105000" y="105000"/>
                                    </p:animScale>
                                  </p:childTnLst>
                                </p:cTn>
                              </p:par>
                            </p:childTnLst>
                          </p:cTn>
                        </p:par>
                        <p:par>
                          <p:cTn id="46" fill="hold">
                            <p:stCondLst>
                              <p:cond delay="9000"/>
                            </p:stCondLst>
                            <p:childTnLst>
                              <p:par>
                                <p:cTn id="47" presetID="26" presetClass="emph" presetSubtype="0" fill="hold" nodeType="afterEffect">
                                  <p:stCondLst>
                                    <p:cond delay="0"/>
                                  </p:stCondLst>
                                  <p:childTnLst>
                                    <p:animEffect transition="out" filter="fade">
                                      <p:cBhvr>
                                        <p:cTn id="48" dur="1000" tmFilter="0, 0; .2, .5; .8, .5; 1, 0"/>
                                        <p:tgtEl>
                                          <p:spTgt spid="60"/>
                                        </p:tgtEl>
                                      </p:cBhvr>
                                    </p:animEffect>
                                    <p:animScale>
                                      <p:cBhvr>
                                        <p:cTn id="49" dur="500" autoRev="1" fill="hold"/>
                                        <p:tgtEl>
                                          <p:spTgt spid="60"/>
                                        </p:tgtEl>
                                      </p:cBhvr>
                                      <p:by x="105000" y="105000"/>
                                    </p:animScale>
                                  </p:childTnLst>
                                </p:cTn>
                              </p:par>
                            </p:childTnLst>
                          </p:cTn>
                        </p:par>
                        <p:par>
                          <p:cTn id="50" fill="hold">
                            <p:stCondLst>
                              <p:cond delay="10000"/>
                            </p:stCondLst>
                            <p:childTnLst>
                              <p:par>
                                <p:cTn id="51" presetID="26" presetClass="emph" presetSubtype="0" fill="hold" nodeType="afterEffect">
                                  <p:stCondLst>
                                    <p:cond delay="0"/>
                                  </p:stCondLst>
                                  <p:childTnLst>
                                    <p:animEffect transition="out" filter="fade">
                                      <p:cBhvr>
                                        <p:cTn id="52" dur="1000" tmFilter="0, 0; .2, .5; .8, .5; 1, 0"/>
                                        <p:tgtEl>
                                          <p:spTgt spid="60"/>
                                        </p:tgtEl>
                                      </p:cBhvr>
                                    </p:animEffect>
                                    <p:animScale>
                                      <p:cBhvr>
                                        <p:cTn id="53" dur="500" autoRev="1" fill="hold"/>
                                        <p:tgtEl>
                                          <p:spTgt spid="6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smtClean="0">
                <a:solidFill>
                  <a:srgbClr val="FFFFFF"/>
                </a:solidFill>
                <a:latin typeface="Franklin Gothic Medium" panose="020B0603020102020204" pitchFamily="34" charset="0"/>
                <a:ea typeface="微软雅黑" panose="020B0503020204020204" pitchFamily="34" charset="-122"/>
              </a:rPr>
              <a:t>原理</a:t>
            </a:r>
            <a:endParaRPr lang="zh-CN" altLang="en-US" dirty="0">
              <a:solidFill>
                <a:srgbClr val="FFFFFF"/>
              </a:solidFill>
              <a:latin typeface="Franklin Gothic Medium" panose="020B0603020102020204" pitchFamily="34" charset="0"/>
              <a:ea typeface="微软雅黑" panose="020B0503020204020204" pitchFamily="34" charset="-122"/>
            </a:endParaRPr>
          </a:p>
        </p:txBody>
      </p:sp>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45117" y="844466"/>
            <a:ext cx="1594132" cy="2391198"/>
          </a:xfrm>
          <a:prstGeom prst="rect">
            <a:avLst/>
          </a:prstGeom>
          <a:effectLst>
            <a:softEdge rad="38100"/>
          </a:effectLst>
        </p:spPr>
      </p:pic>
      <p:grpSp>
        <p:nvGrpSpPr>
          <p:cNvPr id="53" name="组合 110"/>
          <p:cNvGrpSpPr/>
          <p:nvPr/>
        </p:nvGrpSpPr>
        <p:grpSpPr bwMode="auto">
          <a:xfrm>
            <a:off x="1691680" y="1791245"/>
            <a:ext cx="870732" cy="1001464"/>
            <a:chOff x="0" y="0"/>
            <a:chExt cx="1223776" cy="1433216"/>
          </a:xfrm>
        </p:grpSpPr>
        <p:sp>
          <p:nvSpPr>
            <p:cNvPr id="64" name="任意多边形 107"/>
            <p:cNvSpPr>
              <a:spLocks noChangeArrowheads="1"/>
            </p:cNvSpPr>
            <p:nvPr/>
          </p:nvSpPr>
          <p:spPr bwMode="auto">
            <a:xfrm>
              <a:off x="0" y="0"/>
              <a:ext cx="1208988" cy="1208988"/>
            </a:xfrm>
            <a:custGeom>
              <a:avLst/>
              <a:gdLst>
                <a:gd name="T0" fmla="*/ 604493 w 1208988"/>
                <a:gd name="T1" fmla="*/ 172493 h 1208988"/>
                <a:gd name="T2" fmla="*/ 172493 w 1208988"/>
                <a:gd name="T3" fmla="*/ 604493 h 1208988"/>
                <a:gd name="T4" fmla="*/ 604493 w 1208988"/>
                <a:gd name="T5" fmla="*/ 1036493 h 1208988"/>
                <a:gd name="T6" fmla="*/ 1036493 w 1208988"/>
                <a:gd name="T7" fmla="*/ 604493 h 1208988"/>
                <a:gd name="T8" fmla="*/ 604493 w 1208988"/>
                <a:gd name="T9" fmla="*/ 172493 h 1208988"/>
                <a:gd name="T10" fmla="*/ 604494 w 1208988"/>
                <a:gd name="T11" fmla="*/ 0 h 1208988"/>
                <a:gd name="T12" fmla="*/ 1208988 w 1208988"/>
                <a:gd name="T13" fmla="*/ 604494 h 1208988"/>
                <a:gd name="T14" fmla="*/ 604494 w 1208988"/>
                <a:gd name="T15" fmla="*/ 1208988 h 1208988"/>
                <a:gd name="T16" fmla="*/ 0 w 1208988"/>
                <a:gd name="T17" fmla="*/ 604494 h 1208988"/>
                <a:gd name="T18" fmla="*/ 604494 w 1208988"/>
                <a:gd name="T19" fmla="*/ 0 h 12089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8988"/>
                <a:gd name="T31" fmla="*/ 0 h 1208988"/>
                <a:gd name="T32" fmla="*/ 1208988 w 1208988"/>
                <a:gd name="T33" fmla="*/ 1208988 h 12089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8988" h="1208988">
                  <a:moveTo>
                    <a:pt x="604493" y="172493"/>
                  </a:moveTo>
                  <a:cubicBezTo>
                    <a:pt x="365906" y="172493"/>
                    <a:pt x="172493" y="365906"/>
                    <a:pt x="172493" y="604493"/>
                  </a:cubicBezTo>
                  <a:cubicBezTo>
                    <a:pt x="172493" y="843080"/>
                    <a:pt x="365906" y="1036493"/>
                    <a:pt x="604493" y="1036493"/>
                  </a:cubicBezTo>
                  <a:cubicBezTo>
                    <a:pt x="843080" y="1036493"/>
                    <a:pt x="1036493" y="843080"/>
                    <a:pt x="1036493" y="604493"/>
                  </a:cubicBezTo>
                  <a:cubicBezTo>
                    <a:pt x="1036493" y="365906"/>
                    <a:pt x="843080" y="172493"/>
                    <a:pt x="604493" y="172493"/>
                  </a:cubicBezTo>
                  <a:close/>
                  <a:moveTo>
                    <a:pt x="604494" y="0"/>
                  </a:moveTo>
                  <a:cubicBezTo>
                    <a:pt x="938347" y="0"/>
                    <a:pt x="1208988" y="270641"/>
                    <a:pt x="1208988" y="604494"/>
                  </a:cubicBezTo>
                  <a:cubicBezTo>
                    <a:pt x="1208988" y="938347"/>
                    <a:pt x="938347" y="1208988"/>
                    <a:pt x="604494" y="1208988"/>
                  </a:cubicBezTo>
                  <a:cubicBezTo>
                    <a:pt x="270641" y="1208988"/>
                    <a:pt x="0" y="938347"/>
                    <a:pt x="0" y="604494"/>
                  </a:cubicBezTo>
                  <a:cubicBezTo>
                    <a:pt x="0" y="270641"/>
                    <a:pt x="270641" y="0"/>
                    <a:pt x="604494" y="0"/>
                  </a:cubicBezTo>
                  <a:close/>
                </a:path>
              </a:pathLst>
            </a:cu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p>
              <a:endParaRPr lang="zh-CN" altLang="en-US"/>
            </a:p>
          </p:txBody>
        </p:sp>
        <p:sp>
          <p:nvSpPr>
            <p:cNvPr id="65" name="矩形 108"/>
            <p:cNvSpPr>
              <a:spLocks noChangeArrowheads="1"/>
            </p:cNvSpPr>
            <p:nvPr/>
          </p:nvSpPr>
          <p:spPr bwMode="auto">
            <a:xfrm rot="2709662">
              <a:off x="839707" y="1049147"/>
              <a:ext cx="496626" cy="271512"/>
            </a:xfrm>
            <a:prstGeom prst="rect">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a:spcBef>
                  <a:spcPts val="1800"/>
                </a:spcBef>
                <a:spcAft>
                  <a:spcPts val="600"/>
                </a:spcAft>
                <a:buFont typeface="Arial" panose="020B0604020202020204" pitchFamily="34" charset="0"/>
                <a:buChar char="•"/>
                <a:defRPr sz="2400">
                  <a:solidFill>
                    <a:schemeClr val="tx1"/>
                  </a:solidFill>
                  <a:latin typeface="Adobe 黑体 Std R" pitchFamily="2" charset="-122"/>
                  <a:ea typeface="Adobe 黑体 Std R" pitchFamily="2" charset="-122"/>
                  <a:sym typeface="Arial" panose="020B0604020202020204" pitchFamily="34" charset="0"/>
                </a:defRPr>
              </a:lvl1pPr>
              <a:lvl2pPr marL="742950" indent="-285750">
                <a:spcBef>
                  <a:spcPts val="600"/>
                </a:spcBef>
                <a:spcAft>
                  <a:spcPts val="300"/>
                </a:spcAft>
                <a:buFont typeface="Arial" panose="020B0604020202020204" pitchFamily="34" charset="0"/>
                <a:buChar char="–"/>
                <a:defRPr sz="2000">
                  <a:solidFill>
                    <a:schemeClr val="tx1"/>
                  </a:solidFill>
                  <a:latin typeface="Adobe 黑体 Std R" pitchFamily="2" charset="-122"/>
                  <a:ea typeface="Adobe 黑体 Std R" pitchFamily="2" charset="-122"/>
                  <a:sym typeface="Arial" panose="020B0604020202020204" pitchFamily="34" charset="0"/>
                </a:defRPr>
              </a:lvl2pPr>
              <a:lvl3pPr marL="1143000" indent="-228600">
                <a:spcBef>
                  <a:spcPct val="20000"/>
                </a:spcBef>
                <a:spcAft>
                  <a:spcPts val="300"/>
                </a:spcAft>
                <a:buFont typeface="Arial" panose="020B0604020202020204" pitchFamily="34" charset="0"/>
                <a:buChar char="•"/>
                <a:defRPr sz="2400">
                  <a:solidFill>
                    <a:schemeClr val="tx1"/>
                  </a:solidFill>
                  <a:latin typeface="Adobe 黑体 Std R" pitchFamily="2" charset="-122"/>
                  <a:ea typeface="Adobe 黑体 Std R" pitchFamily="2" charset="-122"/>
                  <a:sym typeface="Arial" panose="020B0604020202020204" pitchFamily="34" charset="0"/>
                </a:defRPr>
              </a:lvl3pPr>
              <a:lvl4pPr marL="1600200" indent="-22860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4pPr>
              <a:lvl5pPr marL="2057400" indent="-22860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5pPr>
              <a:lvl6pPr marL="25146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6pPr>
              <a:lvl7pPr marL="29718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7pPr>
              <a:lvl8pPr marL="34290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8pPr>
              <a:lvl9pPr marL="38862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9pPr>
            </a:lstStyle>
            <a:p>
              <a:pPr algn="ctr" eaLnBrk="1" hangingPunct="1">
                <a:spcBef>
                  <a:spcPct val="0"/>
                </a:spcBef>
                <a:spcAft>
                  <a:spcPct val="0"/>
                </a:spcAft>
                <a:buFont typeface="Arial" panose="020B0604020202020204" pitchFamily="34" charset="0"/>
                <a:buNone/>
              </a:pPr>
              <a:endParaRPr lang="zh-CN" altLang="zh-CN" sz="1800">
                <a:solidFill>
                  <a:srgbClr val="FFFFFF"/>
                </a:solidFill>
                <a:latin typeface="Arial" panose="020B0604020202020204" pitchFamily="34" charset="0"/>
                <a:ea typeface="宋体" panose="02010600030101010101" pitchFamily="2" charset="-122"/>
              </a:endParaRPr>
            </a:p>
          </p:txBody>
        </p:sp>
        <p:sp>
          <p:nvSpPr>
            <p:cNvPr id="66" name="十字形 109"/>
            <p:cNvSpPr>
              <a:spLocks noChangeArrowheads="1"/>
            </p:cNvSpPr>
            <p:nvPr/>
          </p:nvSpPr>
          <p:spPr bwMode="auto">
            <a:xfrm>
              <a:off x="305856" y="292205"/>
              <a:ext cx="597275" cy="624578"/>
            </a:xfrm>
            <a:prstGeom prst="plus">
              <a:avLst>
                <a:gd name="adj" fmla="val 35630"/>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a:spcBef>
                  <a:spcPts val="1800"/>
                </a:spcBef>
                <a:spcAft>
                  <a:spcPts val="600"/>
                </a:spcAft>
                <a:buFont typeface="Arial" panose="020B0604020202020204" pitchFamily="34" charset="0"/>
                <a:buChar char="•"/>
                <a:defRPr sz="2400">
                  <a:solidFill>
                    <a:schemeClr val="tx1"/>
                  </a:solidFill>
                  <a:latin typeface="Adobe 黑体 Std R" pitchFamily="2" charset="-122"/>
                  <a:ea typeface="Adobe 黑体 Std R" pitchFamily="2" charset="-122"/>
                  <a:sym typeface="Arial" panose="020B0604020202020204" pitchFamily="34" charset="0"/>
                </a:defRPr>
              </a:lvl1pPr>
              <a:lvl2pPr marL="742950" indent="-285750">
                <a:spcBef>
                  <a:spcPts val="600"/>
                </a:spcBef>
                <a:spcAft>
                  <a:spcPts val="300"/>
                </a:spcAft>
                <a:buFont typeface="Arial" panose="020B0604020202020204" pitchFamily="34" charset="0"/>
                <a:buChar char="–"/>
                <a:defRPr sz="2000">
                  <a:solidFill>
                    <a:schemeClr val="tx1"/>
                  </a:solidFill>
                  <a:latin typeface="Adobe 黑体 Std R" pitchFamily="2" charset="-122"/>
                  <a:ea typeface="Adobe 黑体 Std R" pitchFamily="2" charset="-122"/>
                  <a:sym typeface="Arial" panose="020B0604020202020204" pitchFamily="34" charset="0"/>
                </a:defRPr>
              </a:lvl2pPr>
              <a:lvl3pPr marL="1143000" indent="-228600">
                <a:spcBef>
                  <a:spcPct val="20000"/>
                </a:spcBef>
                <a:spcAft>
                  <a:spcPts val="300"/>
                </a:spcAft>
                <a:buFont typeface="Arial" panose="020B0604020202020204" pitchFamily="34" charset="0"/>
                <a:buChar char="•"/>
                <a:defRPr sz="2400">
                  <a:solidFill>
                    <a:schemeClr val="tx1"/>
                  </a:solidFill>
                  <a:latin typeface="Adobe 黑体 Std R" pitchFamily="2" charset="-122"/>
                  <a:ea typeface="Adobe 黑体 Std R" pitchFamily="2" charset="-122"/>
                  <a:sym typeface="Arial" panose="020B0604020202020204" pitchFamily="34" charset="0"/>
                </a:defRPr>
              </a:lvl3pPr>
              <a:lvl4pPr marL="1600200" indent="-22860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4pPr>
              <a:lvl5pPr marL="2057400" indent="-22860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5pPr>
              <a:lvl6pPr marL="25146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6pPr>
              <a:lvl7pPr marL="29718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7pPr>
              <a:lvl8pPr marL="34290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8pPr>
              <a:lvl9pPr marL="3886200" indent="-228600" eaLnBrk="0" fontAlgn="base" hangingPunct="0">
                <a:spcBef>
                  <a:spcPct val="20000"/>
                </a:spcBef>
                <a:spcAft>
                  <a:spcPts val="300"/>
                </a:spcAft>
                <a:buFont typeface="Arial" panose="020B0604020202020204" pitchFamily="34" charset="0"/>
                <a:buChar char="»"/>
                <a:defRPr sz="1600">
                  <a:solidFill>
                    <a:schemeClr val="tx1"/>
                  </a:solidFill>
                  <a:latin typeface="Adobe 黑体 Std R" pitchFamily="2" charset="-122"/>
                  <a:ea typeface="Adobe 黑体 Std R" pitchFamily="2" charset="-122"/>
                  <a:sym typeface="Arial" panose="020B0604020202020204" pitchFamily="34" charset="0"/>
                </a:defRPr>
              </a:lvl9pPr>
            </a:lstStyle>
            <a:p>
              <a:pPr algn="ctr" eaLnBrk="1" hangingPunct="1">
                <a:spcBef>
                  <a:spcPct val="0"/>
                </a:spcBef>
                <a:spcAft>
                  <a:spcPct val="0"/>
                </a:spcAft>
                <a:buFont typeface="Arial" panose="020B0604020202020204" pitchFamily="34" charset="0"/>
                <a:buNone/>
              </a:pPr>
              <a:endParaRPr lang="zh-CN" altLang="zh-CN" sz="1800">
                <a:solidFill>
                  <a:srgbClr val="FFFFFF"/>
                </a:solidFill>
                <a:latin typeface="Arial" panose="020B0604020202020204" pitchFamily="34" charset="0"/>
                <a:ea typeface="宋体" panose="02010600030101010101" pitchFamily="2" charset="-122"/>
              </a:endParaRPr>
            </a:p>
          </p:txBody>
        </p:sp>
      </p:grpSp>
      <p:pic>
        <p:nvPicPr>
          <p:cNvPr id="8" name="图片 7"/>
          <p:cNvPicPr/>
          <p:nvPr/>
        </p:nvPicPr>
        <p:blipFill rotWithShape="1">
          <a:blip r:embed="rId2" cstate="print">
            <a:extLst>
              <a:ext uri="{28A0092B-C50C-407E-A947-70E740481C1C}">
                <a14:useLocalDpi xmlns:a14="http://schemas.microsoft.com/office/drawing/2010/main" val="0"/>
              </a:ext>
            </a:extLst>
          </a:blip>
          <a:srcRect r="2032" b="7713"/>
          <a:stretch>
            <a:fillRect/>
          </a:stretch>
        </p:blipFill>
        <p:spPr>
          <a:xfrm>
            <a:off x="1328475" y="486350"/>
            <a:ext cx="6238439" cy="2883128"/>
          </a:xfrm>
          <a:prstGeom prst="rect">
            <a:avLst/>
          </a:prstGeom>
          <a:effectLst>
            <a:softEdge rad="38100"/>
          </a:effectLst>
        </p:spPr>
      </p:pic>
      <p:grpSp>
        <p:nvGrpSpPr>
          <p:cNvPr id="15" name="组合 14"/>
          <p:cNvGrpSpPr/>
          <p:nvPr/>
        </p:nvGrpSpPr>
        <p:grpSpPr>
          <a:xfrm>
            <a:off x="1254282" y="2540887"/>
            <a:ext cx="4104456" cy="2185413"/>
            <a:chOff x="1254282" y="2540887"/>
            <a:chExt cx="4104456" cy="2185413"/>
          </a:xfrm>
        </p:grpSpPr>
        <p:cxnSp>
          <p:nvCxnSpPr>
            <p:cNvPr id="11" name="直接箭头连接符 10"/>
            <p:cNvCxnSpPr/>
            <p:nvPr/>
          </p:nvCxnSpPr>
          <p:spPr bwMode="auto">
            <a:xfrm flipV="1">
              <a:off x="2123728" y="2540887"/>
              <a:ext cx="983582" cy="1065253"/>
            </a:xfrm>
            <a:prstGeom prst="straightConnector1">
              <a:avLst/>
            </a:prstGeom>
            <a:solidFill>
              <a:schemeClr val="accent1"/>
            </a:solidFill>
            <a:ln w="25400" cap="flat" cmpd="sng" algn="ctr">
              <a:solidFill>
                <a:srgbClr val="FF0000"/>
              </a:solidFill>
              <a:prstDash val="solid"/>
              <a:round/>
              <a:headEnd type="none" w="med" len="med"/>
              <a:tailEnd type="arrow"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圆角矩形 67"/>
            <p:cNvSpPr/>
            <p:nvPr/>
          </p:nvSpPr>
          <p:spPr bwMode="auto">
            <a:xfrm>
              <a:off x="1254282" y="3570420"/>
              <a:ext cx="4104456" cy="115588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eaLnBrk="1" hangingPunct="1"/>
              <a:r>
                <a:rPr lang="zh-CN" altLang="en-US" sz="2000" dirty="0" smtClean="0">
                  <a:solidFill>
                    <a:schemeClr val="bg1"/>
                  </a:solidFill>
                  <a:latin typeface="黑体" panose="02010609060101010101" charset="-122"/>
                  <a:ea typeface="黑体" panose="02010609060101010101" charset="-122"/>
                </a:rPr>
                <a:t>   具体</a:t>
              </a:r>
              <a:r>
                <a:rPr lang="zh-CN" altLang="en-US" sz="2000" dirty="0">
                  <a:solidFill>
                    <a:schemeClr val="bg1"/>
                  </a:solidFill>
                  <a:latin typeface="黑体" panose="02010609060101010101" charset="-122"/>
                  <a:ea typeface="黑体" panose="02010609060101010101" charset="-122"/>
                </a:rPr>
                <a:t>操作中可通过旋转片厚调节钮，调节上下压轮之间的距离，实现对成品</a:t>
              </a:r>
              <a:r>
                <a:rPr lang="zh-CN" altLang="en-US" sz="2000" dirty="0" smtClean="0">
                  <a:solidFill>
                    <a:schemeClr val="bg1"/>
                  </a:solidFill>
                  <a:latin typeface="黑体" panose="02010609060101010101" charset="-122"/>
                  <a:ea typeface="黑体" panose="02010609060101010101" charset="-122"/>
                </a:rPr>
                <a:t>厚度即硬度</a:t>
              </a:r>
              <a:r>
                <a:rPr lang="zh-CN" altLang="en-US" sz="2000" dirty="0">
                  <a:solidFill>
                    <a:schemeClr val="bg1"/>
                  </a:solidFill>
                  <a:latin typeface="黑体" panose="02010609060101010101" charset="-122"/>
                  <a:ea typeface="黑体" panose="02010609060101010101" charset="-122"/>
                </a:rPr>
                <a:t>的</a:t>
              </a:r>
              <a:r>
                <a:rPr lang="zh-CN" altLang="en-US" sz="2000" dirty="0" smtClean="0">
                  <a:solidFill>
                    <a:schemeClr val="bg1"/>
                  </a:solidFill>
                  <a:latin typeface="黑体" panose="02010609060101010101" charset="-122"/>
                  <a:ea typeface="黑体" panose="02010609060101010101" charset="-122"/>
                </a:rPr>
                <a:t>调整。</a:t>
              </a:r>
              <a:endParaRPr kumimoji="0" lang="zh-CN" altLang="en-US" sz="2000" b="0" i="0" u="none" strike="noStrike" cap="none" normalizeH="0" baseline="-25000" dirty="0" smtClean="0">
                <a:ln>
                  <a:noFill/>
                </a:ln>
                <a:solidFill>
                  <a:schemeClr val="bg1"/>
                </a:solidFill>
                <a:effectLst/>
                <a:latin typeface="黑体" panose="02010609060101010101" charset="-122"/>
                <a:ea typeface="黑体" panose="02010609060101010101" charset="-122"/>
              </a:endParaRPr>
            </a:p>
          </p:txBody>
        </p:sp>
      </p:grpSp>
      <p:grpSp>
        <p:nvGrpSpPr>
          <p:cNvPr id="69" name="组合 68"/>
          <p:cNvGrpSpPr/>
          <p:nvPr/>
        </p:nvGrpSpPr>
        <p:grpSpPr>
          <a:xfrm>
            <a:off x="4045760" y="2438282"/>
            <a:ext cx="3967940" cy="2288018"/>
            <a:chOff x="1691680" y="2450671"/>
            <a:chExt cx="3967940" cy="2288018"/>
          </a:xfrm>
        </p:grpSpPr>
        <p:cxnSp>
          <p:nvCxnSpPr>
            <p:cNvPr id="70" name="直接箭头连接符 69"/>
            <p:cNvCxnSpPr/>
            <p:nvPr/>
          </p:nvCxnSpPr>
          <p:spPr bwMode="auto">
            <a:xfrm flipH="1" flipV="1">
              <a:off x="3458742" y="2450671"/>
              <a:ext cx="863763" cy="1107513"/>
            </a:xfrm>
            <a:prstGeom prst="straightConnector1">
              <a:avLst/>
            </a:prstGeom>
            <a:solidFill>
              <a:schemeClr val="accent1"/>
            </a:solidFill>
            <a:ln w="25400" cap="flat" cmpd="sng" algn="ctr">
              <a:solidFill>
                <a:srgbClr val="FF0000"/>
              </a:solidFill>
              <a:prstDash val="solid"/>
              <a:round/>
              <a:headEnd type="none" w="med" len="med"/>
              <a:tailEnd type="arrow"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圆角矩形 70"/>
            <p:cNvSpPr/>
            <p:nvPr/>
          </p:nvSpPr>
          <p:spPr bwMode="auto">
            <a:xfrm>
              <a:off x="1691680" y="3582809"/>
              <a:ext cx="3967940" cy="115588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eaLnBrk="1" hangingPunct="1"/>
              <a:r>
                <a:rPr lang="zh-CN" altLang="en-US" sz="2000" dirty="0" smtClean="0">
                  <a:solidFill>
                    <a:schemeClr val="bg1"/>
                  </a:solidFill>
                  <a:latin typeface="黑体" panose="02010609060101010101" charset="-122"/>
                  <a:ea typeface="黑体" panose="02010609060101010101" charset="-122"/>
                </a:rPr>
                <a:t>    实际生产</a:t>
              </a:r>
              <a:r>
                <a:rPr lang="zh-CN" altLang="en-US" sz="2000" dirty="0">
                  <a:solidFill>
                    <a:schemeClr val="bg1"/>
                  </a:solidFill>
                  <a:latin typeface="黑体" panose="02010609060101010101" charset="-122"/>
                  <a:ea typeface="黑体" panose="02010609060101010101" charset="-122"/>
                </a:rPr>
                <a:t>中可通过旋转充填调节钮调整充填轨道的高低，来实现对充填</a:t>
              </a:r>
              <a:r>
                <a:rPr lang="zh-CN" altLang="en-US" sz="2000" dirty="0" smtClean="0">
                  <a:solidFill>
                    <a:schemeClr val="bg1"/>
                  </a:solidFill>
                  <a:latin typeface="黑体" panose="02010609060101010101" charset="-122"/>
                  <a:ea typeface="黑体" panose="02010609060101010101" charset="-122"/>
                </a:rPr>
                <a:t>量即片重的</a:t>
              </a:r>
              <a:r>
                <a:rPr lang="zh-CN" altLang="en-US" sz="2000" dirty="0">
                  <a:solidFill>
                    <a:schemeClr val="bg1"/>
                  </a:solidFill>
                  <a:latin typeface="黑体" panose="02010609060101010101" charset="-122"/>
                  <a:ea typeface="黑体" panose="02010609060101010101" charset="-122"/>
                </a:rPr>
                <a:t>调整。</a:t>
              </a:r>
              <a:endParaRPr kumimoji="0" lang="zh-CN" altLang="en-US" sz="2000" b="0" i="0" u="none" strike="noStrike" cap="none" normalizeH="0" baseline="-25000" dirty="0" smtClean="0">
                <a:ln>
                  <a:noFill/>
                </a:ln>
                <a:solidFill>
                  <a:schemeClr val="bg1"/>
                </a:solidFill>
                <a:effectLst/>
                <a:latin typeface="黑体" panose="02010609060101010101" charset="-122"/>
                <a:ea typeface="黑体" panose="02010609060101010101" charset="-122"/>
              </a:endParaRPr>
            </a:p>
          </p:txBody>
        </p:sp>
      </p:grpSp>
      <p:grpSp>
        <p:nvGrpSpPr>
          <p:cNvPr id="45" name="组合 44"/>
          <p:cNvGrpSpPr/>
          <p:nvPr/>
        </p:nvGrpSpPr>
        <p:grpSpPr>
          <a:xfrm>
            <a:off x="-25400" y="4360863"/>
            <a:ext cx="9565952" cy="1587500"/>
            <a:chOff x="-25400" y="4360863"/>
            <a:chExt cx="9565952" cy="1587500"/>
          </a:xfrm>
        </p:grpSpPr>
        <p:grpSp>
          <p:nvGrpSpPr>
            <p:cNvPr id="46" name="组合 18"/>
            <p:cNvGrpSpPr/>
            <p:nvPr/>
          </p:nvGrpSpPr>
          <p:grpSpPr bwMode="auto">
            <a:xfrm>
              <a:off x="-25400" y="4360863"/>
              <a:ext cx="9180513" cy="1587500"/>
              <a:chOff x="0" y="0"/>
              <a:chExt cx="9181274" cy="1588274"/>
            </a:xfrm>
          </p:grpSpPr>
          <p:sp>
            <p:nvSpPr>
              <p:cNvPr id="54"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5"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7"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smtClean="0">
                  <a:solidFill>
                    <a:srgbClr val="FFFFFF"/>
                  </a:solidFill>
                  <a:latin typeface="Franklin Gothic Medium" panose="020B0603020102020204" pitchFamily="34" charset="0"/>
                  <a:ea typeface="微软雅黑" panose="020B0503020204020204" pitchFamily="34" charset="-122"/>
                </a:rPr>
                <a:t>原理</a:t>
              </a:r>
              <a:endParaRPr lang="zh-CN" altLang="en-US" dirty="0">
                <a:solidFill>
                  <a:srgbClr val="FFFFFF"/>
                </a:solidFill>
                <a:latin typeface="Franklin Gothic Medium" panose="020B0603020102020204" pitchFamily="34" charset="0"/>
                <a:ea typeface="微软雅黑" panose="020B0503020204020204" pitchFamily="34" charset="-122"/>
              </a:endParaRPr>
            </a:p>
          </p:txBody>
        </p:sp>
        <p:sp>
          <p:nvSpPr>
            <p:cNvPr id="48" name="TextBox 22"/>
            <p:cNvSpPr txBox="1">
              <a:spLocks noChangeArrowheads="1"/>
            </p:cNvSpPr>
            <p:nvPr/>
          </p:nvSpPr>
          <p:spPr bwMode="auto">
            <a:xfrm>
              <a:off x="1332310"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lumMod val="65000"/>
                    </a:schemeClr>
                  </a:solidFill>
                  <a:latin typeface="Franklin Gothic Medium" panose="020B0603020102020204" pitchFamily="34" charset="0"/>
                  <a:ea typeface="微软雅黑" panose="020B0503020204020204" pitchFamily="34" charset="-122"/>
                </a:rPr>
                <a:t>压片流程</a:t>
              </a:r>
              <a:endParaRPr lang="zh-CN" altLang="en-US" sz="1400" dirty="0">
                <a:solidFill>
                  <a:schemeClr val="bg1">
                    <a:lumMod val="65000"/>
                  </a:schemeClr>
                </a:solidFill>
                <a:latin typeface="Franklin Gothic Medium" panose="020B0603020102020204" pitchFamily="34" charset="0"/>
                <a:ea typeface="微软雅黑" panose="020B0503020204020204" pitchFamily="34" charset="-122"/>
              </a:endParaRPr>
            </a:p>
          </p:txBody>
        </p:sp>
        <p:sp>
          <p:nvSpPr>
            <p:cNvPr id="49"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片重调节装置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50"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sp>
          <p:nvSpPr>
            <p:cNvPr id="51" name="等腰三角形 24"/>
            <p:cNvSpPr>
              <a:spLocks noChangeArrowheads="1"/>
            </p:cNvSpPr>
            <p:nvPr/>
          </p:nvSpPr>
          <p:spPr bwMode="auto">
            <a:xfrm>
              <a:off x="7956376"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2"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操作</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grpSp>
      <p:sp>
        <p:nvSpPr>
          <p:cNvPr id="56" name="灯片编号占位符 55"/>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accel="50000" decel="50000" fill="hold" nodeType="clickEffect">
                                  <p:stCondLst>
                                    <p:cond delay="0"/>
                                  </p:stCondLst>
                                  <p:endCondLst>
                                    <p:cond evt="onNext" delay="0">
                                      <p:tgtEl>
                                        <p:sldTgt/>
                                      </p:tgtEl>
                                    </p:cond>
                                  </p:endCondLst>
                                  <p:childTnLst>
                                    <p:animMotion origin="layout" path="M -0.00052 -3.33333E-6 C 0.01736 -3.33333E-6 0.03194 0.01417 0.03194 0.03195 C 0.03194 0.04917 0.01736 0.06389 -0.00052 0.06389 C -0.0184 0.06389 -0.03264 0.04917 -0.03264 0.03195 C -0.03264 0.01417 -0.0184 -3.33333E-6 -0.00052 -3.33333E-6 Z " pathEditMode="relative" rAng="0" ptsTypes="AAAAA">
                                      <p:cBhvr>
                                        <p:cTn id="6" dur="2000" fill="hold"/>
                                        <p:tgtEl>
                                          <p:spTgt spid="53"/>
                                        </p:tgtEl>
                                        <p:attrNameLst>
                                          <p:attrName>ppt_x</p:attrName>
                                          <p:attrName>ppt_y</p:attrName>
                                        </p:attrNameLst>
                                      </p:cBhvr>
                                      <p:rCtr x="17" y="3194"/>
                                    </p:animMotion>
                                  </p:childTnLst>
                                </p:cTn>
                              </p:par>
                            </p:childTnLst>
                          </p:cTn>
                        </p:par>
                        <p:par>
                          <p:cTn id="7" fill="hold">
                            <p:stCondLst>
                              <p:cond delay="2000"/>
                            </p:stCondLst>
                            <p:childTnLst>
                              <p:par>
                                <p:cTn id="8" presetID="53" presetClass="entr" presetSubtype="16"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p:cTn id="10" dur="1000" fill="hold"/>
                                        <p:tgtEl>
                                          <p:spTgt spid="8"/>
                                        </p:tgtEl>
                                        <p:attrNameLst>
                                          <p:attrName>ppt_w</p:attrName>
                                        </p:attrNameLst>
                                      </p:cBhvr>
                                      <p:tavLst>
                                        <p:tav tm="0">
                                          <p:val>
                                            <p:fltVal val="0"/>
                                          </p:val>
                                        </p:tav>
                                        <p:tav tm="100000">
                                          <p:val>
                                            <p:strVal val="#ppt_w"/>
                                          </p:val>
                                        </p:tav>
                                      </p:tavLst>
                                    </p:anim>
                                    <p:anim calcmode="lin" valueType="num">
                                      <p:cBhvr>
                                        <p:cTn id="11" dur="1000" fill="hold"/>
                                        <p:tgtEl>
                                          <p:spTgt spid="8"/>
                                        </p:tgtEl>
                                        <p:attrNameLst>
                                          <p:attrName>ppt_h</p:attrName>
                                        </p:attrNameLst>
                                      </p:cBhvr>
                                      <p:tavLst>
                                        <p:tav tm="0">
                                          <p:val>
                                            <p:fltVal val="0"/>
                                          </p:val>
                                        </p:tav>
                                        <p:tav tm="100000">
                                          <p:val>
                                            <p:strVal val="#ppt_h"/>
                                          </p:val>
                                        </p:tav>
                                      </p:tavLst>
                                    </p:anim>
                                    <p:animEffect transition="in" filter="fade">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childTnLst>
                                </p:cTn>
                              </p:par>
                            </p:childTnLst>
                          </p:cTn>
                        </p:par>
                        <p:par>
                          <p:cTn id="18" fill="hold">
                            <p:stCondLst>
                              <p:cond delay="1000"/>
                            </p:stCondLst>
                            <p:childTnLst>
                              <p:par>
                                <p:cTn id="19" presetID="10" presetClass="exit" presetSubtype="0" fill="hold" nodeType="afterEffect">
                                  <p:stCondLst>
                                    <p:cond delay="250"/>
                                  </p:stCondLst>
                                  <p:childTnLst>
                                    <p:animEffect transition="out" filter="fade">
                                      <p:cBhvr>
                                        <p:cTn id="20" dur="750"/>
                                        <p:tgtEl>
                                          <p:spTgt spid="15"/>
                                        </p:tgtEl>
                                      </p:cBhvr>
                                    </p:animEffect>
                                    <p:set>
                                      <p:cBhvr>
                                        <p:cTn id="21" dur="1" fill="hold">
                                          <p:stCondLst>
                                            <p:cond delay="749"/>
                                          </p:stCondLst>
                                        </p:cTn>
                                        <p:tgtEl>
                                          <p:spTgt spid="15"/>
                                        </p:tgtEl>
                                        <p:attrNameLst>
                                          <p:attrName>style.visibility</p:attrName>
                                        </p:attrNameLst>
                                      </p:cBhvr>
                                      <p:to>
                                        <p:strVal val="hidden"/>
                                      </p:to>
                                    </p:set>
                                  </p:childTnLst>
                                </p:cTn>
                              </p:par>
                            </p:childTnLst>
                          </p:cTn>
                        </p:par>
                        <p:par>
                          <p:cTn id="22" fill="hold">
                            <p:stCondLst>
                              <p:cond delay="2250"/>
                            </p:stCondLst>
                            <p:childTnLst>
                              <p:par>
                                <p:cTn id="23" presetID="10" presetClass="entr" presetSubtype="0" fill="hold" nodeType="afterEffect">
                                  <p:stCondLst>
                                    <p:cond delay="100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1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矩形 2"/>
          <p:cNvSpPr>
            <a:spLocks noChangeArrowheads="1"/>
          </p:cNvSpPr>
          <p:nvPr/>
        </p:nvSpPr>
        <p:spPr bwMode="auto">
          <a:xfrm>
            <a:off x="1003300" y="1104900"/>
            <a:ext cx="87947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800" dirty="0" smtClean="0">
                <a:solidFill>
                  <a:srgbClr val="969696"/>
                </a:solidFill>
                <a:latin typeface="方正兰亭特黑_GBK" charset="-122"/>
                <a:ea typeface="DFKai-SB" panose="03000509000000000000" pitchFamily="65" charset="-120"/>
              </a:rPr>
              <a:t>4</a:t>
            </a:r>
            <a:endParaRPr lang="en-US" altLang="zh-CN" sz="13800" dirty="0">
              <a:solidFill>
                <a:srgbClr val="969696"/>
              </a:solidFill>
              <a:latin typeface="方正兰亭特黑_GBK" charset="-122"/>
              <a:ea typeface="DFKai-SB" panose="03000509000000000000" pitchFamily="65" charset="-120"/>
            </a:endParaRPr>
          </a:p>
        </p:txBody>
      </p:sp>
      <p:sp>
        <p:nvSpPr>
          <p:cNvPr id="58372" name="TextBox 3"/>
          <p:cNvSpPr txBox="1">
            <a:spLocks noChangeArrowheads="1"/>
          </p:cNvSpPr>
          <p:nvPr/>
        </p:nvSpPr>
        <p:spPr bwMode="auto">
          <a:xfrm>
            <a:off x="2135188" y="3090863"/>
            <a:ext cx="1689100" cy="523875"/>
          </a:xfrm>
          <a:prstGeom prst="rect">
            <a:avLst/>
          </a:prstGeom>
          <a:solidFill>
            <a:srgbClr val="0070C0"/>
          </a:solidFill>
          <a:ln>
            <a:noFill/>
          </a:ln>
          <a:effectLst>
            <a:softEdge rad="25400"/>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dirty="0" smtClean="0">
                <a:solidFill>
                  <a:srgbClr val="FFFFFF"/>
                </a:solidFill>
                <a:latin typeface="Franklin Gothic Medium" panose="020B0603020102020204" pitchFamily="34" charset="0"/>
                <a:ea typeface="微软雅黑" panose="020B0503020204020204" pitchFamily="34" charset="-122"/>
              </a:rPr>
              <a:t>缺陷</a:t>
            </a:r>
            <a:endParaRPr lang="zh-CN" altLang="en-US" sz="2800" dirty="0">
              <a:solidFill>
                <a:srgbClr val="FFFFFF"/>
              </a:solidFill>
              <a:latin typeface="Franklin Gothic Medium" panose="020B0603020102020204" pitchFamily="34" charset="0"/>
              <a:ea typeface="微软雅黑" panose="020B0503020204020204" pitchFamily="34" charset="-122"/>
            </a:endParaRPr>
          </a:p>
        </p:txBody>
      </p:sp>
      <p:cxnSp>
        <p:nvCxnSpPr>
          <p:cNvPr id="59397" name="直接连接符 7"/>
          <p:cNvCxnSpPr>
            <a:cxnSpLocks noChangeShapeType="1"/>
          </p:cNvCxnSpPr>
          <p:nvPr/>
        </p:nvCxnSpPr>
        <p:spPr bwMode="auto">
          <a:xfrm>
            <a:off x="1951038" y="2195513"/>
            <a:ext cx="0" cy="161290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9398" name="直接连接符 8"/>
          <p:cNvCxnSpPr>
            <a:cxnSpLocks noChangeShapeType="1"/>
          </p:cNvCxnSpPr>
          <p:nvPr/>
        </p:nvCxnSpPr>
        <p:spPr bwMode="auto">
          <a:xfrm>
            <a:off x="1003300" y="2943225"/>
            <a:ext cx="3641725" cy="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8375" name="直接连接符 9"/>
          <p:cNvCxnSpPr>
            <a:cxnSpLocks noChangeShapeType="1"/>
          </p:cNvCxnSpPr>
          <p:nvPr/>
        </p:nvCxnSpPr>
        <p:spPr bwMode="auto">
          <a:xfrm>
            <a:off x="-2419350" y="2943225"/>
            <a:ext cx="2382837" cy="0"/>
          </a:xfrm>
          <a:prstGeom prst="line">
            <a:avLst/>
          </a:prstGeom>
          <a:noFill/>
          <a:ln w="3175">
            <a:solidFill>
              <a:srgbClr val="000000"/>
            </a:solidFill>
            <a:round/>
          </a:ln>
          <a:extLst>
            <a:ext uri="{909E8E84-426E-40DD-AFC4-6F175D3DCCD1}">
              <a14:hiddenFill xmlns:a14="http://schemas.microsoft.com/office/drawing/2010/main">
                <a:noFill/>
              </a14:hiddenFill>
            </a:ext>
          </a:extLst>
        </p:spPr>
      </p:cxnSp>
      <p:cxnSp>
        <p:nvCxnSpPr>
          <p:cNvPr id="58376" name="直接连接符 10"/>
          <p:cNvCxnSpPr>
            <a:cxnSpLocks noChangeShapeType="1"/>
          </p:cNvCxnSpPr>
          <p:nvPr/>
        </p:nvCxnSpPr>
        <p:spPr bwMode="auto">
          <a:xfrm>
            <a:off x="1954213" y="-2346325"/>
            <a:ext cx="0" cy="2317750"/>
          </a:xfrm>
          <a:prstGeom prst="line">
            <a:avLst/>
          </a:prstGeom>
          <a:noFill/>
          <a:ln w="3175">
            <a:solidFill>
              <a:schemeClr val="tx1"/>
            </a:solidFill>
            <a:round/>
          </a:ln>
          <a:extLst>
            <a:ext uri="{909E8E84-426E-40DD-AFC4-6F175D3DCCD1}">
              <a14:hiddenFill xmlns:a14="http://schemas.microsoft.com/office/drawing/2010/main">
                <a:noFill/>
              </a14:hiddenFill>
            </a:ext>
          </a:extLst>
        </p:spPr>
      </p:cxnSp>
      <p:sp>
        <p:nvSpPr>
          <p:cNvPr id="58377" name="TextBox 11"/>
          <p:cNvSpPr txBox="1">
            <a:spLocks noChangeArrowheads="1"/>
          </p:cNvSpPr>
          <p:nvPr/>
        </p:nvSpPr>
        <p:spPr bwMode="auto">
          <a:xfrm>
            <a:off x="-900113"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008437" y="2003650"/>
            <a:ext cx="4647272" cy="3600000"/>
          </a:xfrm>
          <a:prstGeom prst="rect">
            <a:avLst/>
          </a:prstGeom>
          <a:effectLst>
            <a:softEdge rad="114300"/>
          </a:effectLst>
        </p:spPr>
      </p:pic>
      <p:sp>
        <p:nvSpPr>
          <p:cNvPr id="10" name="灯片编号占位符 9"/>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2222E-6 -2.22222E-6 L 4.72222E-6 0.90945 " pathEditMode="relative" rAng="0" ptsTypes="AA">
                                      <p:cBhvr>
                                        <p:cTn id="6" dur="500" fill="hold"/>
                                        <p:tgtEl>
                                          <p:spTgt spid="58376"/>
                                        </p:tgtEl>
                                        <p:attrNameLst>
                                          <p:attrName>ppt_x</p:attrName>
                                          <p:attrName>ppt_y</p:attrName>
                                        </p:attrNameLst>
                                      </p:cBhvr>
                                      <p:rCtr x="0" y="4547200"/>
                                    </p:animMotion>
                                  </p:childTnLst>
                                </p:cTn>
                              </p:par>
                              <p:par>
                                <p:cTn id="7" presetID="42" presetClass="path" presetSubtype="0" accel="50000" decel="50000" fill="hold" nodeType="withEffect">
                                  <p:stCondLst>
                                    <p:cond delay="0"/>
                                  </p:stCondLst>
                                  <p:childTnLst>
                                    <p:animMotion origin="layout" path="M 1.38889E-6 -4.04775E-6 L 0.53976 0.00139 " pathEditMode="relative" rAng="0" ptsTypes="AA">
                                      <p:cBhvr>
                                        <p:cTn id="8" dur="500" fill="hold"/>
                                        <p:tgtEl>
                                          <p:spTgt spid="58375"/>
                                        </p:tgtEl>
                                        <p:attrNameLst>
                                          <p:attrName>ppt_x</p:attrName>
                                          <p:attrName>ppt_y</p:attrName>
                                        </p:attrNameLst>
                                      </p:cBhvr>
                                      <p:rCtr x="2697900" y="5600"/>
                                    </p:animMotion>
                                  </p:childTnLst>
                                </p:cTn>
                              </p:par>
                              <p:par>
                                <p:cTn id="9" presetID="10" presetClass="exit" presetSubtype="0" fill="hold" nodeType="withEffect">
                                  <p:stCondLst>
                                    <p:cond delay="0"/>
                                  </p:stCondLst>
                                  <p:childTnLst>
                                    <p:animEffect transition="out" filter="fade">
                                      <p:cBhvr>
                                        <p:cTn id="10" dur="500"/>
                                        <p:tgtEl>
                                          <p:spTgt spid="58376"/>
                                        </p:tgtEl>
                                      </p:cBhvr>
                                    </p:animEffect>
                                    <p:set>
                                      <p:cBhvr>
                                        <p:cTn id="11" dur="1" fill="hold">
                                          <p:stCondLst>
                                            <p:cond delay="499"/>
                                          </p:stCondLst>
                                        </p:cTn>
                                        <p:tgtEl>
                                          <p:spTgt spid="58376"/>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58375"/>
                                        </p:tgtEl>
                                      </p:cBhvr>
                                    </p:animEffect>
                                    <p:set>
                                      <p:cBhvr>
                                        <p:cTn id="14" dur="1" fill="hold">
                                          <p:stCondLst>
                                            <p:cond delay="499"/>
                                          </p:stCondLst>
                                        </p:cTn>
                                        <p:tgtEl>
                                          <p:spTgt spid="58375"/>
                                        </p:tgtEl>
                                        <p:attrNameLst>
                                          <p:attrName>style.visibility</p:attrName>
                                        </p:attrNameLst>
                                      </p:cBhvr>
                                      <p:to>
                                        <p:strVal val="hidden"/>
                                      </p:to>
                                    </p:set>
                                  </p:childTnLst>
                                </p:cTn>
                              </p:par>
                            </p:childTnLst>
                          </p:cTn>
                        </p:par>
                        <p:par>
                          <p:cTn id="15" fill="hold">
                            <p:stCondLst>
                              <p:cond delay="500"/>
                            </p:stCondLst>
                            <p:childTnLst>
                              <p:par>
                                <p:cTn id="16" presetID="42" presetClass="path" presetSubtype="0" fill="hold" grpId="0" nodeType="afterEffect">
                                  <p:stCondLst>
                                    <p:cond delay="0"/>
                                  </p:stCondLst>
                                  <p:childTnLst>
                                    <p:animMotion origin="layout" path="M 3.61111E-6 2.22222E-6 L 0.43698 0.00389 " pathEditMode="relative" rAng="0" ptsTypes="AA">
                                      <p:cBhvr>
                                        <p:cTn id="17" dur="500" fill="hold"/>
                                        <p:tgtEl>
                                          <p:spTgt spid="58377"/>
                                        </p:tgtEl>
                                        <p:attrNameLst>
                                          <p:attrName>ppt_x</p:attrName>
                                          <p:attrName>ppt_y</p:attrName>
                                        </p:attrNameLst>
                                      </p:cBhvr>
                                      <p:rCtr x="2184000" y="19400"/>
                                    </p:animMotion>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58371"/>
                                        </p:tgtEl>
                                        <p:attrNameLst>
                                          <p:attrName>style.visibility</p:attrName>
                                        </p:attrNameLst>
                                      </p:cBhvr>
                                      <p:to>
                                        <p:strVal val="visible"/>
                                      </p:to>
                                    </p:set>
                                    <p:animEffect transition="in" filter="randombar(horizontal)">
                                      <p:cBhvr>
                                        <p:cTn id="21" dur="500"/>
                                        <p:tgtEl>
                                          <p:spTgt spid="58371"/>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8372"/>
                                        </p:tgtEl>
                                        <p:attrNameLst>
                                          <p:attrName>style.visibility</p:attrName>
                                        </p:attrNameLst>
                                      </p:cBhvr>
                                      <p:to>
                                        <p:strVal val="visible"/>
                                      </p:to>
                                    </p:set>
                                    <p:animEffect transition="in" filter="randombar(horizontal)">
                                      <p:cBhvr>
                                        <p:cTn id="24" dur="500"/>
                                        <p:tgtEl>
                                          <p:spTgt spid="58372"/>
                                        </p:tgtEl>
                                      </p:cBhvr>
                                    </p:animEffect>
                                  </p:childTnLst>
                                </p:cTn>
                              </p:par>
                            </p:childTnLst>
                          </p:cTn>
                        </p:par>
                        <p:par>
                          <p:cTn id="25" fill="hold">
                            <p:stCondLst>
                              <p:cond delay="1500"/>
                            </p:stCondLst>
                            <p:childTnLst>
                              <p:par>
                                <p:cTn id="26" presetID="42" presetClass="entr" presetSubtype="0"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P spid="58372" grpId="0" animBg="1" autoUpdateAnimBg="0"/>
      <p:bldP spid="5837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5538" name="组合 18"/>
          <p:cNvGrpSpPr/>
          <p:nvPr/>
        </p:nvGrpSpPr>
        <p:grpSpPr bwMode="auto">
          <a:xfrm>
            <a:off x="-25400" y="4360863"/>
            <a:ext cx="9180513" cy="1587500"/>
            <a:chOff x="0" y="0"/>
            <a:chExt cx="9181274" cy="1588274"/>
          </a:xfrm>
        </p:grpSpPr>
        <p:sp>
          <p:nvSpPr>
            <p:cNvPr id="6556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556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5539"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5540" name="直接连接符 19"/>
          <p:cNvCxnSpPr>
            <a:cxnSpLocks noChangeShapeType="1"/>
          </p:cNvCxnSpPr>
          <p:nvPr/>
        </p:nvCxnSpPr>
        <p:spPr bwMode="auto">
          <a:xfrm>
            <a:off x="1507689" y="5156661"/>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5541" name="TextBox 20"/>
          <p:cNvSpPr txBox="1">
            <a:spLocks noChangeArrowheads="1"/>
          </p:cNvSpPr>
          <p:nvPr/>
        </p:nvSpPr>
        <p:spPr bwMode="auto">
          <a:xfrm>
            <a:off x="34925" y="4945732"/>
            <a:ext cx="115252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700" dirty="0" smtClean="0">
                <a:solidFill>
                  <a:srgbClr val="FFFFFF"/>
                </a:solidFill>
                <a:latin typeface="Franklin Gothic Medium" panose="020B0603020102020204" pitchFamily="34" charset="0"/>
                <a:ea typeface="微软雅黑" panose="020B0503020204020204" pitchFamily="34" charset="-122"/>
              </a:rPr>
              <a:t>缺陷局限</a:t>
            </a:r>
            <a:endParaRPr lang="zh-CN" altLang="en-US" sz="1700" dirty="0">
              <a:solidFill>
                <a:srgbClr val="FFFFFF"/>
              </a:solidFill>
              <a:latin typeface="Franklin Gothic Medium" panose="020B0603020102020204" pitchFamily="34" charset="0"/>
              <a:ea typeface="微软雅黑" panose="020B0503020204020204" pitchFamily="34" charset="-122"/>
            </a:endParaRPr>
          </a:p>
        </p:txBody>
      </p:sp>
      <p:sp>
        <p:nvSpPr>
          <p:cNvPr id="65542" name="TextBox 22"/>
          <p:cNvSpPr txBox="1">
            <a:spLocks noChangeArrowheads="1"/>
          </p:cNvSpPr>
          <p:nvPr/>
        </p:nvSpPr>
        <p:spPr bwMode="auto">
          <a:xfrm>
            <a:off x="2412430"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填料工序</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65543" name="TextBox 40"/>
          <p:cNvSpPr txBox="1">
            <a:spLocks noChangeArrowheads="1"/>
          </p:cNvSpPr>
          <p:nvPr/>
        </p:nvSpPr>
        <p:spPr bwMode="auto">
          <a:xfrm>
            <a:off x="5724128"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rgbClr val="A6A6A6"/>
                </a:solidFill>
                <a:latin typeface="Franklin Gothic Medium" panose="020B0603020102020204" pitchFamily="34" charset="0"/>
                <a:ea typeface="微软雅黑" panose="020B0503020204020204" pitchFamily="34" charset="-122"/>
              </a:rPr>
              <a:t>压片工序</a:t>
            </a:r>
            <a:endParaRPr lang="zh-CN" altLang="en-US" sz="1400" dirty="0">
              <a:solidFill>
                <a:srgbClr val="A6A6A6"/>
              </a:solidFill>
              <a:latin typeface="Franklin Gothic Medium" panose="020B0603020102020204" pitchFamily="34" charset="0"/>
              <a:ea typeface="微软雅黑" panose="020B0503020204020204" pitchFamily="34" charset="-122"/>
            </a:endParaRPr>
          </a:p>
        </p:txBody>
      </p:sp>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scene3d>
              <a:camera prst="orthographicFront"/>
              <a:lightRig rig="threePt" dir="t"/>
            </a:scene3d>
            <a:sp3d/>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a:scene3d>
                  <a:camera prst="orthographicFront"/>
                  <a:lightRig rig="threePt" dir="t"/>
                </a:scene3d>
                <a:sp3d/>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a:scene3d>
                  <a:camera prst="orthographicFront"/>
                  <a:lightRig rig="threePt" dir="t"/>
                </a:scene3d>
                <a:sp3d/>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a:scene3d>
                  <a:camera prst="orthographicFront"/>
                  <a:lightRig rig="threePt" dir="t"/>
                </a:scene3d>
                <a:sp3d/>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scene3d>
                <a:camera prst="orthographicFront"/>
                <a:lightRig rig="threePt" dir="t"/>
              </a:scene3d>
              <a:sp3d/>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scene3d>
                <a:camera prst="orthographicFront"/>
                <a:lightRig rig="threePt" dir="t"/>
              </a:scene3d>
              <a:sp3d/>
              <a:extLst>
                <a:ext uri="{909E8E84-426E-40DD-AFC4-6F175D3DCCD1}">
                  <a14:hiddenFill xmlns:a14="http://schemas.microsoft.com/office/drawing/2010/main">
                    <a:noFill/>
                  </a14:hiddenFill>
                </a:ext>
              </a:extLst>
            </p:spPr>
            <p:txBody>
              <a:bodyPr/>
              <a:lstStyle/>
              <a:p>
                <a:endParaRPr lang="zh-CN" altLang="en-US"/>
              </a:p>
            </p:txBody>
          </p:sp>
        </p:grpSp>
      </p:grpSp>
      <p:sp>
        <p:nvSpPr>
          <p:cNvPr id="3" name="矩形 2"/>
          <p:cNvSpPr/>
          <p:nvPr/>
        </p:nvSpPr>
        <p:spPr>
          <a:xfrm>
            <a:off x="837227" y="1132876"/>
            <a:ext cx="5624696" cy="1255728"/>
          </a:xfrm>
          <a:prstGeom prst="rect">
            <a:avLst/>
          </a:prstGeom>
        </p:spPr>
        <p:txBody>
          <a:bodyPr wrap="square">
            <a:spAutoFit/>
          </a:bodyPr>
          <a:lstStyle/>
          <a:p>
            <a:pPr>
              <a:lnSpc>
                <a:spcPct val="140000"/>
              </a:lnSpc>
            </a:pPr>
            <a:r>
              <a:rPr lang="zh-CN" altLang="en-US" dirty="0" smtClean="0">
                <a:latin typeface="微软雅黑" panose="020B0503020204020204" pitchFamily="34" charset="-122"/>
                <a:ea typeface="微软雅黑" panose="020B0503020204020204" pitchFamily="34" charset="-122"/>
              </a:rPr>
              <a:t>       由于</a:t>
            </a:r>
            <a:r>
              <a:rPr lang="zh-CN" altLang="en-US" dirty="0">
                <a:latin typeface="微软雅黑" panose="020B0503020204020204" pitchFamily="34" charset="-122"/>
                <a:ea typeface="微软雅黑" panose="020B0503020204020204" pitchFamily="34" charset="-122"/>
              </a:rPr>
              <a:t>月形栅式加料器是采用物料自身重力作用</a:t>
            </a:r>
            <a:r>
              <a:rPr lang="zh-CN" altLang="en-US" dirty="0" smtClean="0">
                <a:latin typeface="微软雅黑" panose="020B0503020204020204" pitchFamily="34" charset="-122"/>
                <a:ea typeface="微软雅黑" panose="020B0503020204020204" pitchFamily="34" charset="-122"/>
              </a:rPr>
              <a:t>进行填料</a:t>
            </a:r>
            <a:r>
              <a:rPr lang="zh-CN" altLang="en-US" dirty="0">
                <a:latin typeface="微软雅黑" panose="020B0503020204020204" pitchFamily="34" charset="-122"/>
                <a:ea typeface="微软雅黑" panose="020B0503020204020204" pitchFamily="34" charset="-122"/>
              </a:rPr>
              <a:t>，当物料</a:t>
            </a:r>
            <a:r>
              <a:rPr lang="zh-CN" altLang="en-US" dirty="0">
                <a:solidFill>
                  <a:srgbClr val="FF0000"/>
                </a:solidFill>
                <a:latin typeface="微软雅黑" panose="020B0503020204020204" pitchFamily="34" charset="-122"/>
                <a:ea typeface="微软雅黑" panose="020B0503020204020204" pitchFamily="34" charset="-122"/>
              </a:rPr>
              <a:t>流动性不佳</a:t>
            </a:r>
            <a:r>
              <a:rPr lang="zh-CN" altLang="en-US" dirty="0">
                <a:latin typeface="微软雅黑" panose="020B0503020204020204" pitchFamily="34" charset="-122"/>
                <a:ea typeface="微软雅黑" panose="020B0503020204020204" pitchFamily="34" charset="-122"/>
              </a:rPr>
              <a:t>或</a:t>
            </a:r>
            <a:r>
              <a:rPr lang="zh-CN" altLang="en-US" dirty="0">
                <a:solidFill>
                  <a:srgbClr val="FF0000"/>
                </a:solidFill>
                <a:latin typeface="微软雅黑" panose="020B0503020204020204" pitchFamily="34" charset="-122"/>
                <a:ea typeface="微软雅黑" panose="020B0503020204020204" pitchFamily="34" charset="-122"/>
              </a:rPr>
              <a:t>压片速度过快</a:t>
            </a:r>
            <a:r>
              <a:rPr lang="zh-CN" altLang="en-US" dirty="0">
                <a:latin typeface="微软雅黑" panose="020B0503020204020204" pitchFamily="34" charset="-122"/>
                <a:ea typeface="微软雅黑" panose="020B0503020204020204" pitchFamily="34" charset="-122"/>
              </a:rPr>
              <a:t>时，片重差异度易超限。</a:t>
            </a: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75656" y="2716158"/>
            <a:ext cx="3613543" cy="2257903"/>
          </a:xfrm>
          <a:prstGeom prst="rect">
            <a:avLst/>
          </a:prstGeom>
          <a:effectLst>
            <a:softEdge rad="63500"/>
          </a:effectLst>
        </p:spPr>
      </p:pic>
      <p:sp>
        <p:nvSpPr>
          <p:cNvPr id="10" name="矩形 9"/>
          <p:cNvSpPr/>
          <p:nvPr/>
        </p:nvSpPr>
        <p:spPr bwMode="auto">
          <a:xfrm>
            <a:off x="6064932" y="4009628"/>
            <a:ext cx="2899556" cy="664702"/>
          </a:xfrm>
          <a:prstGeom prst="rect">
            <a:avLst/>
          </a:prstGeom>
          <a:solidFill>
            <a:schemeClr val="accent3">
              <a:lumMod val="75000"/>
            </a:schemeClr>
          </a:solidFill>
          <a:ln w="9525" cap="flat" cmpd="sng" algn="ctr">
            <a:solidFill>
              <a:schemeClr val="tx1"/>
            </a:solidFill>
            <a:prstDash val="solid"/>
            <a:round/>
            <a:headEnd type="none" w="med" len="med"/>
            <a:tailEnd type="none" w="med" len="med"/>
          </a:ln>
          <a:effectLst>
            <a:softEdge rad="25400"/>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 name="圆角矩形 8"/>
          <p:cNvSpPr/>
          <p:nvPr/>
        </p:nvSpPr>
        <p:spPr bwMode="auto">
          <a:xfrm>
            <a:off x="6372200" y="4004017"/>
            <a:ext cx="288032" cy="648762"/>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9" name="圆角矩形 48"/>
          <p:cNvSpPr/>
          <p:nvPr/>
        </p:nvSpPr>
        <p:spPr bwMode="auto">
          <a:xfrm>
            <a:off x="6876256" y="4004017"/>
            <a:ext cx="288032" cy="648762"/>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2" name="圆角矩形 51"/>
          <p:cNvSpPr/>
          <p:nvPr/>
        </p:nvSpPr>
        <p:spPr bwMode="auto">
          <a:xfrm>
            <a:off x="7380312" y="4009628"/>
            <a:ext cx="288032" cy="648762"/>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4" name="圆角矩形 53"/>
          <p:cNvSpPr/>
          <p:nvPr/>
        </p:nvSpPr>
        <p:spPr bwMode="auto">
          <a:xfrm>
            <a:off x="7884368" y="4009628"/>
            <a:ext cx="288032" cy="648762"/>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5" name="圆角矩形 54"/>
          <p:cNvSpPr/>
          <p:nvPr/>
        </p:nvSpPr>
        <p:spPr bwMode="auto">
          <a:xfrm>
            <a:off x="8388660" y="4015246"/>
            <a:ext cx="288032" cy="648762"/>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 name="矩形 11"/>
          <p:cNvSpPr/>
          <p:nvPr/>
        </p:nvSpPr>
        <p:spPr bwMode="auto">
          <a:xfrm>
            <a:off x="5868144" y="3577580"/>
            <a:ext cx="3096344" cy="48056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5" name="椭圆 174"/>
          <p:cNvSpPr/>
          <p:nvPr/>
        </p:nvSpPr>
        <p:spPr bwMode="auto">
          <a:xfrm>
            <a:off x="7478706" y="2656923"/>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7" name="椭圆 176"/>
          <p:cNvSpPr/>
          <p:nvPr/>
        </p:nvSpPr>
        <p:spPr bwMode="auto">
          <a:xfrm>
            <a:off x="7412743" y="261597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1" name="椭圆 190"/>
          <p:cNvSpPr/>
          <p:nvPr/>
        </p:nvSpPr>
        <p:spPr bwMode="auto">
          <a:xfrm>
            <a:off x="8404235" y="405505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2" name="椭圆 191"/>
          <p:cNvSpPr/>
          <p:nvPr/>
        </p:nvSpPr>
        <p:spPr bwMode="auto">
          <a:xfrm>
            <a:off x="8484627" y="407436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3" name="椭圆 192"/>
          <p:cNvSpPr/>
          <p:nvPr/>
        </p:nvSpPr>
        <p:spPr bwMode="auto">
          <a:xfrm>
            <a:off x="8450483" y="413407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4" name="椭圆 193"/>
          <p:cNvSpPr/>
          <p:nvPr/>
        </p:nvSpPr>
        <p:spPr bwMode="auto">
          <a:xfrm>
            <a:off x="8556635" y="420745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5" name="椭圆 194"/>
          <p:cNvSpPr/>
          <p:nvPr/>
        </p:nvSpPr>
        <p:spPr bwMode="auto">
          <a:xfrm>
            <a:off x="8518771" y="409807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6" name="椭圆 195"/>
          <p:cNvSpPr/>
          <p:nvPr/>
        </p:nvSpPr>
        <p:spPr bwMode="auto">
          <a:xfrm>
            <a:off x="8508618" y="417358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7" name="椭圆 196"/>
          <p:cNvSpPr/>
          <p:nvPr/>
        </p:nvSpPr>
        <p:spPr bwMode="auto">
          <a:xfrm>
            <a:off x="8438470" y="420079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8" name="椭圆 197"/>
          <p:cNvSpPr/>
          <p:nvPr/>
        </p:nvSpPr>
        <p:spPr bwMode="auto">
          <a:xfrm>
            <a:off x="8588919" y="412706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9" name="椭圆 198"/>
          <p:cNvSpPr/>
          <p:nvPr/>
        </p:nvSpPr>
        <p:spPr bwMode="auto">
          <a:xfrm>
            <a:off x="8484627" y="426342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0" name="椭圆 199"/>
          <p:cNvSpPr/>
          <p:nvPr/>
        </p:nvSpPr>
        <p:spPr bwMode="auto">
          <a:xfrm>
            <a:off x="8566788" y="428885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1" name="椭圆 200"/>
          <p:cNvSpPr/>
          <p:nvPr/>
        </p:nvSpPr>
        <p:spPr bwMode="auto">
          <a:xfrm>
            <a:off x="8494780" y="437494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2" name="椭圆 201"/>
          <p:cNvSpPr/>
          <p:nvPr/>
        </p:nvSpPr>
        <p:spPr bwMode="auto">
          <a:xfrm>
            <a:off x="8412619" y="430198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3" name="椭圆 202"/>
          <p:cNvSpPr/>
          <p:nvPr/>
        </p:nvSpPr>
        <p:spPr bwMode="auto">
          <a:xfrm>
            <a:off x="8442099" y="436857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4" name="椭圆 203"/>
          <p:cNvSpPr/>
          <p:nvPr/>
        </p:nvSpPr>
        <p:spPr bwMode="auto">
          <a:xfrm>
            <a:off x="8522491" y="438787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5" name="椭圆 204"/>
          <p:cNvSpPr/>
          <p:nvPr/>
        </p:nvSpPr>
        <p:spPr bwMode="auto">
          <a:xfrm>
            <a:off x="8488347" y="4447593"/>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6" name="椭圆 205"/>
          <p:cNvSpPr/>
          <p:nvPr/>
        </p:nvSpPr>
        <p:spPr bwMode="auto">
          <a:xfrm>
            <a:off x="8556635" y="441158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7" name="椭圆 206"/>
          <p:cNvSpPr/>
          <p:nvPr/>
        </p:nvSpPr>
        <p:spPr bwMode="auto">
          <a:xfrm>
            <a:off x="8546482" y="448710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8" name="椭圆 207"/>
          <p:cNvSpPr/>
          <p:nvPr/>
        </p:nvSpPr>
        <p:spPr bwMode="auto">
          <a:xfrm>
            <a:off x="8418457" y="452728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9" name="椭圆 208"/>
          <p:cNvSpPr/>
          <p:nvPr/>
        </p:nvSpPr>
        <p:spPr bwMode="auto">
          <a:xfrm>
            <a:off x="8494663" y="4300033"/>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0" name="椭圆 209"/>
          <p:cNvSpPr/>
          <p:nvPr/>
        </p:nvSpPr>
        <p:spPr bwMode="auto">
          <a:xfrm>
            <a:off x="8409202" y="415767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1" name="椭圆 210"/>
          <p:cNvSpPr/>
          <p:nvPr/>
        </p:nvSpPr>
        <p:spPr bwMode="auto">
          <a:xfrm>
            <a:off x="8566788" y="406055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2" name="椭圆 211"/>
          <p:cNvSpPr/>
          <p:nvPr/>
        </p:nvSpPr>
        <p:spPr bwMode="auto">
          <a:xfrm>
            <a:off x="8518771" y="412706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3" name="椭圆 212"/>
          <p:cNvSpPr/>
          <p:nvPr/>
        </p:nvSpPr>
        <p:spPr bwMode="auto">
          <a:xfrm>
            <a:off x="8508618" y="418362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4" name="椭圆 213"/>
          <p:cNvSpPr/>
          <p:nvPr/>
        </p:nvSpPr>
        <p:spPr bwMode="auto">
          <a:xfrm>
            <a:off x="8438470" y="421083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5" name="椭圆 214"/>
          <p:cNvSpPr/>
          <p:nvPr/>
        </p:nvSpPr>
        <p:spPr bwMode="auto">
          <a:xfrm>
            <a:off x="8575055" y="431800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6" name="椭圆 215"/>
          <p:cNvSpPr/>
          <p:nvPr/>
        </p:nvSpPr>
        <p:spPr bwMode="auto">
          <a:xfrm>
            <a:off x="8412619" y="440670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7" name="椭圆 216"/>
          <p:cNvSpPr/>
          <p:nvPr/>
        </p:nvSpPr>
        <p:spPr bwMode="auto">
          <a:xfrm>
            <a:off x="8493011" y="442601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8" name="椭圆 217"/>
          <p:cNvSpPr/>
          <p:nvPr/>
        </p:nvSpPr>
        <p:spPr bwMode="auto">
          <a:xfrm>
            <a:off x="8458867" y="448573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9" name="椭圆 218"/>
          <p:cNvSpPr/>
          <p:nvPr/>
        </p:nvSpPr>
        <p:spPr bwMode="auto">
          <a:xfrm>
            <a:off x="8565019" y="455910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0" name="椭圆 219"/>
          <p:cNvSpPr/>
          <p:nvPr/>
        </p:nvSpPr>
        <p:spPr bwMode="auto">
          <a:xfrm>
            <a:off x="8527155" y="444972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1" name="椭圆 220"/>
          <p:cNvSpPr/>
          <p:nvPr/>
        </p:nvSpPr>
        <p:spPr bwMode="auto">
          <a:xfrm>
            <a:off x="8517002" y="452523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2" name="椭圆 221"/>
          <p:cNvSpPr/>
          <p:nvPr/>
        </p:nvSpPr>
        <p:spPr bwMode="auto">
          <a:xfrm>
            <a:off x="8446854" y="455245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3" name="椭圆 222"/>
          <p:cNvSpPr/>
          <p:nvPr/>
        </p:nvSpPr>
        <p:spPr bwMode="auto">
          <a:xfrm>
            <a:off x="8597303" y="447871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4" name="椭圆 223"/>
          <p:cNvSpPr/>
          <p:nvPr/>
        </p:nvSpPr>
        <p:spPr bwMode="auto">
          <a:xfrm>
            <a:off x="7899088" y="405799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5" name="椭圆 224"/>
          <p:cNvSpPr/>
          <p:nvPr/>
        </p:nvSpPr>
        <p:spPr bwMode="auto">
          <a:xfrm>
            <a:off x="7979480" y="407730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6" name="椭圆 225"/>
          <p:cNvSpPr/>
          <p:nvPr/>
        </p:nvSpPr>
        <p:spPr bwMode="auto">
          <a:xfrm>
            <a:off x="7945336" y="413702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7" name="椭圆 226"/>
          <p:cNvSpPr/>
          <p:nvPr/>
        </p:nvSpPr>
        <p:spPr bwMode="auto">
          <a:xfrm>
            <a:off x="8051488" y="421039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8" name="椭圆 227"/>
          <p:cNvSpPr/>
          <p:nvPr/>
        </p:nvSpPr>
        <p:spPr bwMode="auto">
          <a:xfrm>
            <a:off x="8013624" y="410101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0" name="椭圆 229"/>
          <p:cNvSpPr/>
          <p:nvPr/>
        </p:nvSpPr>
        <p:spPr bwMode="auto">
          <a:xfrm>
            <a:off x="7933323" y="420374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1" name="椭圆 230"/>
          <p:cNvSpPr/>
          <p:nvPr/>
        </p:nvSpPr>
        <p:spPr bwMode="auto">
          <a:xfrm>
            <a:off x="8083772" y="413000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2" name="椭圆 231"/>
          <p:cNvSpPr/>
          <p:nvPr/>
        </p:nvSpPr>
        <p:spPr bwMode="auto">
          <a:xfrm>
            <a:off x="7979480" y="426637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3" name="椭圆 232"/>
          <p:cNvSpPr/>
          <p:nvPr/>
        </p:nvSpPr>
        <p:spPr bwMode="auto">
          <a:xfrm>
            <a:off x="8061641" y="429180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5" name="椭圆 234"/>
          <p:cNvSpPr/>
          <p:nvPr/>
        </p:nvSpPr>
        <p:spPr bwMode="auto">
          <a:xfrm>
            <a:off x="7907472" y="430492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6" name="椭圆 235"/>
          <p:cNvSpPr/>
          <p:nvPr/>
        </p:nvSpPr>
        <p:spPr bwMode="auto">
          <a:xfrm>
            <a:off x="7936952" y="437151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8" name="椭圆 237"/>
          <p:cNvSpPr/>
          <p:nvPr/>
        </p:nvSpPr>
        <p:spPr bwMode="auto">
          <a:xfrm>
            <a:off x="7983200" y="445053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39" name="椭圆 238"/>
          <p:cNvSpPr/>
          <p:nvPr/>
        </p:nvSpPr>
        <p:spPr bwMode="auto">
          <a:xfrm>
            <a:off x="8051488" y="441453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0" name="椭圆 239"/>
          <p:cNvSpPr/>
          <p:nvPr/>
        </p:nvSpPr>
        <p:spPr bwMode="auto">
          <a:xfrm>
            <a:off x="8041335" y="449004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1" name="椭圆 240"/>
          <p:cNvSpPr/>
          <p:nvPr/>
        </p:nvSpPr>
        <p:spPr bwMode="auto">
          <a:xfrm>
            <a:off x="7899088" y="406803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2" name="椭圆 241"/>
          <p:cNvSpPr/>
          <p:nvPr/>
        </p:nvSpPr>
        <p:spPr bwMode="auto">
          <a:xfrm>
            <a:off x="7979480" y="408734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3" name="椭圆 242"/>
          <p:cNvSpPr/>
          <p:nvPr/>
        </p:nvSpPr>
        <p:spPr bwMode="auto">
          <a:xfrm>
            <a:off x="7945336" y="414705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4" name="椭圆 243"/>
          <p:cNvSpPr/>
          <p:nvPr/>
        </p:nvSpPr>
        <p:spPr bwMode="auto">
          <a:xfrm>
            <a:off x="8051488" y="422043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7" name="椭圆 246"/>
          <p:cNvSpPr/>
          <p:nvPr/>
        </p:nvSpPr>
        <p:spPr bwMode="auto">
          <a:xfrm>
            <a:off x="7933323" y="421378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8" name="椭圆 247"/>
          <p:cNvSpPr/>
          <p:nvPr/>
        </p:nvSpPr>
        <p:spPr bwMode="auto">
          <a:xfrm>
            <a:off x="8083772" y="414004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49" name="椭圆 248"/>
          <p:cNvSpPr/>
          <p:nvPr/>
        </p:nvSpPr>
        <p:spPr bwMode="auto">
          <a:xfrm>
            <a:off x="7907472" y="440965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1" name="椭圆 250"/>
          <p:cNvSpPr/>
          <p:nvPr/>
        </p:nvSpPr>
        <p:spPr bwMode="auto">
          <a:xfrm>
            <a:off x="7905703" y="452310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2" name="椭圆 251"/>
          <p:cNvSpPr/>
          <p:nvPr/>
        </p:nvSpPr>
        <p:spPr bwMode="auto">
          <a:xfrm>
            <a:off x="8059872" y="456205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4" name="椭圆 253"/>
          <p:cNvSpPr/>
          <p:nvPr/>
        </p:nvSpPr>
        <p:spPr bwMode="auto">
          <a:xfrm>
            <a:off x="8011855" y="452818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6" name="椭圆 255"/>
          <p:cNvSpPr/>
          <p:nvPr/>
        </p:nvSpPr>
        <p:spPr bwMode="auto">
          <a:xfrm>
            <a:off x="8092156" y="448166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8" name="椭圆 137"/>
          <p:cNvSpPr/>
          <p:nvPr/>
        </p:nvSpPr>
        <p:spPr bwMode="auto">
          <a:xfrm>
            <a:off x="7563953" y="274269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9" name="椭圆 138"/>
          <p:cNvSpPr/>
          <p:nvPr/>
        </p:nvSpPr>
        <p:spPr bwMode="auto">
          <a:xfrm>
            <a:off x="7452320" y="271752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1" name="椭圆 140"/>
          <p:cNvSpPr/>
          <p:nvPr/>
        </p:nvSpPr>
        <p:spPr bwMode="auto">
          <a:xfrm>
            <a:off x="7380312" y="264924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3" name="椭圆 142"/>
          <p:cNvSpPr/>
          <p:nvPr/>
        </p:nvSpPr>
        <p:spPr bwMode="auto">
          <a:xfrm>
            <a:off x="7524328" y="256946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4" name="椭圆 143"/>
          <p:cNvSpPr/>
          <p:nvPr/>
        </p:nvSpPr>
        <p:spPr bwMode="auto">
          <a:xfrm>
            <a:off x="7511089" y="244089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5" name="椭圆 144"/>
          <p:cNvSpPr/>
          <p:nvPr/>
        </p:nvSpPr>
        <p:spPr bwMode="auto">
          <a:xfrm>
            <a:off x="7445126" y="239995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6" name="椭圆 145"/>
          <p:cNvSpPr/>
          <p:nvPr/>
        </p:nvSpPr>
        <p:spPr bwMode="auto">
          <a:xfrm>
            <a:off x="7596336" y="252666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7" name="椭圆 146"/>
          <p:cNvSpPr/>
          <p:nvPr/>
        </p:nvSpPr>
        <p:spPr bwMode="auto">
          <a:xfrm>
            <a:off x="7484703" y="250150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8" name="椭圆 147"/>
          <p:cNvSpPr/>
          <p:nvPr/>
        </p:nvSpPr>
        <p:spPr bwMode="auto">
          <a:xfrm>
            <a:off x="7412695" y="243322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9" name="椭圆 148"/>
          <p:cNvSpPr/>
          <p:nvPr/>
        </p:nvSpPr>
        <p:spPr bwMode="auto">
          <a:xfrm>
            <a:off x="7556711" y="235344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0" name="椭圆 149"/>
          <p:cNvSpPr/>
          <p:nvPr/>
        </p:nvSpPr>
        <p:spPr bwMode="auto">
          <a:xfrm>
            <a:off x="7478706" y="251290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1" name="椭圆 150"/>
          <p:cNvSpPr/>
          <p:nvPr/>
        </p:nvSpPr>
        <p:spPr bwMode="auto">
          <a:xfrm>
            <a:off x="7412743" y="247195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2" name="椭圆 151"/>
          <p:cNvSpPr/>
          <p:nvPr/>
        </p:nvSpPr>
        <p:spPr bwMode="auto">
          <a:xfrm>
            <a:off x="7563953" y="259867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3" name="椭圆 152"/>
          <p:cNvSpPr/>
          <p:nvPr/>
        </p:nvSpPr>
        <p:spPr bwMode="auto">
          <a:xfrm>
            <a:off x="7452320" y="2573513"/>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4" name="椭圆 153"/>
          <p:cNvSpPr/>
          <p:nvPr/>
        </p:nvSpPr>
        <p:spPr bwMode="auto">
          <a:xfrm>
            <a:off x="7380312" y="250523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5" name="椭圆 154"/>
          <p:cNvSpPr/>
          <p:nvPr/>
        </p:nvSpPr>
        <p:spPr bwMode="auto">
          <a:xfrm>
            <a:off x="7524328" y="242545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6" name="椭圆 155"/>
          <p:cNvSpPr/>
          <p:nvPr/>
        </p:nvSpPr>
        <p:spPr bwMode="auto">
          <a:xfrm>
            <a:off x="7511089" y="2296883"/>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7" name="椭圆 156"/>
          <p:cNvSpPr/>
          <p:nvPr/>
        </p:nvSpPr>
        <p:spPr bwMode="auto">
          <a:xfrm>
            <a:off x="7484751" y="2536194"/>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7" name="椭圆 256"/>
          <p:cNvSpPr/>
          <p:nvPr/>
        </p:nvSpPr>
        <p:spPr bwMode="auto">
          <a:xfrm>
            <a:off x="7596336" y="238265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8" name="椭圆 257"/>
          <p:cNvSpPr/>
          <p:nvPr/>
        </p:nvSpPr>
        <p:spPr bwMode="auto">
          <a:xfrm>
            <a:off x="7484703" y="235748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59" name="椭圆 258"/>
          <p:cNvSpPr/>
          <p:nvPr/>
        </p:nvSpPr>
        <p:spPr bwMode="auto">
          <a:xfrm>
            <a:off x="7452320" y="256946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0" name="椭圆 259"/>
          <p:cNvSpPr/>
          <p:nvPr/>
        </p:nvSpPr>
        <p:spPr bwMode="auto">
          <a:xfrm>
            <a:off x="7596336" y="248968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1" name="椭圆 260"/>
          <p:cNvSpPr/>
          <p:nvPr/>
        </p:nvSpPr>
        <p:spPr bwMode="auto">
          <a:xfrm>
            <a:off x="7478706" y="251290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2" name="椭圆 261"/>
          <p:cNvSpPr/>
          <p:nvPr/>
        </p:nvSpPr>
        <p:spPr bwMode="auto">
          <a:xfrm>
            <a:off x="7412743" y="247195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3" name="椭圆 262"/>
          <p:cNvSpPr/>
          <p:nvPr/>
        </p:nvSpPr>
        <p:spPr bwMode="auto">
          <a:xfrm>
            <a:off x="7380312" y="250523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4" name="椭圆 263"/>
          <p:cNvSpPr/>
          <p:nvPr/>
        </p:nvSpPr>
        <p:spPr bwMode="auto">
          <a:xfrm>
            <a:off x="7524328" y="242545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5" name="椭圆 264"/>
          <p:cNvSpPr/>
          <p:nvPr/>
        </p:nvSpPr>
        <p:spPr bwMode="auto">
          <a:xfrm>
            <a:off x="7491945" y="249746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6" name="椭圆 265"/>
          <p:cNvSpPr/>
          <p:nvPr/>
        </p:nvSpPr>
        <p:spPr bwMode="auto">
          <a:xfrm>
            <a:off x="7478706" y="2368891"/>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7" name="椭圆 266"/>
          <p:cNvSpPr/>
          <p:nvPr/>
        </p:nvSpPr>
        <p:spPr bwMode="auto">
          <a:xfrm>
            <a:off x="7412743" y="232794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8" name="椭圆 267"/>
          <p:cNvSpPr/>
          <p:nvPr/>
        </p:nvSpPr>
        <p:spPr bwMode="auto">
          <a:xfrm>
            <a:off x="7563953" y="2454659"/>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69" name="椭圆 268"/>
          <p:cNvSpPr/>
          <p:nvPr/>
        </p:nvSpPr>
        <p:spPr bwMode="auto">
          <a:xfrm>
            <a:off x="7452320" y="242949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0" name="椭圆 269"/>
          <p:cNvSpPr/>
          <p:nvPr/>
        </p:nvSpPr>
        <p:spPr bwMode="auto">
          <a:xfrm>
            <a:off x="7380312" y="236121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1" name="椭圆 270"/>
          <p:cNvSpPr/>
          <p:nvPr/>
        </p:nvSpPr>
        <p:spPr bwMode="auto">
          <a:xfrm>
            <a:off x="7563953" y="256169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2" name="椭圆 271"/>
          <p:cNvSpPr/>
          <p:nvPr/>
        </p:nvSpPr>
        <p:spPr bwMode="auto">
          <a:xfrm>
            <a:off x="7511089" y="215286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3" name="椭圆 272"/>
          <p:cNvSpPr/>
          <p:nvPr/>
        </p:nvSpPr>
        <p:spPr bwMode="auto">
          <a:xfrm>
            <a:off x="7596336" y="223863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4" name="椭圆 273"/>
          <p:cNvSpPr/>
          <p:nvPr/>
        </p:nvSpPr>
        <p:spPr bwMode="auto">
          <a:xfrm>
            <a:off x="7484703" y="2213473"/>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5" name="椭圆 274"/>
          <p:cNvSpPr/>
          <p:nvPr/>
        </p:nvSpPr>
        <p:spPr bwMode="auto">
          <a:xfrm>
            <a:off x="7412695" y="214519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6" name="椭圆 275"/>
          <p:cNvSpPr/>
          <p:nvPr/>
        </p:nvSpPr>
        <p:spPr bwMode="auto">
          <a:xfrm>
            <a:off x="7478706" y="222487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7" name="椭圆 276"/>
          <p:cNvSpPr/>
          <p:nvPr/>
        </p:nvSpPr>
        <p:spPr bwMode="auto">
          <a:xfrm>
            <a:off x="7412743" y="218392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8" name="椭圆 277"/>
          <p:cNvSpPr/>
          <p:nvPr/>
        </p:nvSpPr>
        <p:spPr bwMode="auto">
          <a:xfrm>
            <a:off x="7380312" y="221720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9" name="椭圆 278"/>
          <p:cNvSpPr/>
          <p:nvPr/>
        </p:nvSpPr>
        <p:spPr bwMode="auto">
          <a:xfrm>
            <a:off x="7524328" y="213742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0" name="椭圆 279"/>
          <p:cNvSpPr/>
          <p:nvPr/>
        </p:nvSpPr>
        <p:spPr bwMode="auto">
          <a:xfrm>
            <a:off x="7484751" y="2248162"/>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1" name="椭圆 280"/>
          <p:cNvSpPr/>
          <p:nvPr/>
        </p:nvSpPr>
        <p:spPr bwMode="auto">
          <a:xfrm>
            <a:off x="7596336" y="220165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2" name="椭圆 281"/>
          <p:cNvSpPr/>
          <p:nvPr/>
        </p:nvSpPr>
        <p:spPr bwMode="auto">
          <a:xfrm>
            <a:off x="7478706" y="222487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3" name="椭圆 282"/>
          <p:cNvSpPr/>
          <p:nvPr/>
        </p:nvSpPr>
        <p:spPr bwMode="auto">
          <a:xfrm>
            <a:off x="7412743" y="2183926"/>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4" name="椭圆 283"/>
          <p:cNvSpPr/>
          <p:nvPr/>
        </p:nvSpPr>
        <p:spPr bwMode="auto">
          <a:xfrm>
            <a:off x="7380312" y="221720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5" name="椭圆 284"/>
          <p:cNvSpPr/>
          <p:nvPr/>
        </p:nvSpPr>
        <p:spPr bwMode="auto">
          <a:xfrm>
            <a:off x="7524328" y="2137420"/>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6" name="椭圆 285"/>
          <p:cNvSpPr/>
          <p:nvPr/>
        </p:nvSpPr>
        <p:spPr bwMode="auto">
          <a:xfrm>
            <a:off x="7491945" y="2209428"/>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7" name="椭圆 286"/>
          <p:cNvSpPr/>
          <p:nvPr/>
        </p:nvSpPr>
        <p:spPr bwMode="auto">
          <a:xfrm>
            <a:off x="7563953" y="2166627"/>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88" name="椭圆 287"/>
          <p:cNvSpPr/>
          <p:nvPr/>
        </p:nvSpPr>
        <p:spPr bwMode="auto">
          <a:xfrm>
            <a:off x="7452320" y="2141465"/>
            <a:ext cx="72008" cy="72008"/>
          </a:xfrm>
          <a:prstGeom prst="ellipse">
            <a:avLst/>
          </a:prstGeom>
          <a:solidFill>
            <a:schemeClr val="accent1"/>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云形标注 5"/>
          <p:cNvSpPr/>
          <p:nvPr/>
        </p:nvSpPr>
        <p:spPr bwMode="auto">
          <a:xfrm>
            <a:off x="5760132" y="34360"/>
            <a:ext cx="3240360" cy="1658427"/>
          </a:xfrm>
          <a:prstGeom prst="cloudCallout">
            <a:avLst>
              <a:gd name="adj1" fmla="val -51813"/>
              <a:gd name="adj2" fmla="val 93322"/>
            </a:avLst>
          </a:prstGeom>
          <a:solidFill>
            <a:schemeClr val="tx2">
              <a:lumMod val="60000"/>
              <a:lumOff val="40000"/>
            </a:schemeClr>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36000" tIns="45720" rIns="0" bIns="45720" numCol="1" rtlCol="0" anchor="ctr" anchorCtr="0" compatLnSpc="1">
            <a:noAutofit/>
          </a:bodyPr>
          <a:lstStyle/>
          <a:p>
            <a:pPr eaLnBrk="1" hangingPunct="1"/>
            <a:r>
              <a:rPr lang="zh-CN" altLang="en-US" dirty="0" smtClean="0">
                <a:solidFill>
                  <a:schemeClr val="bg1"/>
                </a:solidFill>
                <a:effectLst/>
                <a:latin typeface="黑体" panose="02010609060101010101" charset="-122"/>
                <a:ea typeface="黑体" panose="02010609060101010101" charset="-122"/>
              </a:rPr>
              <a:t>思考题：为什么</a:t>
            </a:r>
            <a:r>
              <a:rPr lang="zh-CN" altLang="en-US" dirty="0">
                <a:solidFill>
                  <a:schemeClr val="bg1"/>
                </a:solidFill>
                <a:effectLst/>
                <a:latin typeface="黑体" panose="02010609060101010101" charset="-122"/>
                <a:ea typeface="黑体" panose="02010609060101010101" charset="-122"/>
              </a:rPr>
              <a:t>流动性差及压片过快，容易出现片重差异超</a:t>
            </a:r>
            <a:r>
              <a:rPr lang="zh-CN" altLang="en-US" dirty="0" smtClean="0">
                <a:solidFill>
                  <a:schemeClr val="bg1"/>
                </a:solidFill>
                <a:effectLst/>
                <a:latin typeface="黑体" panose="02010609060101010101" charset="-122"/>
                <a:ea typeface="黑体" panose="02010609060101010101" charset="-122"/>
              </a:rPr>
              <a:t>限</a:t>
            </a:r>
            <a:endParaRPr lang="zh-CN" altLang="en-US" dirty="0">
              <a:solidFill>
                <a:schemeClr val="bg1"/>
              </a:solidFill>
              <a:effectLst/>
              <a:latin typeface="黑体" panose="02010609060101010101" charset="-122"/>
              <a:ea typeface="黑体" panose="02010609060101010101" charset="-122"/>
            </a:endParaRPr>
          </a:p>
        </p:txBody>
      </p:sp>
      <p:cxnSp>
        <p:nvCxnSpPr>
          <p:cNvPr id="289" name="直接连接符 2"/>
          <p:cNvCxnSpPr>
            <a:cxnSpLocks noChangeShapeType="1"/>
          </p:cNvCxnSpPr>
          <p:nvPr/>
        </p:nvCxnSpPr>
        <p:spPr bwMode="auto">
          <a:xfrm flipV="1">
            <a:off x="5075348" y="1757994"/>
            <a:ext cx="1944924" cy="1603562"/>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2" name="线形标注 2(带强调线) 1"/>
          <p:cNvSpPr/>
          <p:nvPr/>
        </p:nvSpPr>
        <p:spPr bwMode="auto">
          <a:xfrm>
            <a:off x="7949330" y="2107911"/>
            <a:ext cx="811367" cy="257369"/>
          </a:xfrm>
          <a:prstGeom prst="accentCallout2">
            <a:avLst/>
          </a:prstGeom>
          <a:solidFill>
            <a:schemeClr val="accent1"/>
          </a:solidFill>
          <a:ln w="9525" cap="flat" cmpd="sng" algn="ctr">
            <a:solidFill>
              <a:schemeClr val="tx1"/>
            </a:solidFill>
            <a:prstDash val="solid"/>
            <a:round/>
            <a:headEnd type="none" w="med" len="med"/>
            <a:tailEnd type="none" w="med" len="med"/>
          </a:ln>
          <a:effectLst>
            <a:outerShdw dist="35921" dir="2700000" algn="ctr" rotWithShape="0">
              <a:schemeClr val="bg2"/>
            </a:outerShdw>
            <a:softEdge rad="0"/>
          </a:effectLst>
        </p:spPr>
        <p:txBody>
          <a:bodyPr vert="horz" wrap="square" lIns="36000" tIns="36000" rIns="36000" bIns="36000" numCol="1" rtlCol="0" anchor="ctr" anchorCtr="1" compatLnSpc="1">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200" b="0" i="0" u="none" strike="noStrike" cap="none" normalizeH="0" baseline="0" dirty="0" smtClean="0">
                <a:ln>
                  <a:noFill/>
                </a:ln>
                <a:solidFill>
                  <a:schemeClr val="bg1"/>
                </a:solidFill>
                <a:effectLst/>
                <a:latin typeface="黑体" panose="02010609060101010101" charset="-122"/>
                <a:ea typeface="黑体" panose="02010609060101010101" charset="-122"/>
              </a:rPr>
              <a:t>药物颗粒</a:t>
            </a:r>
            <a:endParaRPr kumimoji="0" lang="zh-CN" altLang="en-US" sz="1200" b="0" i="0" u="none" strike="noStrike" cap="none" normalizeH="0" baseline="0" dirty="0" smtClean="0">
              <a:ln>
                <a:noFill/>
              </a:ln>
              <a:solidFill>
                <a:schemeClr val="bg1"/>
              </a:solidFill>
              <a:effectLst/>
              <a:latin typeface="黑体" panose="02010609060101010101" charset="-122"/>
              <a:ea typeface="黑体" panose="02010609060101010101" charset="-122"/>
            </a:endParaRPr>
          </a:p>
        </p:txBody>
      </p:sp>
      <p:sp>
        <p:nvSpPr>
          <p:cNvPr id="163" name="线形标注 2(带强调线) 162"/>
          <p:cNvSpPr/>
          <p:nvPr/>
        </p:nvSpPr>
        <p:spPr bwMode="auto">
          <a:xfrm>
            <a:off x="7949331" y="3691414"/>
            <a:ext cx="811366" cy="257369"/>
          </a:xfrm>
          <a:prstGeom prst="accentCallout2">
            <a:avLst>
              <a:gd name="adj1" fmla="val 18750"/>
              <a:gd name="adj2" fmla="val -8333"/>
              <a:gd name="adj3" fmla="val 18750"/>
              <a:gd name="adj4" fmla="val -16667"/>
              <a:gd name="adj5" fmla="val 127946"/>
              <a:gd name="adj6" fmla="val -48162"/>
            </a:avLst>
          </a:prstGeom>
          <a:solidFill>
            <a:schemeClr val="accent1"/>
          </a:solidFill>
          <a:ln w="9525" cap="flat" cmpd="sng" algn="ctr">
            <a:solidFill>
              <a:schemeClr val="tx1"/>
            </a:solidFill>
            <a:prstDash val="solid"/>
            <a:round/>
            <a:headEnd type="none" w="med" len="med"/>
            <a:tailEnd type="none" w="med" len="med"/>
          </a:ln>
          <a:effectLst>
            <a:outerShdw dist="35921" dir="2700000" algn="ctr" rotWithShape="0">
              <a:schemeClr val="bg2"/>
            </a:outerShdw>
            <a:softEdge rad="0"/>
          </a:effectLst>
        </p:spPr>
        <p:txBody>
          <a:bodyPr vert="horz" wrap="square" lIns="36000" tIns="36000" rIns="36000" bIns="36000" numCol="1" rtlCol="0" anchor="ctr" anchorCtr="1" compatLnSpc="1">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200" b="0" i="0" u="none" strike="noStrike" cap="none" normalizeH="0" baseline="0" dirty="0" smtClean="0">
                <a:ln>
                  <a:noFill/>
                </a:ln>
                <a:solidFill>
                  <a:schemeClr val="bg1"/>
                </a:solidFill>
                <a:effectLst/>
                <a:latin typeface="黑体" panose="02010609060101010101" charset="-122"/>
                <a:ea typeface="黑体" panose="02010609060101010101" charset="-122"/>
              </a:rPr>
              <a:t>中模</a:t>
            </a:r>
            <a:endParaRPr kumimoji="0" lang="zh-CN" altLang="en-US" sz="1200" b="0" i="0" u="none" strike="noStrike" cap="none" normalizeH="0" baseline="0" dirty="0" smtClean="0">
              <a:ln>
                <a:noFill/>
              </a:ln>
              <a:solidFill>
                <a:schemeClr val="bg1"/>
              </a:solidFill>
              <a:effectLst/>
              <a:latin typeface="黑体" panose="02010609060101010101" charset="-122"/>
              <a:ea typeface="黑体" panose="02010609060101010101" charset="-122"/>
            </a:endParaRPr>
          </a:p>
        </p:txBody>
      </p:sp>
      <p:sp>
        <p:nvSpPr>
          <p:cNvPr id="158" name="灯片编号占位符 157"/>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50"/>
                                        <p:tgtEl>
                                          <p:spTgt spid="3"/>
                                        </p:tgtEl>
                                      </p:cBhvr>
                                    </p:animEffect>
                                  </p:childTnLst>
                                </p:cTn>
                              </p:par>
                            </p:childTnLst>
                          </p:cTn>
                        </p:par>
                        <p:par>
                          <p:cTn id="11" fill="hold">
                            <p:stCondLst>
                              <p:cond delay="500"/>
                            </p:stCondLst>
                            <p:childTnLst>
                              <p:par>
                                <p:cTn id="12" presetID="10" presetClass="entr" presetSubtype="0" fill="hold" grpId="0" nodeType="afterEffect">
                                  <p:stCondLst>
                                    <p:cond delay="250"/>
                                  </p:stCondLst>
                                  <p:childTnLst>
                                    <p:set>
                                      <p:cBhvr>
                                        <p:cTn id="13" dur="1" fill="hold">
                                          <p:stCondLst>
                                            <p:cond delay="0"/>
                                          </p:stCondLst>
                                        </p:cTn>
                                        <p:tgtEl>
                                          <p:spTgt spid="163"/>
                                        </p:tgtEl>
                                        <p:attrNameLst>
                                          <p:attrName>style.visibility</p:attrName>
                                        </p:attrNameLst>
                                      </p:cBhvr>
                                      <p:to>
                                        <p:strVal val="visible"/>
                                      </p:to>
                                    </p:set>
                                    <p:animEffect transition="in" filter="fade">
                                      <p:cBhvr>
                                        <p:cTn id="14" dur="500"/>
                                        <p:tgtEl>
                                          <p:spTgt spid="163"/>
                                        </p:tgtEl>
                                      </p:cBhvr>
                                    </p:animEffect>
                                  </p:childTnLst>
                                </p:cTn>
                              </p:par>
                              <p:par>
                                <p:cTn id="15" presetID="10" presetClass="entr" presetSubtype="0" fill="hold" grpId="0" nodeType="withEffect">
                                  <p:stCondLst>
                                    <p:cond delay="25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par>
                          <p:cTn id="18" fill="hold">
                            <p:stCondLst>
                              <p:cond delay="1250"/>
                            </p:stCondLst>
                            <p:childTnLst>
                              <p:par>
                                <p:cTn id="19" presetID="1" presetClass="entr" presetSubtype="0" fill="hold" grpId="2" nodeType="afterEffect">
                                  <p:stCondLst>
                                    <p:cond delay="0"/>
                                  </p:stCondLst>
                                  <p:childTnLst>
                                    <p:set>
                                      <p:cBhvr>
                                        <p:cTn id="20" dur="1" fill="hold">
                                          <p:stCondLst>
                                            <p:cond delay="0"/>
                                          </p:stCondLst>
                                        </p:cTn>
                                        <p:tgtEl>
                                          <p:spTgt spid="177"/>
                                        </p:tgtEl>
                                        <p:attrNameLst>
                                          <p:attrName>style.visibility</p:attrName>
                                        </p:attrNameLst>
                                      </p:cBhvr>
                                      <p:to>
                                        <p:strVal val="visible"/>
                                      </p:to>
                                    </p:set>
                                  </p:childTnLst>
                                </p:cTn>
                              </p:par>
                            </p:childTnLst>
                          </p:cTn>
                        </p:par>
                        <p:par>
                          <p:cTn id="21" fill="hold">
                            <p:stCondLst>
                              <p:cond delay="1250"/>
                            </p:stCondLst>
                            <p:childTnLst>
                              <p:par>
                                <p:cTn id="22" presetID="1" presetClass="entr" presetSubtype="0" fill="hold" grpId="2" nodeType="afterEffect">
                                  <p:stCondLst>
                                    <p:cond delay="0"/>
                                  </p:stCondLst>
                                  <p:childTnLst>
                                    <p:set>
                                      <p:cBhvr>
                                        <p:cTn id="23" dur="1" fill="hold">
                                          <p:stCondLst>
                                            <p:cond delay="0"/>
                                          </p:stCondLst>
                                        </p:cTn>
                                        <p:tgtEl>
                                          <p:spTgt spid="175"/>
                                        </p:tgtEl>
                                        <p:attrNameLst>
                                          <p:attrName>style.visibility</p:attrName>
                                        </p:attrNameLst>
                                      </p:cBhvr>
                                      <p:to>
                                        <p:strVal val="visible"/>
                                      </p:to>
                                    </p:set>
                                  </p:childTnLst>
                                </p:cTn>
                              </p:par>
                            </p:childTnLst>
                          </p:cTn>
                        </p:par>
                        <p:par>
                          <p:cTn id="24" fill="hold">
                            <p:stCondLst>
                              <p:cond delay="1250"/>
                            </p:stCondLst>
                            <p:childTnLst>
                              <p:par>
                                <p:cTn id="25" presetID="1" presetClass="entr" presetSubtype="0" fill="hold" grpId="2" nodeType="afterEffect">
                                  <p:stCondLst>
                                    <p:cond delay="0"/>
                                  </p:stCondLst>
                                  <p:childTnLst>
                                    <p:set>
                                      <p:cBhvr>
                                        <p:cTn id="26" dur="1" fill="hold">
                                          <p:stCondLst>
                                            <p:cond delay="0"/>
                                          </p:stCondLst>
                                        </p:cTn>
                                        <p:tgtEl>
                                          <p:spTgt spid="139"/>
                                        </p:tgtEl>
                                        <p:attrNameLst>
                                          <p:attrName>style.visibility</p:attrName>
                                        </p:attrNameLst>
                                      </p:cBhvr>
                                      <p:to>
                                        <p:strVal val="visible"/>
                                      </p:to>
                                    </p:set>
                                  </p:childTnLst>
                                </p:cTn>
                              </p:par>
                            </p:childTnLst>
                          </p:cTn>
                        </p:par>
                        <p:par>
                          <p:cTn id="27" fill="hold">
                            <p:stCondLst>
                              <p:cond delay="1250"/>
                            </p:stCondLst>
                            <p:childTnLst>
                              <p:par>
                                <p:cTn id="28" presetID="1" presetClass="entr" presetSubtype="0" fill="hold" grpId="2" nodeType="afterEffect">
                                  <p:stCondLst>
                                    <p:cond delay="0"/>
                                  </p:stCondLst>
                                  <p:childTnLst>
                                    <p:set>
                                      <p:cBhvr>
                                        <p:cTn id="29" dur="1" fill="hold">
                                          <p:stCondLst>
                                            <p:cond delay="0"/>
                                          </p:stCondLst>
                                        </p:cTn>
                                        <p:tgtEl>
                                          <p:spTgt spid="138"/>
                                        </p:tgtEl>
                                        <p:attrNameLst>
                                          <p:attrName>style.visibility</p:attrName>
                                        </p:attrNameLst>
                                      </p:cBhvr>
                                      <p:to>
                                        <p:strVal val="visible"/>
                                      </p:to>
                                    </p:set>
                                  </p:childTnLst>
                                </p:cTn>
                              </p:par>
                            </p:childTnLst>
                          </p:cTn>
                        </p:par>
                        <p:par>
                          <p:cTn id="30" fill="hold">
                            <p:stCondLst>
                              <p:cond delay="1250"/>
                            </p:stCondLst>
                            <p:childTnLst>
                              <p:par>
                                <p:cTn id="31" presetID="1" presetClass="entr" presetSubtype="0" fill="hold" grpId="2" nodeType="afterEffect">
                                  <p:stCondLst>
                                    <p:cond delay="0"/>
                                  </p:stCondLst>
                                  <p:childTnLst>
                                    <p:set>
                                      <p:cBhvr>
                                        <p:cTn id="32" dur="1" fill="hold">
                                          <p:stCondLst>
                                            <p:cond delay="0"/>
                                          </p:stCondLst>
                                        </p:cTn>
                                        <p:tgtEl>
                                          <p:spTgt spid="141"/>
                                        </p:tgtEl>
                                        <p:attrNameLst>
                                          <p:attrName>style.visibility</p:attrName>
                                        </p:attrNameLst>
                                      </p:cBhvr>
                                      <p:to>
                                        <p:strVal val="visible"/>
                                      </p:to>
                                    </p:set>
                                  </p:childTnLst>
                                </p:cTn>
                              </p:par>
                            </p:childTnLst>
                          </p:cTn>
                        </p:par>
                        <p:par>
                          <p:cTn id="33" fill="hold">
                            <p:stCondLst>
                              <p:cond delay="1250"/>
                            </p:stCondLst>
                            <p:childTnLst>
                              <p:par>
                                <p:cTn id="34" presetID="1" presetClass="entr" presetSubtype="0" fill="hold" grpId="2" nodeType="afterEffect">
                                  <p:stCondLst>
                                    <p:cond delay="0"/>
                                  </p:stCondLst>
                                  <p:childTnLst>
                                    <p:set>
                                      <p:cBhvr>
                                        <p:cTn id="35" dur="1" fill="hold">
                                          <p:stCondLst>
                                            <p:cond delay="0"/>
                                          </p:stCondLst>
                                        </p:cTn>
                                        <p:tgtEl>
                                          <p:spTgt spid="143"/>
                                        </p:tgtEl>
                                        <p:attrNameLst>
                                          <p:attrName>style.visibility</p:attrName>
                                        </p:attrNameLst>
                                      </p:cBhvr>
                                      <p:to>
                                        <p:strVal val="visible"/>
                                      </p:to>
                                    </p:set>
                                  </p:childTnLst>
                                </p:cTn>
                              </p:par>
                            </p:childTnLst>
                          </p:cTn>
                        </p:par>
                        <p:par>
                          <p:cTn id="36" fill="hold">
                            <p:stCondLst>
                              <p:cond delay="1250"/>
                            </p:stCondLst>
                            <p:childTnLst>
                              <p:par>
                                <p:cTn id="37" presetID="1" presetClass="entr" presetSubtype="0" fill="hold" grpId="2" nodeType="afterEffect">
                                  <p:stCondLst>
                                    <p:cond delay="0"/>
                                  </p:stCondLst>
                                  <p:childTnLst>
                                    <p:set>
                                      <p:cBhvr>
                                        <p:cTn id="38" dur="1" fill="hold">
                                          <p:stCondLst>
                                            <p:cond delay="0"/>
                                          </p:stCondLst>
                                        </p:cTn>
                                        <p:tgtEl>
                                          <p:spTgt spid="145"/>
                                        </p:tgtEl>
                                        <p:attrNameLst>
                                          <p:attrName>style.visibility</p:attrName>
                                        </p:attrNameLst>
                                      </p:cBhvr>
                                      <p:to>
                                        <p:strVal val="visible"/>
                                      </p:to>
                                    </p:set>
                                  </p:childTnLst>
                                </p:cTn>
                              </p:par>
                            </p:childTnLst>
                          </p:cTn>
                        </p:par>
                        <p:par>
                          <p:cTn id="39" fill="hold">
                            <p:stCondLst>
                              <p:cond delay="1250"/>
                            </p:stCondLst>
                            <p:childTnLst>
                              <p:par>
                                <p:cTn id="40" presetID="1" presetClass="entr" presetSubtype="0" fill="hold" grpId="2" nodeType="afterEffect">
                                  <p:stCondLst>
                                    <p:cond delay="0"/>
                                  </p:stCondLst>
                                  <p:childTnLst>
                                    <p:set>
                                      <p:cBhvr>
                                        <p:cTn id="41" dur="1" fill="hold">
                                          <p:stCondLst>
                                            <p:cond delay="0"/>
                                          </p:stCondLst>
                                        </p:cTn>
                                        <p:tgtEl>
                                          <p:spTgt spid="144"/>
                                        </p:tgtEl>
                                        <p:attrNameLst>
                                          <p:attrName>style.visibility</p:attrName>
                                        </p:attrNameLst>
                                      </p:cBhvr>
                                      <p:to>
                                        <p:strVal val="visible"/>
                                      </p:to>
                                    </p:set>
                                  </p:childTnLst>
                                </p:cTn>
                              </p:par>
                            </p:childTnLst>
                          </p:cTn>
                        </p:par>
                        <p:par>
                          <p:cTn id="42" fill="hold">
                            <p:stCondLst>
                              <p:cond delay="1250"/>
                            </p:stCondLst>
                            <p:childTnLst>
                              <p:par>
                                <p:cTn id="43" presetID="1" presetClass="entr" presetSubtype="0" fill="hold" grpId="2" nodeType="afterEffect">
                                  <p:stCondLst>
                                    <p:cond delay="0"/>
                                  </p:stCondLst>
                                  <p:childTnLst>
                                    <p:set>
                                      <p:cBhvr>
                                        <p:cTn id="44" dur="1" fill="hold">
                                          <p:stCondLst>
                                            <p:cond delay="0"/>
                                          </p:stCondLst>
                                        </p:cTn>
                                        <p:tgtEl>
                                          <p:spTgt spid="147"/>
                                        </p:tgtEl>
                                        <p:attrNameLst>
                                          <p:attrName>style.visibility</p:attrName>
                                        </p:attrNameLst>
                                      </p:cBhvr>
                                      <p:to>
                                        <p:strVal val="visible"/>
                                      </p:to>
                                    </p:set>
                                  </p:childTnLst>
                                </p:cTn>
                              </p:par>
                            </p:childTnLst>
                          </p:cTn>
                        </p:par>
                        <p:par>
                          <p:cTn id="45" fill="hold">
                            <p:stCondLst>
                              <p:cond delay="1250"/>
                            </p:stCondLst>
                            <p:childTnLst>
                              <p:par>
                                <p:cTn id="46" presetID="1" presetClass="entr" presetSubtype="0" fill="hold" grpId="2" nodeType="afterEffect">
                                  <p:stCondLst>
                                    <p:cond delay="0"/>
                                  </p:stCondLst>
                                  <p:childTnLst>
                                    <p:set>
                                      <p:cBhvr>
                                        <p:cTn id="47" dur="1" fill="hold">
                                          <p:stCondLst>
                                            <p:cond delay="0"/>
                                          </p:stCondLst>
                                        </p:cTn>
                                        <p:tgtEl>
                                          <p:spTgt spid="146"/>
                                        </p:tgtEl>
                                        <p:attrNameLst>
                                          <p:attrName>style.visibility</p:attrName>
                                        </p:attrNameLst>
                                      </p:cBhvr>
                                      <p:to>
                                        <p:strVal val="visible"/>
                                      </p:to>
                                    </p:set>
                                  </p:childTnLst>
                                </p:cTn>
                              </p:par>
                            </p:childTnLst>
                          </p:cTn>
                        </p:par>
                        <p:par>
                          <p:cTn id="48" fill="hold">
                            <p:stCondLst>
                              <p:cond delay="1250"/>
                            </p:stCondLst>
                            <p:childTnLst>
                              <p:par>
                                <p:cTn id="49" presetID="1" presetClass="entr" presetSubtype="0" fill="hold" grpId="2" nodeType="afterEffect">
                                  <p:stCondLst>
                                    <p:cond delay="0"/>
                                  </p:stCondLst>
                                  <p:childTnLst>
                                    <p:set>
                                      <p:cBhvr>
                                        <p:cTn id="50" dur="1" fill="hold">
                                          <p:stCondLst>
                                            <p:cond delay="0"/>
                                          </p:stCondLst>
                                        </p:cTn>
                                        <p:tgtEl>
                                          <p:spTgt spid="148"/>
                                        </p:tgtEl>
                                        <p:attrNameLst>
                                          <p:attrName>style.visibility</p:attrName>
                                        </p:attrNameLst>
                                      </p:cBhvr>
                                      <p:to>
                                        <p:strVal val="visible"/>
                                      </p:to>
                                    </p:set>
                                  </p:childTnLst>
                                </p:cTn>
                              </p:par>
                            </p:childTnLst>
                          </p:cTn>
                        </p:par>
                        <p:par>
                          <p:cTn id="51" fill="hold">
                            <p:stCondLst>
                              <p:cond delay="1250"/>
                            </p:stCondLst>
                            <p:childTnLst>
                              <p:par>
                                <p:cTn id="52" presetID="1" presetClass="entr" presetSubtype="0" fill="hold" grpId="2" nodeType="afterEffect">
                                  <p:stCondLst>
                                    <p:cond delay="0"/>
                                  </p:stCondLst>
                                  <p:childTnLst>
                                    <p:set>
                                      <p:cBhvr>
                                        <p:cTn id="53" dur="1" fill="hold">
                                          <p:stCondLst>
                                            <p:cond delay="0"/>
                                          </p:stCondLst>
                                        </p:cTn>
                                        <p:tgtEl>
                                          <p:spTgt spid="149"/>
                                        </p:tgtEl>
                                        <p:attrNameLst>
                                          <p:attrName>style.visibility</p:attrName>
                                        </p:attrNameLst>
                                      </p:cBhvr>
                                      <p:to>
                                        <p:strVal val="visible"/>
                                      </p:to>
                                    </p:set>
                                  </p:childTnLst>
                                </p:cTn>
                              </p:par>
                            </p:childTnLst>
                          </p:cTn>
                        </p:par>
                        <p:par>
                          <p:cTn id="54" fill="hold">
                            <p:stCondLst>
                              <p:cond delay="1250"/>
                            </p:stCondLst>
                            <p:childTnLst>
                              <p:par>
                                <p:cTn id="55" presetID="1" presetClass="entr" presetSubtype="0" fill="hold" grpId="2" nodeType="afterEffect">
                                  <p:stCondLst>
                                    <p:cond delay="0"/>
                                  </p:stCondLst>
                                  <p:childTnLst>
                                    <p:set>
                                      <p:cBhvr>
                                        <p:cTn id="56" dur="1" fill="hold">
                                          <p:stCondLst>
                                            <p:cond delay="0"/>
                                          </p:stCondLst>
                                        </p:cTn>
                                        <p:tgtEl>
                                          <p:spTgt spid="151"/>
                                        </p:tgtEl>
                                        <p:attrNameLst>
                                          <p:attrName>style.visibility</p:attrName>
                                        </p:attrNameLst>
                                      </p:cBhvr>
                                      <p:to>
                                        <p:strVal val="visible"/>
                                      </p:to>
                                    </p:set>
                                  </p:childTnLst>
                                </p:cTn>
                              </p:par>
                            </p:childTnLst>
                          </p:cTn>
                        </p:par>
                        <p:par>
                          <p:cTn id="57" fill="hold">
                            <p:stCondLst>
                              <p:cond delay="1250"/>
                            </p:stCondLst>
                            <p:childTnLst>
                              <p:par>
                                <p:cTn id="58" presetID="1" presetClass="entr" presetSubtype="0" fill="hold" grpId="2" nodeType="afterEffect">
                                  <p:stCondLst>
                                    <p:cond delay="0"/>
                                  </p:stCondLst>
                                  <p:childTnLst>
                                    <p:set>
                                      <p:cBhvr>
                                        <p:cTn id="59" dur="1" fill="hold">
                                          <p:stCondLst>
                                            <p:cond delay="0"/>
                                          </p:stCondLst>
                                        </p:cTn>
                                        <p:tgtEl>
                                          <p:spTgt spid="150"/>
                                        </p:tgtEl>
                                        <p:attrNameLst>
                                          <p:attrName>style.visibility</p:attrName>
                                        </p:attrNameLst>
                                      </p:cBhvr>
                                      <p:to>
                                        <p:strVal val="visible"/>
                                      </p:to>
                                    </p:set>
                                  </p:childTnLst>
                                </p:cTn>
                              </p:par>
                            </p:childTnLst>
                          </p:cTn>
                        </p:par>
                        <p:par>
                          <p:cTn id="60" fill="hold">
                            <p:stCondLst>
                              <p:cond delay="1250"/>
                            </p:stCondLst>
                            <p:childTnLst>
                              <p:par>
                                <p:cTn id="61" presetID="1" presetClass="entr" presetSubtype="0" fill="hold" grpId="2" nodeType="afterEffect">
                                  <p:stCondLst>
                                    <p:cond delay="0"/>
                                  </p:stCondLst>
                                  <p:childTnLst>
                                    <p:set>
                                      <p:cBhvr>
                                        <p:cTn id="62" dur="1" fill="hold">
                                          <p:stCondLst>
                                            <p:cond delay="0"/>
                                          </p:stCondLst>
                                        </p:cTn>
                                        <p:tgtEl>
                                          <p:spTgt spid="153"/>
                                        </p:tgtEl>
                                        <p:attrNameLst>
                                          <p:attrName>style.visibility</p:attrName>
                                        </p:attrNameLst>
                                      </p:cBhvr>
                                      <p:to>
                                        <p:strVal val="visible"/>
                                      </p:to>
                                    </p:set>
                                  </p:childTnLst>
                                </p:cTn>
                              </p:par>
                            </p:childTnLst>
                          </p:cTn>
                        </p:par>
                        <p:par>
                          <p:cTn id="63" fill="hold">
                            <p:stCondLst>
                              <p:cond delay="1250"/>
                            </p:stCondLst>
                            <p:childTnLst>
                              <p:par>
                                <p:cTn id="64" presetID="1" presetClass="entr" presetSubtype="0" fill="hold" grpId="2" nodeType="afterEffect">
                                  <p:stCondLst>
                                    <p:cond delay="0"/>
                                  </p:stCondLst>
                                  <p:childTnLst>
                                    <p:set>
                                      <p:cBhvr>
                                        <p:cTn id="65" dur="1" fill="hold">
                                          <p:stCondLst>
                                            <p:cond delay="0"/>
                                          </p:stCondLst>
                                        </p:cTn>
                                        <p:tgtEl>
                                          <p:spTgt spid="152"/>
                                        </p:tgtEl>
                                        <p:attrNameLst>
                                          <p:attrName>style.visibility</p:attrName>
                                        </p:attrNameLst>
                                      </p:cBhvr>
                                      <p:to>
                                        <p:strVal val="visible"/>
                                      </p:to>
                                    </p:set>
                                  </p:childTnLst>
                                </p:cTn>
                              </p:par>
                            </p:childTnLst>
                          </p:cTn>
                        </p:par>
                        <p:par>
                          <p:cTn id="66" fill="hold">
                            <p:stCondLst>
                              <p:cond delay="1250"/>
                            </p:stCondLst>
                            <p:childTnLst>
                              <p:par>
                                <p:cTn id="67" presetID="1" presetClass="entr" presetSubtype="0" fill="hold" grpId="2" nodeType="afterEffect">
                                  <p:stCondLst>
                                    <p:cond delay="0"/>
                                  </p:stCondLst>
                                  <p:childTnLst>
                                    <p:set>
                                      <p:cBhvr>
                                        <p:cTn id="68" dur="1" fill="hold">
                                          <p:stCondLst>
                                            <p:cond delay="0"/>
                                          </p:stCondLst>
                                        </p:cTn>
                                        <p:tgtEl>
                                          <p:spTgt spid="154"/>
                                        </p:tgtEl>
                                        <p:attrNameLst>
                                          <p:attrName>style.visibility</p:attrName>
                                        </p:attrNameLst>
                                      </p:cBhvr>
                                      <p:to>
                                        <p:strVal val="visible"/>
                                      </p:to>
                                    </p:set>
                                  </p:childTnLst>
                                </p:cTn>
                              </p:par>
                            </p:childTnLst>
                          </p:cTn>
                        </p:par>
                        <p:par>
                          <p:cTn id="69" fill="hold">
                            <p:stCondLst>
                              <p:cond delay="1250"/>
                            </p:stCondLst>
                            <p:childTnLst>
                              <p:par>
                                <p:cTn id="70" presetID="1" presetClass="entr" presetSubtype="0" fill="hold" grpId="2" nodeType="afterEffect">
                                  <p:stCondLst>
                                    <p:cond delay="0"/>
                                  </p:stCondLst>
                                  <p:childTnLst>
                                    <p:set>
                                      <p:cBhvr>
                                        <p:cTn id="71" dur="1" fill="hold">
                                          <p:stCondLst>
                                            <p:cond delay="0"/>
                                          </p:stCondLst>
                                        </p:cTn>
                                        <p:tgtEl>
                                          <p:spTgt spid="155"/>
                                        </p:tgtEl>
                                        <p:attrNameLst>
                                          <p:attrName>style.visibility</p:attrName>
                                        </p:attrNameLst>
                                      </p:cBhvr>
                                      <p:to>
                                        <p:strVal val="visible"/>
                                      </p:to>
                                    </p:set>
                                  </p:childTnLst>
                                </p:cTn>
                              </p:par>
                            </p:childTnLst>
                          </p:cTn>
                        </p:par>
                        <p:par>
                          <p:cTn id="72" fill="hold">
                            <p:stCondLst>
                              <p:cond delay="1250"/>
                            </p:stCondLst>
                            <p:childTnLst>
                              <p:par>
                                <p:cTn id="73" presetID="1" presetClass="entr" presetSubtype="0" fill="hold" grpId="2" nodeType="afterEffect">
                                  <p:stCondLst>
                                    <p:cond delay="0"/>
                                  </p:stCondLst>
                                  <p:childTnLst>
                                    <p:set>
                                      <p:cBhvr>
                                        <p:cTn id="74" dur="1" fill="hold">
                                          <p:stCondLst>
                                            <p:cond delay="0"/>
                                          </p:stCondLst>
                                        </p:cTn>
                                        <p:tgtEl>
                                          <p:spTgt spid="157"/>
                                        </p:tgtEl>
                                        <p:attrNameLst>
                                          <p:attrName>style.visibility</p:attrName>
                                        </p:attrNameLst>
                                      </p:cBhvr>
                                      <p:to>
                                        <p:strVal val="visible"/>
                                      </p:to>
                                    </p:set>
                                  </p:childTnLst>
                                </p:cTn>
                              </p:par>
                            </p:childTnLst>
                          </p:cTn>
                        </p:par>
                        <p:par>
                          <p:cTn id="75" fill="hold">
                            <p:stCondLst>
                              <p:cond delay="1250"/>
                            </p:stCondLst>
                            <p:childTnLst>
                              <p:par>
                                <p:cTn id="76" presetID="1" presetClass="entr" presetSubtype="0" fill="hold" grpId="2" nodeType="afterEffect">
                                  <p:stCondLst>
                                    <p:cond delay="0"/>
                                  </p:stCondLst>
                                  <p:childTnLst>
                                    <p:set>
                                      <p:cBhvr>
                                        <p:cTn id="77" dur="1" fill="hold">
                                          <p:stCondLst>
                                            <p:cond delay="0"/>
                                          </p:stCondLst>
                                        </p:cTn>
                                        <p:tgtEl>
                                          <p:spTgt spid="156"/>
                                        </p:tgtEl>
                                        <p:attrNameLst>
                                          <p:attrName>style.visibility</p:attrName>
                                        </p:attrNameLst>
                                      </p:cBhvr>
                                      <p:to>
                                        <p:strVal val="visible"/>
                                      </p:to>
                                    </p:set>
                                  </p:childTnLst>
                                </p:cTn>
                              </p:par>
                            </p:childTnLst>
                          </p:cTn>
                        </p:par>
                        <p:par>
                          <p:cTn id="78" fill="hold">
                            <p:stCondLst>
                              <p:cond delay="1250"/>
                            </p:stCondLst>
                            <p:childTnLst>
                              <p:par>
                                <p:cTn id="79" presetID="1" presetClass="entr" presetSubtype="0" fill="hold" grpId="2" nodeType="afterEffect">
                                  <p:stCondLst>
                                    <p:cond delay="0"/>
                                  </p:stCondLst>
                                  <p:childTnLst>
                                    <p:set>
                                      <p:cBhvr>
                                        <p:cTn id="80" dur="1" fill="hold">
                                          <p:stCondLst>
                                            <p:cond delay="0"/>
                                          </p:stCondLst>
                                        </p:cTn>
                                        <p:tgtEl>
                                          <p:spTgt spid="258"/>
                                        </p:tgtEl>
                                        <p:attrNameLst>
                                          <p:attrName>style.visibility</p:attrName>
                                        </p:attrNameLst>
                                      </p:cBhvr>
                                      <p:to>
                                        <p:strVal val="visible"/>
                                      </p:to>
                                    </p:set>
                                  </p:childTnLst>
                                </p:cTn>
                              </p:par>
                            </p:childTnLst>
                          </p:cTn>
                        </p:par>
                        <p:par>
                          <p:cTn id="81" fill="hold">
                            <p:stCondLst>
                              <p:cond delay="1250"/>
                            </p:stCondLst>
                            <p:childTnLst>
                              <p:par>
                                <p:cTn id="82" presetID="1" presetClass="entr" presetSubtype="0" fill="hold" grpId="2" nodeType="afterEffect">
                                  <p:stCondLst>
                                    <p:cond delay="0"/>
                                  </p:stCondLst>
                                  <p:childTnLst>
                                    <p:set>
                                      <p:cBhvr>
                                        <p:cTn id="83" dur="1" fill="hold">
                                          <p:stCondLst>
                                            <p:cond delay="0"/>
                                          </p:stCondLst>
                                        </p:cTn>
                                        <p:tgtEl>
                                          <p:spTgt spid="257"/>
                                        </p:tgtEl>
                                        <p:attrNameLst>
                                          <p:attrName>style.visibility</p:attrName>
                                        </p:attrNameLst>
                                      </p:cBhvr>
                                      <p:to>
                                        <p:strVal val="visible"/>
                                      </p:to>
                                    </p:set>
                                  </p:childTnLst>
                                </p:cTn>
                              </p:par>
                            </p:childTnLst>
                          </p:cTn>
                        </p:par>
                        <p:par>
                          <p:cTn id="84" fill="hold">
                            <p:stCondLst>
                              <p:cond delay="1250"/>
                            </p:stCondLst>
                            <p:childTnLst>
                              <p:par>
                                <p:cTn id="85" presetID="1" presetClass="entr" presetSubtype="0" fill="hold" grpId="2" nodeType="afterEffect">
                                  <p:stCondLst>
                                    <p:cond delay="0"/>
                                  </p:stCondLst>
                                  <p:childTnLst>
                                    <p:set>
                                      <p:cBhvr>
                                        <p:cTn id="86" dur="1" fill="hold">
                                          <p:stCondLst>
                                            <p:cond delay="0"/>
                                          </p:stCondLst>
                                        </p:cTn>
                                        <p:tgtEl>
                                          <p:spTgt spid="259"/>
                                        </p:tgtEl>
                                        <p:attrNameLst>
                                          <p:attrName>style.visibility</p:attrName>
                                        </p:attrNameLst>
                                      </p:cBhvr>
                                      <p:to>
                                        <p:strVal val="visible"/>
                                      </p:to>
                                    </p:set>
                                  </p:childTnLst>
                                </p:cTn>
                              </p:par>
                            </p:childTnLst>
                          </p:cTn>
                        </p:par>
                        <p:par>
                          <p:cTn id="87" fill="hold">
                            <p:stCondLst>
                              <p:cond delay="1250"/>
                            </p:stCondLst>
                            <p:childTnLst>
                              <p:par>
                                <p:cTn id="88" presetID="1" presetClass="entr" presetSubtype="0" fill="hold" grpId="2" nodeType="afterEffect">
                                  <p:stCondLst>
                                    <p:cond delay="0"/>
                                  </p:stCondLst>
                                  <p:childTnLst>
                                    <p:set>
                                      <p:cBhvr>
                                        <p:cTn id="89" dur="1" fill="hold">
                                          <p:stCondLst>
                                            <p:cond delay="0"/>
                                          </p:stCondLst>
                                        </p:cTn>
                                        <p:tgtEl>
                                          <p:spTgt spid="260"/>
                                        </p:tgtEl>
                                        <p:attrNameLst>
                                          <p:attrName>style.visibility</p:attrName>
                                        </p:attrNameLst>
                                      </p:cBhvr>
                                      <p:to>
                                        <p:strVal val="visible"/>
                                      </p:to>
                                    </p:set>
                                  </p:childTnLst>
                                </p:cTn>
                              </p:par>
                            </p:childTnLst>
                          </p:cTn>
                        </p:par>
                        <p:par>
                          <p:cTn id="90" fill="hold">
                            <p:stCondLst>
                              <p:cond delay="1250"/>
                            </p:stCondLst>
                            <p:childTnLst>
                              <p:par>
                                <p:cTn id="91" presetID="1" presetClass="entr" presetSubtype="0" fill="hold" grpId="2" nodeType="afterEffect">
                                  <p:stCondLst>
                                    <p:cond delay="0"/>
                                  </p:stCondLst>
                                  <p:childTnLst>
                                    <p:set>
                                      <p:cBhvr>
                                        <p:cTn id="92" dur="1" fill="hold">
                                          <p:stCondLst>
                                            <p:cond delay="0"/>
                                          </p:stCondLst>
                                        </p:cTn>
                                        <p:tgtEl>
                                          <p:spTgt spid="262"/>
                                        </p:tgtEl>
                                        <p:attrNameLst>
                                          <p:attrName>style.visibility</p:attrName>
                                        </p:attrNameLst>
                                      </p:cBhvr>
                                      <p:to>
                                        <p:strVal val="visible"/>
                                      </p:to>
                                    </p:set>
                                  </p:childTnLst>
                                </p:cTn>
                              </p:par>
                            </p:childTnLst>
                          </p:cTn>
                        </p:par>
                        <p:par>
                          <p:cTn id="93" fill="hold">
                            <p:stCondLst>
                              <p:cond delay="1250"/>
                            </p:stCondLst>
                            <p:childTnLst>
                              <p:par>
                                <p:cTn id="94" presetID="1" presetClass="entr" presetSubtype="0" fill="hold" grpId="2" nodeType="afterEffect">
                                  <p:stCondLst>
                                    <p:cond delay="0"/>
                                  </p:stCondLst>
                                  <p:childTnLst>
                                    <p:set>
                                      <p:cBhvr>
                                        <p:cTn id="95" dur="1" fill="hold">
                                          <p:stCondLst>
                                            <p:cond delay="0"/>
                                          </p:stCondLst>
                                        </p:cTn>
                                        <p:tgtEl>
                                          <p:spTgt spid="261"/>
                                        </p:tgtEl>
                                        <p:attrNameLst>
                                          <p:attrName>style.visibility</p:attrName>
                                        </p:attrNameLst>
                                      </p:cBhvr>
                                      <p:to>
                                        <p:strVal val="visible"/>
                                      </p:to>
                                    </p:set>
                                  </p:childTnLst>
                                </p:cTn>
                              </p:par>
                            </p:childTnLst>
                          </p:cTn>
                        </p:par>
                        <p:par>
                          <p:cTn id="96" fill="hold">
                            <p:stCondLst>
                              <p:cond delay="1250"/>
                            </p:stCondLst>
                            <p:childTnLst>
                              <p:par>
                                <p:cTn id="97" presetID="1" presetClass="entr" presetSubtype="0" fill="hold" grpId="2" nodeType="afterEffect">
                                  <p:stCondLst>
                                    <p:cond delay="0"/>
                                  </p:stCondLst>
                                  <p:childTnLst>
                                    <p:set>
                                      <p:cBhvr>
                                        <p:cTn id="98" dur="1" fill="hold">
                                          <p:stCondLst>
                                            <p:cond delay="0"/>
                                          </p:stCondLst>
                                        </p:cTn>
                                        <p:tgtEl>
                                          <p:spTgt spid="263"/>
                                        </p:tgtEl>
                                        <p:attrNameLst>
                                          <p:attrName>style.visibility</p:attrName>
                                        </p:attrNameLst>
                                      </p:cBhvr>
                                      <p:to>
                                        <p:strVal val="visible"/>
                                      </p:to>
                                    </p:set>
                                  </p:childTnLst>
                                </p:cTn>
                              </p:par>
                            </p:childTnLst>
                          </p:cTn>
                        </p:par>
                        <p:par>
                          <p:cTn id="99" fill="hold">
                            <p:stCondLst>
                              <p:cond delay="1250"/>
                            </p:stCondLst>
                            <p:childTnLst>
                              <p:par>
                                <p:cTn id="100" presetID="1" presetClass="entr" presetSubtype="0" fill="hold" grpId="2" nodeType="afterEffect">
                                  <p:stCondLst>
                                    <p:cond delay="0"/>
                                  </p:stCondLst>
                                  <p:childTnLst>
                                    <p:set>
                                      <p:cBhvr>
                                        <p:cTn id="101" dur="1" fill="hold">
                                          <p:stCondLst>
                                            <p:cond delay="0"/>
                                          </p:stCondLst>
                                        </p:cTn>
                                        <p:tgtEl>
                                          <p:spTgt spid="264"/>
                                        </p:tgtEl>
                                        <p:attrNameLst>
                                          <p:attrName>style.visibility</p:attrName>
                                        </p:attrNameLst>
                                      </p:cBhvr>
                                      <p:to>
                                        <p:strVal val="visible"/>
                                      </p:to>
                                    </p:set>
                                  </p:childTnLst>
                                </p:cTn>
                              </p:par>
                            </p:childTnLst>
                          </p:cTn>
                        </p:par>
                        <p:par>
                          <p:cTn id="102" fill="hold">
                            <p:stCondLst>
                              <p:cond delay="1250"/>
                            </p:stCondLst>
                            <p:childTnLst>
                              <p:par>
                                <p:cTn id="103" presetID="1" presetClass="entr" presetSubtype="0" fill="hold" grpId="2" nodeType="afterEffect">
                                  <p:stCondLst>
                                    <p:cond delay="0"/>
                                  </p:stCondLst>
                                  <p:childTnLst>
                                    <p:set>
                                      <p:cBhvr>
                                        <p:cTn id="104" dur="1" fill="hold">
                                          <p:stCondLst>
                                            <p:cond delay="0"/>
                                          </p:stCondLst>
                                        </p:cTn>
                                        <p:tgtEl>
                                          <p:spTgt spid="265"/>
                                        </p:tgtEl>
                                        <p:attrNameLst>
                                          <p:attrName>style.visibility</p:attrName>
                                        </p:attrNameLst>
                                      </p:cBhvr>
                                      <p:to>
                                        <p:strVal val="visible"/>
                                      </p:to>
                                    </p:set>
                                  </p:childTnLst>
                                </p:cTn>
                              </p:par>
                            </p:childTnLst>
                          </p:cTn>
                        </p:par>
                        <p:par>
                          <p:cTn id="105" fill="hold">
                            <p:stCondLst>
                              <p:cond delay="1250"/>
                            </p:stCondLst>
                            <p:childTnLst>
                              <p:par>
                                <p:cTn id="106" presetID="1" presetClass="entr" presetSubtype="0" fill="hold" grpId="2" nodeType="afterEffect">
                                  <p:stCondLst>
                                    <p:cond delay="0"/>
                                  </p:stCondLst>
                                  <p:childTnLst>
                                    <p:set>
                                      <p:cBhvr>
                                        <p:cTn id="107" dur="1" fill="hold">
                                          <p:stCondLst>
                                            <p:cond delay="0"/>
                                          </p:stCondLst>
                                        </p:cTn>
                                        <p:tgtEl>
                                          <p:spTgt spid="267"/>
                                        </p:tgtEl>
                                        <p:attrNameLst>
                                          <p:attrName>style.visibility</p:attrName>
                                        </p:attrNameLst>
                                      </p:cBhvr>
                                      <p:to>
                                        <p:strVal val="visible"/>
                                      </p:to>
                                    </p:set>
                                  </p:childTnLst>
                                </p:cTn>
                              </p:par>
                            </p:childTnLst>
                          </p:cTn>
                        </p:par>
                        <p:par>
                          <p:cTn id="108" fill="hold">
                            <p:stCondLst>
                              <p:cond delay="1250"/>
                            </p:stCondLst>
                            <p:childTnLst>
                              <p:par>
                                <p:cTn id="109" presetID="1" presetClass="entr" presetSubtype="0" fill="hold" grpId="2" nodeType="afterEffect">
                                  <p:stCondLst>
                                    <p:cond delay="0"/>
                                  </p:stCondLst>
                                  <p:childTnLst>
                                    <p:set>
                                      <p:cBhvr>
                                        <p:cTn id="110" dur="1" fill="hold">
                                          <p:stCondLst>
                                            <p:cond delay="0"/>
                                          </p:stCondLst>
                                        </p:cTn>
                                        <p:tgtEl>
                                          <p:spTgt spid="266"/>
                                        </p:tgtEl>
                                        <p:attrNameLst>
                                          <p:attrName>style.visibility</p:attrName>
                                        </p:attrNameLst>
                                      </p:cBhvr>
                                      <p:to>
                                        <p:strVal val="visible"/>
                                      </p:to>
                                    </p:set>
                                  </p:childTnLst>
                                </p:cTn>
                              </p:par>
                            </p:childTnLst>
                          </p:cTn>
                        </p:par>
                        <p:par>
                          <p:cTn id="111" fill="hold">
                            <p:stCondLst>
                              <p:cond delay="1250"/>
                            </p:stCondLst>
                            <p:childTnLst>
                              <p:par>
                                <p:cTn id="112" presetID="1" presetClass="entr" presetSubtype="0" fill="hold" grpId="2" nodeType="afterEffect">
                                  <p:stCondLst>
                                    <p:cond delay="0"/>
                                  </p:stCondLst>
                                  <p:childTnLst>
                                    <p:set>
                                      <p:cBhvr>
                                        <p:cTn id="113" dur="1" fill="hold">
                                          <p:stCondLst>
                                            <p:cond delay="0"/>
                                          </p:stCondLst>
                                        </p:cTn>
                                        <p:tgtEl>
                                          <p:spTgt spid="269"/>
                                        </p:tgtEl>
                                        <p:attrNameLst>
                                          <p:attrName>style.visibility</p:attrName>
                                        </p:attrNameLst>
                                      </p:cBhvr>
                                      <p:to>
                                        <p:strVal val="visible"/>
                                      </p:to>
                                    </p:set>
                                  </p:childTnLst>
                                </p:cTn>
                              </p:par>
                            </p:childTnLst>
                          </p:cTn>
                        </p:par>
                        <p:par>
                          <p:cTn id="114" fill="hold">
                            <p:stCondLst>
                              <p:cond delay="1250"/>
                            </p:stCondLst>
                            <p:childTnLst>
                              <p:par>
                                <p:cTn id="115" presetID="1" presetClass="entr" presetSubtype="0" fill="hold" grpId="2" nodeType="afterEffect">
                                  <p:stCondLst>
                                    <p:cond delay="0"/>
                                  </p:stCondLst>
                                  <p:childTnLst>
                                    <p:set>
                                      <p:cBhvr>
                                        <p:cTn id="116" dur="1" fill="hold">
                                          <p:stCondLst>
                                            <p:cond delay="0"/>
                                          </p:stCondLst>
                                        </p:cTn>
                                        <p:tgtEl>
                                          <p:spTgt spid="268"/>
                                        </p:tgtEl>
                                        <p:attrNameLst>
                                          <p:attrName>style.visibility</p:attrName>
                                        </p:attrNameLst>
                                      </p:cBhvr>
                                      <p:to>
                                        <p:strVal val="visible"/>
                                      </p:to>
                                    </p:set>
                                  </p:childTnLst>
                                </p:cTn>
                              </p:par>
                            </p:childTnLst>
                          </p:cTn>
                        </p:par>
                        <p:par>
                          <p:cTn id="117" fill="hold">
                            <p:stCondLst>
                              <p:cond delay="1250"/>
                            </p:stCondLst>
                            <p:childTnLst>
                              <p:par>
                                <p:cTn id="118" presetID="1" presetClass="entr" presetSubtype="0" fill="hold" grpId="2" nodeType="afterEffect">
                                  <p:stCondLst>
                                    <p:cond delay="0"/>
                                  </p:stCondLst>
                                  <p:childTnLst>
                                    <p:set>
                                      <p:cBhvr>
                                        <p:cTn id="119" dur="1" fill="hold">
                                          <p:stCondLst>
                                            <p:cond delay="0"/>
                                          </p:stCondLst>
                                        </p:cTn>
                                        <p:tgtEl>
                                          <p:spTgt spid="270"/>
                                        </p:tgtEl>
                                        <p:attrNameLst>
                                          <p:attrName>style.visibility</p:attrName>
                                        </p:attrNameLst>
                                      </p:cBhvr>
                                      <p:to>
                                        <p:strVal val="visible"/>
                                      </p:to>
                                    </p:set>
                                  </p:childTnLst>
                                </p:cTn>
                              </p:par>
                            </p:childTnLst>
                          </p:cTn>
                        </p:par>
                        <p:par>
                          <p:cTn id="120" fill="hold">
                            <p:stCondLst>
                              <p:cond delay="1250"/>
                            </p:stCondLst>
                            <p:childTnLst>
                              <p:par>
                                <p:cTn id="121" presetID="1" presetClass="entr" presetSubtype="0" fill="hold" grpId="2" nodeType="afterEffect">
                                  <p:stCondLst>
                                    <p:cond delay="0"/>
                                  </p:stCondLst>
                                  <p:childTnLst>
                                    <p:set>
                                      <p:cBhvr>
                                        <p:cTn id="122" dur="1" fill="hold">
                                          <p:stCondLst>
                                            <p:cond delay="0"/>
                                          </p:stCondLst>
                                        </p:cTn>
                                        <p:tgtEl>
                                          <p:spTgt spid="271"/>
                                        </p:tgtEl>
                                        <p:attrNameLst>
                                          <p:attrName>style.visibility</p:attrName>
                                        </p:attrNameLst>
                                      </p:cBhvr>
                                      <p:to>
                                        <p:strVal val="visible"/>
                                      </p:to>
                                    </p:set>
                                  </p:childTnLst>
                                </p:cTn>
                              </p:par>
                            </p:childTnLst>
                          </p:cTn>
                        </p:par>
                        <p:par>
                          <p:cTn id="123" fill="hold">
                            <p:stCondLst>
                              <p:cond delay="1250"/>
                            </p:stCondLst>
                            <p:childTnLst>
                              <p:par>
                                <p:cTn id="124" presetID="1" presetClass="entr" presetSubtype="0" fill="hold" grpId="2" nodeType="afterEffect">
                                  <p:stCondLst>
                                    <p:cond delay="0"/>
                                  </p:stCondLst>
                                  <p:childTnLst>
                                    <p:set>
                                      <p:cBhvr>
                                        <p:cTn id="125" dur="1" fill="hold">
                                          <p:stCondLst>
                                            <p:cond delay="0"/>
                                          </p:stCondLst>
                                        </p:cTn>
                                        <p:tgtEl>
                                          <p:spTgt spid="272"/>
                                        </p:tgtEl>
                                        <p:attrNameLst>
                                          <p:attrName>style.visibility</p:attrName>
                                        </p:attrNameLst>
                                      </p:cBhvr>
                                      <p:to>
                                        <p:strVal val="visible"/>
                                      </p:to>
                                    </p:set>
                                  </p:childTnLst>
                                </p:cTn>
                              </p:par>
                            </p:childTnLst>
                          </p:cTn>
                        </p:par>
                        <p:par>
                          <p:cTn id="126" fill="hold">
                            <p:stCondLst>
                              <p:cond delay="1250"/>
                            </p:stCondLst>
                            <p:childTnLst>
                              <p:par>
                                <p:cTn id="127" presetID="1" presetClass="entr" presetSubtype="0" fill="hold" grpId="2" nodeType="afterEffect">
                                  <p:stCondLst>
                                    <p:cond delay="0"/>
                                  </p:stCondLst>
                                  <p:childTnLst>
                                    <p:set>
                                      <p:cBhvr>
                                        <p:cTn id="128" dur="1" fill="hold">
                                          <p:stCondLst>
                                            <p:cond delay="0"/>
                                          </p:stCondLst>
                                        </p:cTn>
                                        <p:tgtEl>
                                          <p:spTgt spid="274"/>
                                        </p:tgtEl>
                                        <p:attrNameLst>
                                          <p:attrName>style.visibility</p:attrName>
                                        </p:attrNameLst>
                                      </p:cBhvr>
                                      <p:to>
                                        <p:strVal val="visible"/>
                                      </p:to>
                                    </p:set>
                                  </p:childTnLst>
                                </p:cTn>
                              </p:par>
                            </p:childTnLst>
                          </p:cTn>
                        </p:par>
                        <p:par>
                          <p:cTn id="129" fill="hold">
                            <p:stCondLst>
                              <p:cond delay="1250"/>
                            </p:stCondLst>
                            <p:childTnLst>
                              <p:par>
                                <p:cTn id="130" presetID="1" presetClass="entr" presetSubtype="0" fill="hold" grpId="2" nodeType="afterEffect">
                                  <p:stCondLst>
                                    <p:cond delay="0"/>
                                  </p:stCondLst>
                                  <p:childTnLst>
                                    <p:set>
                                      <p:cBhvr>
                                        <p:cTn id="131" dur="1" fill="hold">
                                          <p:stCondLst>
                                            <p:cond delay="0"/>
                                          </p:stCondLst>
                                        </p:cTn>
                                        <p:tgtEl>
                                          <p:spTgt spid="273"/>
                                        </p:tgtEl>
                                        <p:attrNameLst>
                                          <p:attrName>style.visibility</p:attrName>
                                        </p:attrNameLst>
                                      </p:cBhvr>
                                      <p:to>
                                        <p:strVal val="visible"/>
                                      </p:to>
                                    </p:set>
                                  </p:childTnLst>
                                </p:cTn>
                              </p:par>
                            </p:childTnLst>
                          </p:cTn>
                        </p:par>
                        <p:par>
                          <p:cTn id="132" fill="hold">
                            <p:stCondLst>
                              <p:cond delay="1250"/>
                            </p:stCondLst>
                            <p:childTnLst>
                              <p:par>
                                <p:cTn id="133" presetID="1" presetClass="entr" presetSubtype="0" fill="hold" grpId="2" nodeType="afterEffect">
                                  <p:stCondLst>
                                    <p:cond delay="0"/>
                                  </p:stCondLst>
                                  <p:childTnLst>
                                    <p:set>
                                      <p:cBhvr>
                                        <p:cTn id="134" dur="1" fill="hold">
                                          <p:stCondLst>
                                            <p:cond delay="0"/>
                                          </p:stCondLst>
                                        </p:cTn>
                                        <p:tgtEl>
                                          <p:spTgt spid="275"/>
                                        </p:tgtEl>
                                        <p:attrNameLst>
                                          <p:attrName>style.visibility</p:attrName>
                                        </p:attrNameLst>
                                      </p:cBhvr>
                                      <p:to>
                                        <p:strVal val="visible"/>
                                      </p:to>
                                    </p:set>
                                  </p:childTnLst>
                                </p:cTn>
                              </p:par>
                            </p:childTnLst>
                          </p:cTn>
                        </p:par>
                        <p:par>
                          <p:cTn id="135" fill="hold">
                            <p:stCondLst>
                              <p:cond delay="1250"/>
                            </p:stCondLst>
                            <p:childTnLst>
                              <p:par>
                                <p:cTn id="136" presetID="1" presetClass="entr" presetSubtype="0" fill="hold" grpId="2" nodeType="afterEffect">
                                  <p:stCondLst>
                                    <p:cond delay="0"/>
                                  </p:stCondLst>
                                  <p:childTnLst>
                                    <p:set>
                                      <p:cBhvr>
                                        <p:cTn id="137" dur="1" fill="hold">
                                          <p:stCondLst>
                                            <p:cond delay="0"/>
                                          </p:stCondLst>
                                        </p:cTn>
                                        <p:tgtEl>
                                          <p:spTgt spid="277"/>
                                        </p:tgtEl>
                                        <p:attrNameLst>
                                          <p:attrName>style.visibility</p:attrName>
                                        </p:attrNameLst>
                                      </p:cBhvr>
                                      <p:to>
                                        <p:strVal val="visible"/>
                                      </p:to>
                                    </p:set>
                                  </p:childTnLst>
                                </p:cTn>
                              </p:par>
                            </p:childTnLst>
                          </p:cTn>
                        </p:par>
                        <p:par>
                          <p:cTn id="138" fill="hold">
                            <p:stCondLst>
                              <p:cond delay="1250"/>
                            </p:stCondLst>
                            <p:childTnLst>
                              <p:par>
                                <p:cTn id="139" presetID="1" presetClass="entr" presetSubtype="0" fill="hold" grpId="2" nodeType="afterEffect">
                                  <p:stCondLst>
                                    <p:cond delay="0"/>
                                  </p:stCondLst>
                                  <p:childTnLst>
                                    <p:set>
                                      <p:cBhvr>
                                        <p:cTn id="140" dur="1" fill="hold">
                                          <p:stCondLst>
                                            <p:cond delay="0"/>
                                          </p:stCondLst>
                                        </p:cTn>
                                        <p:tgtEl>
                                          <p:spTgt spid="276"/>
                                        </p:tgtEl>
                                        <p:attrNameLst>
                                          <p:attrName>style.visibility</p:attrName>
                                        </p:attrNameLst>
                                      </p:cBhvr>
                                      <p:to>
                                        <p:strVal val="visible"/>
                                      </p:to>
                                    </p:set>
                                  </p:childTnLst>
                                </p:cTn>
                              </p:par>
                            </p:childTnLst>
                          </p:cTn>
                        </p:par>
                        <p:par>
                          <p:cTn id="141" fill="hold">
                            <p:stCondLst>
                              <p:cond delay="1250"/>
                            </p:stCondLst>
                            <p:childTnLst>
                              <p:par>
                                <p:cTn id="142" presetID="1" presetClass="entr" presetSubtype="0" fill="hold" grpId="2" nodeType="afterEffect">
                                  <p:stCondLst>
                                    <p:cond delay="0"/>
                                  </p:stCondLst>
                                  <p:childTnLst>
                                    <p:set>
                                      <p:cBhvr>
                                        <p:cTn id="143" dur="1" fill="hold">
                                          <p:stCondLst>
                                            <p:cond delay="0"/>
                                          </p:stCondLst>
                                        </p:cTn>
                                        <p:tgtEl>
                                          <p:spTgt spid="278"/>
                                        </p:tgtEl>
                                        <p:attrNameLst>
                                          <p:attrName>style.visibility</p:attrName>
                                        </p:attrNameLst>
                                      </p:cBhvr>
                                      <p:to>
                                        <p:strVal val="visible"/>
                                      </p:to>
                                    </p:set>
                                  </p:childTnLst>
                                </p:cTn>
                              </p:par>
                            </p:childTnLst>
                          </p:cTn>
                        </p:par>
                        <p:par>
                          <p:cTn id="144" fill="hold">
                            <p:stCondLst>
                              <p:cond delay="1250"/>
                            </p:stCondLst>
                            <p:childTnLst>
                              <p:par>
                                <p:cTn id="145" presetID="1" presetClass="entr" presetSubtype="0" fill="hold" grpId="2" nodeType="afterEffect">
                                  <p:stCondLst>
                                    <p:cond delay="0"/>
                                  </p:stCondLst>
                                  <p:childTnLst>
                                    <p:set>
                                      <p:cBhvr>
                                        <p:cTn id="146" dur="1" fill="hold">
                                          <p:stCondLst>
                                            <p:cond delay="0"/>
                                          </p:stCondLst>
                                        </p:cTn>
                                        <p:tgtEl>
                                          <p:spTgt spid="279"/>
                                        </p:tgtEl>
                                        <p:attrNameLst>
                                          <p:attrName>style.visibility</p:attrName>
                                        </p:attrNameLst>
                                      </p:cBhvr>
                                      <p:to>
                                        <p:strVal val="visible"/>
                                      </p:to>
                                    </p:set>
                                  </p:childTnLst>
                                </p:cTn>
                              </p:par>
                            </p:childTnLst>
                          </p:cTn>
                        </p:par>
                        <p:par>
                          <p:cTn id="147" fill="hold">
                            <p:stCondLst>
                              <p:cond delay="1250"/>
                            </p:stCondLst>
                            <p:childTnLst>
                              <p:par>
                                <p:cTn id="148" presetID="1" presetClass="entr" presetSubtype="0" fill="hold" grpId="2" nodeType="afterEffect">
                                  <p:stCondLst>
                                    <p:cond delay="0"/>
                                  </p:stCondLst>
                                  <p:childTnLst>
                                    <p:set>
                                      <p:cBhvr>
                                        <p:cTn id="149" dur="1" fill="hold">
                                          <p:stCondLst>
                                            <p:cond delay="0"/>
                                          </p:stCondLst>
                                        </p:cTn>
                                        <p:tgtEl>
                                          <p:spTgt spid="280"/>
                                        </p:tgtEl>
                                        <p:attrNameLst>
                                          <p:attrName>style.visibility</p:attrName>
                                        </p:attrNameLst>
                                      </p:cBhvr>
                                      <p:to>
                                        <p:strVal val="visible"/>
                                      </p:to>
                                    </p:set>
                                  </p:childTnLst>
                                </p:cTn>
                              </p:par>
                            </p:childTnLst>
                          </p:cTn>
                        </p:par>
                        <p:par>
                          <p:cTn id="150" fill="hold">
                            <p:stCondLst>
                              <p:cond delay="1250"/>
                            </p:stCondLst>
                            <p:childTnLst>
                              <p:par>
                                <p:cTn id="151" presetID="1" presetClass="entr" presetSubtype="0" fill="hold" grpId="2" nodeType="afterEffect">
                                  <p:stCondLst>
                                    <p:cond delay="0"/>
                                  </p:stCondLst>
                                  <p:childTnLst>
                                    <p:set>
                                      <p:cBhvr>
                                        <p:cTn id="152" dur="1" fill="hold">
                                          <p:stCondLst>
                                            <p:cond delay="0"/>
                                          </p:stCondLst>
                                        </p:cTn>
                                        <p:tgtEl>
                                          <p:spTgt spid="281"/>
                                        </p:tgtEl>
                                        <p:attrNameLst>
                                          <p:attrName>style.visibility</p:attrName>
                                        </p:attrNameLst>
                                      </p:cBhvr>
                                      <p:to>
                                        <p:strVal val="visible"/>
                                      </p:to>
                                    </p:set>
                                  </p:childTnLst>
                                </p:cTn>
                              </p:par>
                            </p:childTnLst>
                          </p:cTn>
                        </p:par>
                        <p:par>
                          <p:cTn id="153" fill="hold">
                            <p:stCondLst>
                              <p:cond delay="1250"/>
                            </p:stCondLst>
                            <p:childTnLst>
                              <p:par>
                                <p:cTn id="154" presetID="1" presetClass="entr" presetSubtype="0" fill="hold" grpId="2" nodeType="afterEffect">
                                  <p:stCondLst>
                                    <p:cond delay="0"/>
                                  </p:stCondLst>
                                  <p:childTnLst>
                                    <p:set>
                                      <p:cBhvr>
                                        <p:cTn id="155" dur="1" fill="hold">
                                          <p:stCondLst>
                                            <p:cond delay="0"/>
                                          </p:stCondLst>
                                        </p:cTn>
                                        <p:tgtEl>
                                          <p:spTgt spid="283"/>
                                        </p:tgtEl>
                                        <p:attrNameLst>
                                          <p:attrName>style.visibility</p:attrName>
                                        </p:attrNameLst>
                                      </p:cBhvr>
                                      <p:to>
                                        <p:strVal val="visible"/>
                                      </p:to>
                                    </p:set>
                                  </p:childTnLst>
                                </p:cTn>
                              </p:par>
                            </p:childTnLst>
                          </p:cTn>
                        </p:par>
                        <p:par>
                          <p:cTn id="156" fill="hold">
                            <p:stCondLst>
                              <p:cond delay="1250"/>
                            </p:stCondLst>
                            <p:childTnLst>
                              <p:par>
                                <p:cTn id="157" presetID="1" presetClass="entr" presetSubtype="0" fill="hold" grpId="2" nodeType="afterEffect">
                                  <p:stCondLst>
                                    <p:cond delay="0"/>
                                  </p:stCondLst>
                                  <p:childTnLst>
                                    <p:set>
                                      <p:cBhvr>
                                        <p:cTn id="158" dur="1" fill="hold">
                                          <p:stCondLst>
                                            <p:cond delay="0"/>
                                          </p:stCondLst>
                                        </p:cTn>
                                        <p:tgtEl>
                                          <p:spTgt spid="282"/>
                                        </p:tgtEl>
                                        <p:attrNameLst>
                                          <p:attrName>style.visibility</p:attrName>
                                        </p:attrNameLst>
                                      </p:cBhvr>
                                      <p:to>
                                        <p:strVal val="visible"/>
                                      </p:to>
                                    </p:set>
                                  </p:childTnLst>
                                </p:cTn>
                              </p:par>
                            </p:childTnLst>
                          </p:cTn>
                        </p:par>
                        <p:par>
                          <p:cTn id="159" fill="hold">
                            <p:stCondLst>
                              <p:cond delay="1250"/>
                            </p:stCondLst>
                            <p:childTnLst>
                              <p:par>
                                <p:cTn id="160" presetID="1" presetClass="entr" presetSubtype="0" fill="hold" grpId="2" nodeType="afterEffect">
                                  <p:stCondLst>
                                    <p:cond delay="0"/>
                                  </p:stCondLst>
                                  <p:childTnLst>
                                    <p:set>
                                      <p:cBhvr>
                                        <p:cTn id="161" dur="1" fill="hold">
                                          <p:stCondLst>
                                            <p:cond delay="0"/>
                                          </p:stCondLst>
                                        </p:cTn>
                                        <p:tgtEl>
                                          <p:spTgt spid="284"/>
                                        </p:tgtEl>
                                        <p:attrNameLst>
                                          <p:attrName>style.visibility</p:attrName>
                                        </p:attrNameLst>
                                      </p:cBhvr>
                                      <p:to>
                                        <p:strVal val="visible"/>
                                      </p:to>
                                    </p:set>
                                  </p:childTnLst>
                                </p:cTn>
                              </p:par>
                            </p:childTnLst>
                          </p:cTn>
                        </p:par>
                        <p:par>
                          <p:cTn id="162" fill="hold">
                            <p:stCondLst>
                              <p:cond delay="1250"/>
                            </p:stCondLst>
                            <p:childTnLst>
                              <p:par>
                                <p:cTn id="163" presetID="1" presetClass="entr" presetSubtype="0" fill="hold" grpId="2" nodeType="afterEffect">
                                  <p:stCondLst>
                                    <p:cond delay="0"/>
                                  </p:stCondLst>
                                  <p:childTnLst>
                                    <p:set>
                                      <p:cBhvr>
                                        <p:cTn id="164" dur="1" fill="hold">
                                          <p:stCondLst>
                                            <p:cond delay="0"/>
                                          </p:stCondLst>
                                        </p:cTn>
                                        <p:tgtEl>
                                          <p:spTgt spid="285"/>
                                        </p:tgtEl>
                                        <p:attrNameLst>
                                          <p:attrName>style.visibility</p:attrName>
                                        </p:attrNameLst>
                                      </p:cBhvr>
                                      <p:to>
                                        <p:strVal val="visible"/>
                                      </p:to>
                                    </p:set>
                                  </p:childTnLst>
                                </p:cTn>
                              </p:par>
                            </p:childTnLst>
                          </p:cTn>
                        </p:par>
                        <p:par>
                          <p:cTn id="165" fill="hold">
                            <p:stCondLst>
                              <p:cond delay="1250"/>
                            </p:stCondLst>
                            <p:childTnLst>
                              <p:par>
                                <p:cTn id="166" presetID="1" presetClass="entr" presetSubtype="0" fill="hold" grpId="2" nodeType="afterEffect">
                                  <p:stCondLst>
                                    <p:cond delay="0"/>
                                  </p:stCondLst>
                                  <p:childTnLst>
                                    <p:set>
                                      <p:cBhvr>
                                        <p:cTn id="167" dur="1" fill="hold">
                                          <p:stCondLst>
                                            <p:cond delay="0"/>
                                          </p:stCondLst>
                                        </p:cTn>
                                        <p:tgtEl>
                                          <p:spTgt spid="286"/>
                                        </p:tgtEl>
                                        <p:attrNameLst>
                                          <p:attrName>style.visibility</p:attrName>
                                        </p:attrNameLst>
                                      </p:cBhvr>
                                      <p:to>
                                        <p:strVal val="visible"/>
                                      </p:to>
                                    </p:set>
                                  </p:childTnLst>
                                </p:cTn>
                              </p:par>
                            </p:childTnLst>
                          </p:cTn>
                        </p:par>
                        <p:par>
                          <p:cTn id="168" fill="hold">
                            <p:stCondLst>
                              <p:cond delay="1250"/>
                            </p:stCondLst>
                            <p:childTnLst>
                              <p:par>
                                <p:cTn id="169" presetID="1" presetClass="entr" presetSubtype="0" fill="hold" grpId="2" nodeType="afterEffect">
                                  <p:stCondLst>
                                    <p:cond delay="0"/>
                                  </p:stCondLst>
                                  <p:childTnLst>
                                    <p:set>
                                      <p:cBhvr>
                                        <p:cTn id="170" dur="1" fill="hold">
                                          <p:stCondLst>
                                            <p:cond delay="0"/>
                                          </p:stCondLst>
                                        </p:cTn>
                                        <p:tgtEl>
                                          <p:spTgt spid="288"/>
                                        </p:tgtEl>
                                        <p:attrNameLst>
                                          <p:attrName>style.visibility</p:attrName>
                                        </p:attrNameLst>
                                      </p:cBhvr>
                                      <p:to>
                                        <p:strVal val="visible"/>
                                      </p:to>
                                    </p:set>
                                  </p:childTnLst>
                                </p:cTn>
                              </p:par>
                            </p:childTnLst>
                          </p:cTn>
                        </p:par>
                        <p:par>
                          <p:cTn id="171" fill="hold">
                            <p:stCondLst>
                              <p:cond delay="1250"/>
                            </p:stCondLst>
                            <p:childTnLst>
                              <p:par>
                                <p:cTn id="172" presetID="1" presetClass="entr" presetSubtype="0" fill="hold" grpId="2" nodeType="afterEffect">
                                  <p:stCondLst>
                                    <p:cond delay="0"/>
                                  </p:stCondLst>
                                  <p:childTnLst>
                                    <p:set>
                                      <p:cBhvr>
                                        <p:cTn id="173" dur="1" fill="hold">
                                          <p:stCondLst>
                                            <p:cond delay="0"/>
                                          </p:stCondLst>
                                        </p:cTn>
                                        <p:tgtEl>
                                          <p:spTgt spid="287"/>
                                        </p:tgtEl>
                                        <p:attrNameLst>
                                          <p:attrName>style.visibility</p:attrName>
                                        </p:attrNameLst>
                                      </p:cBhvr>
                                      <p:to>
                                        <p:strVal val="visible"/>
                                      </p:to>
                                    </p:set>
                                  </p:childTnLst>
                                </p:cTn>
                              </p:par>
                            </p:childTnLst>
                          </p:cTn>
                        </p:par>
                        <p:par>
                          <p:cTn id="174" fill="hold">
                            <p:stCondLst>
                              <p:cond delay="1250"/>
                            </p:stCondLst>
                            <p:childTnLst>
                              <p:par>
                                <p:cTn id="175" presetID="26" presetClass="emph" presetSubtype="0" fill="hold" grpId="1" nodeType="afterEffect">
                                  <p:stCondLst>
                                    <p:cond delay="250"/>
                                  </p:stCondLst>
                                  <p:childTnLst>
                                    <p:animEffect transition="out" filter="fade">
                                      <p:cBhvr>
                                        <p:cTn id="176" dur="500" tmFilter="0, 0; .2, .5; .8, .5; 1, 0"/>
                                        <p:tgtEl>
                                          <p:spTgt spid="177"/>
                                        </p:tgtEl>
                                      </p:cBhvr>
                                    </p:animEffect>
                                    <p:animScale>
                                      <p:cBhvr>
                                        <p:cTn id="177" dur="250" autoRev="1" fill="hold"/>
                                        <p:tgtEl>
                                          <p:spTgt spid="177"/>
                                        </p:tgtEl>
                                      </p:cBhvr>
                                      <p:by x="105000" y="105000"/>
                                    </p:animScale>
                                  </p:childTnLst>
                                </p:cTn>
                              </p:par>
                            </p:childTnLst>
                          </p:cTn>
                        </p:par>
                        <p:par>
                          <p:cTn id="178" fill="hold">
                            <p:stCondLst>
                              <p:cond delay="2000"/>
                            </p:stCondLst>
                            <p:childTnLst>
                              <p:par>
                                <p:cTn id="179" presetID="26" presetClass="emph" presetSubtype="0" fill="hold" grpId="1" nodeType="afterEffect">
                                  <p:stCondLst>
                                    <p:cond delay="250"/>
                                  </p:stCondLst>
                                  <p:childTnLst>
                                    <p:animEffect transition="out" filter="fade">
                                      <p:cBhvr>
                                        <p:cTn id="180" dur="500" tmFilter="0, 0; .2, .5; .8, .5; 1, 0"/>
                                        <p:tgtEl>
                                          <p:spTgt spid="175"/>
                                        </p:tgtEl>
                                      </p:cBhvr>
                                    </p:animEffect>
                                    <p:animScale>
                                      <p:cBhvr>
                                        <p:cTn id="181" dur="250" autoRev="1" fill="hold"/>
                                        <p:tgtEl>
                                          <p:spTgt spid="175"/>
                                        </p:tgtEl>
                                      </p:cBhvr>
                                      <p:by x="105000" y="105000"/>
                                    </p:animScale>
                                  </p:childTnLst>
                                </p:cTn>
                              </p:par>
                            </p:childTnLst>
                          </p:cTn>
                        </p:par>
                        <p:par>
                          <p:cTn id="182" fill="hold">
                            <p:stCondLst>
                              <p:cond delay="2750"/>
                            </p:stCondLst>
                            <p:childTnLst>
                              <p:par>
                                <p:cTn id="183" presetID="26" presetClass="emph" presetSubtype="0" fill="hold" grpId="1" nodeType="afterEffect">
                                  <p:stCondLst>
                                    <p:cond delay="250"/>
                                  </p:stCondLst>
                                  <p:childTnLst>
                                    <p:animEffect transition="out" filter="fade">
                                      <p:cBhvr>
                                        <p:cTn id="184" dur="500" tmFilter="0, 0; .2, .5; .8, .5; 1, 0"/>
                                        <p:tgtEl>
                                          <p:spTgt spid="139"/>
                                        </p:tgtEl>
                                      </p:cBhvr>
                                    </p:animEffect>
                                    <p:animScale>
                                      <p:cBhvr>
                                        <p:cTn id="185" dur="250" autoRev="1" fill="hold"/>
                                        <p:tgtEl>
                                          <p:spTgt spid="139"/>
                                        </p:tgtEl>
                                      </p:cBhvr>
                                      <p:by x="105000" y="105000"/>
                                    </p:animScale>
                                  </p:childTnLst>
                                </p:cTn>
                              </p:par>
                              <p:par>
                                <p:cTn id="186" presetID="26" presetClass="emph" presetSubtype="0" fill="hold" grpId="1" nodeType="withEffect">
                                  <p:stCondLst>
                                    <p:cond delay="0"/>
                                  </p:stCondLst>
                                  <p:childTnLst>
                                    <p:animEffect transition="out" filter="fade">
                                      <p:cBhvr>
                                        <p:cTn id="187" dur="500" tmFilter="0, 0; .2, .5; .8, .5; 1, 0"/>
                                        <p:tgtEl>
                                          <p:spTgt spid="138"/>
                                        </p:tgtEl>
                                      </p:cBhvr>
                                    </p:animEffect>
                                    <p:animScale>
                                      <p:cBhvr>
                                        <p:cTn id="188" dur="250" autoRev="1" fill="hold"/>
                                        <p:tgtEl>
                                          <p:spTgt spid="138"/>
                                        </p:tgtEl>
                                      </p:cBhvr>
                                      <p:by x="105000" y="105000"/>
                                    </p:animScale>
                                  </p:childTnLst>
                                </p:cTn>
                              </p:par>
                            </p:childTnLst>
                          </p:cTn>
                        </p:par>
                        <p:par>
                          <p:cTn id="189" fill="hold">
                            <p:stCondLst>
                              <p:cond delay="3500"/>
                            </p:stCondLst>
                            <p:childTnLst>
                              <p:par>
                                <p:cTn id="190" presetID="26" presetClass="emph" presetSubtype="0" fill="hold" grpId="1" nodeType="afterEffect">
                                  <p:stCondLst>
                                    <p:cond delay="250"/>
                                  </p:stCondLst>
                                  <p:childTnLst>
                                    <p:animEffect transition="out" filter="fade">
                                      <p:cBhvr>
                                        <p:cTn id="191" dur="500" tmFilter="0, 0; .2, .5; .8, .5; 1, 0"/>
                                        <p:tgtEl>
                                          <p:spTgt spid="141"/>
                                        </p:tgtEl>
                                      </p:cBhvr>
                                    </p:animEffect>
                                    <p:animScale>
                                      <p:cBhvr>
                                        <p:cTn id="192" dur="250" autoRev="1" fill="hold"/>
                                        <p:tgtEl>
                                          <p:spTgt spid="141"/>
                                        </p:tgtEl>
                                      </p:cBhvr>
                                      <p:by x="105000" y="105000"/>
                                    </p:animScale>
                                  </p:childTnLst>
                                </p:cTn>
                              </p:par>
                              <p:par>
                                <p:cTn id="193" presetID="26" presetClass="emph" presetSubtype="0" fill="hold" grpId="1" nodeType="withEffect">
                                  <p:stCondLst>
                                    <p:cond delay="0"/>
                                  </p:stCondLst>
                                  <p:childTnLst>
                                    <p:animEffect transition="out" filter="fade">
                                      <p:cBhvr>
                                        <p:cTn id="194" dur="500" tmFilter="0, 0; .2, .5; .8, .5; 1, 0"/>
                                        <p:tgtEl>
                                          <p:spTgt spid="143"/>
                                        </p:tgtEl>
                                      </p:cBhvr>
                                    </p:animEffect>
                                    <p:animScale>
                                      <p:cBhvr>
                                        <p:cTn id="195" dur="250" autoRev="1" fill="hold"/>
                                        <p:tgtEl>
                                          <p:spTgt spid="143"/>
                                        </p:tgtEl>
                                      </p:cBhvr>
                                      <p:by x="105000" y="105000"/>
                                    </p:animScale>
                                  </p:childTnLst>
                                </p:cTn>
                              </p:par>
                              <p:par>
                                <p:cTn id="196" presetID="26" presetClass="emph" presetSubtype="0" fill="hold" grpId="1" nodeType="withEffect">
                                  <p:stCondLst>
                                    <p:cond delay="0"/>
                                  </p:stCondLst>
                                  <p:childTnLst>
                                    <p:animEffect transition="out" filter="fade">
                                      <p:cBhvr>
                                        <p:cTn id="197" dur="500" tmFilter="0, 0; .2, .5; .8, .5; 1, 0"/>
                                        <p:tgtEl>
                                          <p:spTgt spid="145"/>
                                        </p:tgtEl>
                                      </p:cBhvr>
                                    </p:animEffect>
                                    <p:animScale>
                                      <p:cBhvr>
                                        <p:cTn id="198" dur="250" autoRev="1" fill="hold"/>
                                        <p:tgtEl>
                                          <p:spTgt spid="145"/>
                                        </p:tgtEl>
                                      </p:cBhvr>
                                      <p:by x="105000" y="105000"/>
                                    </p:animScale>
                                  </p:childTnLst>
                                </p:cTn>
                              </p:par>
                              <p:par>
                                <p:cTn id="199" presetID="26" presetClass="emph" presetSubtype="0" fill="hold" grpId="1" nodeType="withEffect">
                                  <p:stCondLst>
                                    <p:cond delay="0"/>
                                  </p:stCondLst>
                                  <p:childTnLst>
                                    <p:animEffect transition="out" filter="fade">
                                      <p:cBhvr>
                                        <p:cTn id="200" dur="500" tmFilter="0, 0; .2, .5; .8, .5; 1, 0"/>
                                        <p:tgtEl>
                                          <p:spTgt spid="144"/>
                                        </p:tgtEl>
                                      </p:cBhvr>
                                    </p:animEffect>
                                    <p:animScale>
                                      <p:cBhvr>
                                        <p:cTn id="201" dur="250" autoRev="1" fill="hold"/>
                                        <p:tgtEl>
                                          <p:spTgt spid="144"/>
                                        </p:tgtEl>
                                      </p:cBhvr>
                                      <p:by x="105000" y="105000"/>
                                    </p:animScale>
                                  </p:childTnLst>
                                </p:cTn>
                              </p:par>
                              <p:par>
                                <p:cTn id="202" presetID="26" presetClass="emph" presetSubtype="0" fill="hold" grpId="1" nodeType="withEffect">
                                  <p:stCondLst>
                                    <p:cond delay="0"/>
                                  </p:stCondLst>
                                  <p:childTnLst>
                                    <p:animEffect transition="out" filter="fade">
                                      <p:cBhvr>
                                        <p:cTn id="203" dur="500" tmFilter="0, 0; .2, .5; .8, .5; 1, 0"/>
                                        <p:tgtEl>
                                          <p:spTgt spid="147"/>
                                        </p:tgtEl>
                                      </p:cBhvr>
                                    </p:animEffect>
                                    <p:animScale>
                                      <p:cBhvr>
                                        <p:cTn id="204" dur="250" autoRev="1" fill="hold"/>
                                        <p:tgtEl>
                                          <p:spTgt spid="147"/>
                                        </p:tgtEl>
                                      </p:cBhvr>
                                      <p:by x="105000" y="105000"/>
                                    </p:animScale>
                                  </p:childTnLst>
                                </p:cTn>
                              </p:par>
                              <p:par>
                                <p:cTn id="205" presetID="26" presetClass="emph" presetSubtype="0" fill="hold" grpId="1" nodeType="withEffect">
                                  <p:stCondLst>
                                    <p:cond delay="0"/>
                                  </p:stCondLst>
                                  <p:childTnLst>
                                    <p:animEffect transition="out" filter="fade">
                                      <p:cBhvr>
                                        <p:cTn id="206" dur="500" tmFilter="0, 0; .2, .5; .8, .5; 1, 0"/>
                                        <p:tgtEl>
                                          <p:spTgt spid="146"/>
                                        </p:tgtEl>
                                      </p:cBhvr>
                                    </p:animEffect>
                                    <p:animScale>
                                      <p:cBhvr>
                                        <p:cTn id="207" dur="250" autoRev="1" fill="hold"/>
                                        <p:tgtEl>
                                          <p:spTgt spid="146"/>
                                        </p:tgtEl>
                                      </p:cBhvr>
                                      <p:by x="105000" y="105000"/>
                                    </p:animScale>
                                  </p:childTnLst>
                                </p:cTn>
                              </p:par>
                              <p:par>
                                <p:cTn id="208" presetID="26" presetClass="emph" presetSubtype="0" fill="hold" grpId="1" nodeType="withEffect">
                                  <p:stCondLst>
                                    <p:cond delay="0"/>
                                  </p:stCondLst>
                                  <p:childTnLst>
                                    <p:animEffect transition="out" filter="fade">
                                      <p:cBhvr>
                                        <p:cTn id="209" dur="500" tmFilter="0, 0; .2, .5; .8, .5; 1, 0"/>
                                        <p:tgtEl>
                                          <p:spTgt spid="148"/>
                                        </p:tgtEl>
                                      </p:cBhvr>
                                    </p:animEffect>
                                    <p:animScale>
                                      <p:cBhvr>
                                        <p:cTn id="210" dur="250" autoRev="1" fill="hold"/>
                                        <p:tgtEl>
                                          <p:spTgt spid="148"/>
                                        </p:tgtEl>
                                      </p:cBhvr>
                                      <p:by x="105000" y="105000"/>
                                    </p:animScale>
                                  </p:childTnLst>
                                </p:cTn>
                              </p:par>
                              <p:par>
                                <p:cTn id="211" presetID="26" presetClass="emph" presetSubtype="0" fill="hold" grpId="1" nodeType="withEffect">
                                  <p:stCondLst>
                                    <p:cond delay="0"/>
                                  </p:stCondLst>
                                  <p:childTnLst>
                                    <p:animEffect transition="out" filter="fade">
                                      <p:cBhvr>
                                        <p:cTn id="212" dur="500" tmFilter="0, 0; .2, .5; .8, .5; 1, 0"/>
                                        <p:tgtEl>
                                          <p:spTgt spid="149"/>
                                        </p:tgtEl>
                                      </p:cBhvr>
                                    </p:animEffect>
                                    <p:animScale>
                                      <p:cBhvr>
                                        <p:cTn id="213" dur="250" autoRev="1" fill="hold"/>
                                        <p:tgtEl>
                                          <p:spTgt spid="149"/>
                                        </p:tgtEl>
                                      </p:cBhvr>
                                      <p:by x="105000" y="105000"/>
                                    </p:animScale>
                                  </p:childTnLst>
                                </p:cTn>
                              </p:par>
                              <p:par>
                                <p:cTn id="214" presetID="26" presetClass="emph" presetSubtype="0" fill="hold" grpId="1" nodeType="withEffect">
                                  <p:stCondLst>
                                    <p:cond delay="0"/>
                                  </p:stCondLst>
                                  <p:childTnLst>
                                    <p:animEffect transition="out" filter="fade">
                                      <p:cBhvr>
                                        <p:cTn id="215" dur="500" tmFilter="0, 0; .2, .5; .8, .5; 1, 0"/>
                                        <p:tgtEl>
                                          <p:spTgt spid="151"/>
                                        </p:tgtEl>
                                      </p:cBhvr>
                                    </p:animEffect>
                                    <p:animScale>
                                      <p:cBhvr>
                                        <p:cTn id="216" dur="250" autoRev="1" fill="hold"/>
                                        <p:tgtEl>
                                          <p:spTgt spid="151"/>
                                        </p:tgtEl>
                                      </p:cBhvr>
                                      <p:by x="105000" y="105000"/>
                                    </p:animScale>
                                  </p:childTnLst>
                                </p:cTn>
                              </p:par>
                              <p:par>
                                <p:cTn id="217" presetID="26" presetClass="emph" presetSubtype="0" fill="hold" grpId="1" nodeType="withEffect">
                                  <p:stCondLst>
                                    <p:cond delay="0"/>
                                  </p:stCondLst>
                                  <p:childTnLst>
                                    <p:animEffect transition="out" filter="fade">
                                      <p:cBhvr>
                                        <p:cTn id="218" dur="500" tmFilter="0, 0; .2, .5; .8, .5; 1, 0"/>
                                        <p:tgtEl>
                                          <p:spTgt spid="150"/>
                                        </p:tgtEl>
                                      </p:cBhvr>
                                    </p:animEffect>
                                    <p:animScale>
                                      <p:cBhvr>
                                        <p:cTn id="219" dur="250" autoRev="1" fill="hold"/>
                                        <p:tgtEl>
                                          <p:spTgt spid="150"/>
                                        </p:tgtEl>
                                      </p:cBhvr>
                                      <p:by x="105000" y="105000"/>
                                    </p:animScale>
                                  </p:childTnLst>
                                </p:cTn>
                              </p:par>
                              <p:par>
                                <p:cTn id="220" presetID="26" presetClass="emph" presetSubtype="0" fill="hold" grpId="1" nodeType="withEffect">
                                  <p:stCondLst>
                                    <p:cond delay="0"/>
                                  </p:stCondLst>
                                  <p:childTnLst>
                                    <p:animEffect transition="out" filter="fade">
                                      <p:cBhvr>
                                        <p:cTn id="221" dur="500" tmFilter="0, 0; .2, .5; .8, .5; 1, 0"/>
                                        <p:tgtEl>
                                          <p:spTgt spid="153"/>
                                        </p:tgtEl>
                                      </p:cBhvr>
                                    </p:animEffect>
                                    <p:animScale>
                                      <p:cBhvr>
                                        <p:cTn id="222" dur="250" autoRev="1" fill="hold"/>
                                        <p:tgtEl>
                                          <p:spTgt spid="153"/>
                                        </p:tgtEl>
                                      </p:cBhvr>
                                      <p:by x="105000" y="105000"/>
                                    </p:animScale>
                                  </p:childTnLst>
                                </p:cTn>
                              </p:par>
                              <p:par>
                                <p:cTn id="223" presetID="26" presetClass="emph" presetSubtype="0" fill="hold" grpId="1" nodeType="withEffect">
                                  <p:stCondLst>
                                    <p:cond delay="0"/>
                                  </p:stCondLst>
                                  <p:childTnLst>
                                    <p:animEffect transition="out" filter="fade">
                                      <p:cBhvr>
                                        <p:cTn id="224" dur="500" tmFilter="0, 0; .2, .5; .8, .5; 1, 0"/>
                                        <p:tgtEl>
                                          <p:spTgt spid="152"/>
                                        </p:tgtEl>
                                      </p:cBhvr>
                                    </p:animEffect>
                                    <p:animScale>
                                      <p:cBhvr>
                                        <p:cTn id="225" dur="250" autoRev="1" fill="hold"/>
                                        <p:tgtEl>
                                          <p:spTgt spid="152"/>
                                        </p:tgtEl>
                                      </p:cBhvr>
                                      <p:by x="105000" y="105000"/>
                                    </p:animScale>
                                  </p:childTnLst>
                                </p:cTn>
                              </p:par>
                              <p:par>
                                <p:cTn id="226" presetID="26" presetClass="emph" presetSubtype="0" fill="hold" grpId="1" nodeType="withEffect">
                                  <p:stCondLst>
                                    <p:cond delay="0"/>
                                  </p:stCondLst>
                                  <p:childTnLst>
                                    <p:animEffect transition="out" filter="fade">
                                      <p:cBhvr>
                                        <p:cTn id="227" dur="500" tmFilter="0, 0; .2, .5; .8, .5; 1, 0"/>
                                        <p:tgtEl>
                                          <p:spTgt spid="154"/>
                                        </p:tgtEl>
                                      </p:cBhvr>
                                    </p:animEffect>
                                    <p:animScale>
                                      <p:cBhvr>
                                        <p:cTn id="228" dur="250" autoRev="1" fill="hold"/>
                                        <p:tgtEl>
                                          <p:spTgt spid="154"/>
                                        </p:tgtEl>
                                      </p:cBhvr>
                                      <p:by x="105000" y="105000"/>
                                    </p:animScale>
                                  </p:childTnLst>
                                </p:cTn>
                              </p:par>
                              <p:par>
                                <p:cTn id="229" presetID="26" presetClass="emph" presetSubtype="0" fill="hold" grpId="1" nodeType="withEffect">
                                  <p:stCondLst>
                                    <p:cond delay="0"/>
                                  </p:stCondLst>
                                  <p:childTnLst>
                                    <p:animEffect transition="out" filter="fade">
                                      <p:cBhvr>
                                        <p:cTn id="230" dur="500" tmFilter="0, 0; .2, .5; .8, .5; 1, 0"/>
                                        <p:tgtEl>
                                          <p:spTgt spid="155"/>
                                        </p:tgtEl>
                                      </p:cBhvr>
                                    </p:animEffect>
                                    <p:animScale>
                                      <p:cBhvr>
                                        <p:cTn id="231" dur="250" autoRev="1" fill="hold"/>
                                        <p:tgtEl>
                                          <p:spTgt spid="155"/>
                                        </p:tgtEl>
                                      </p:cBhvr>
                                      <p:by x="105000" y="105000"/>
                                    </p:animScale>
                                  </p:childTnLst>
                                </p:cTn>
                              </p:par>
                              <p:par>
                                <p:cTn id="232" presetID="26" presetClass="emph" presetSubtype="0" fill="hold" grpId="1" nodeType="withEffect">
                                  <p:stCondLst>
                                    <p:cond delay="0"/>
                                  </p:stCondLst>
                                  <p:childTnLst>
                                    <p:animEffect transition="out" filter="fade">
                                      <p:cBhvr>
                                        <p:cTn id="233" dur="500" tmFilter="0, 0; .2, .5; .8, .5; 1, 0"/>
                                        <p:tgtEl>
                                          <p:spTgt spid="157"/>
                                        </p:tgtEl>
                                      </p:cBhvr>
                                    </p:animEffect>
                                    <p:animScale>
                                      <p:cBhvr>
                                        <p:cTn id="234" dur="250" autoRev="1" fill="hold"/>
                                        <p:tgtEl>
                                          <p:spTgt spid="157"/>
                                        </p:tgtEl>
                                      </p:cBhvr>
                                      <p:by x="105000" y="105000"/>
                                    </p:animScale>
                                  </p:childTnLst>
                                </p:cTn>
                              </p:par>
                              <p:par>
                                <p:cTn id="235" presetID="26" presetClass="emph" presetSubtype="0" fill="hold" grpId="1" nodeType="withEffect">
                                  <p:stCondLst>
                                    <p:cond delay="0"/>
                                  </p:stCondLst>
                                  <p:childTnLst>
                                    <p:animEffect transition="out" filter="fade">
                                      <p:cBhvr>
                                        <p:cTn id="236" dur="500" tmFilter="0, 0; .2, .5; .8, .5; 1, 0"/>
                                        <p:tgtEl>
                                          <p:spTgt spid="156"/>
                                        </p:tgtEl>
                                      </p:cBhvr>
                                    </p:animEffect>
                                    <p:animScale>
                                      <p:cBhvr>
                                        <p:cTn id="237" dur="250" autoRev="1" fill="hold"/>
                                        <p:tgtEl>
                                          <p:spTgt spid="156"/>
                                        </p:tgtEl>
                                      </p:cBhvr>
                                      <p:by x="105000" y="105000"/>
                                    </p:animScale>
                                  </p:childTnLst>
                                </p:cTn>
                              </p:par>
                              <p:par>
                                <p:cTn id="238" presetID="26" presetClass="emph" presetSubtype="0" fill="hold" grpId="1" nodeType="withEffect">
                                  <p:stCondLst>
                                    <p:cond delay="0"/>
                                  </p:stCondLst>
                                  <p:childTnLst>
                                    <p:animEffect transition="out" filter="fade">
                                      <p:cBhvr>
                                        <p:cTn id="239" dur="500" tmFilter="0, 0; .2, .5; .8, .5; 1, 0"/>
                                        <p:tgtEl>
                                          <p:spTgt spid="258"/>
                                        </p:tgtEl>
                                      </p:cBhvr>
                                    </p:animEffect>
                                    <p:animScale>
                                      <p:cBhvr>
                                        <p:cTn id="240" dur="250" autoRev="1" fill="hold"/>
                                        <p:tgtEl>
                                          <p:spTgt spid="258"/>
                                        </p:tgtEl>
                                      </p:cBhvr>
                                      <p:by x="105000" y="105000"/>
                                    </p:animScale>
                                  </p:childTnLst>
                                </p:cTn>
                              </p:par>
                              <p:par>
                                <p:cTn id="241" presetID="26" presetClass="emph" presetSubtype="0" fill="hold" grpId="1" nodeType="withEffect">
                                  <p:stCondLst>
                                    <p:cond delay="0"/>
                                  </p:stCondLst>
                                  <p:childTnLst>
                                    <p:animEffect transition="out" filter="fade">
                                      <p:cBhvr>
                                        <p:cTn id="242" dur="500" tmFilter="0, 0; .2, .5; .8, .5; 1, 0"/>
                                        <p:tgtEl>
                                          <p:spTgt spid="257"/>
                                        </p:tgtEl>
                                      </p:cBhvr>
                                    </p:animEffect>
                                    <p:animScale>
                                      <p:cBhvr>
                                        <p:cTn id="243" dur="250" autoRev="1" fill="hold"/>
                                        <p:tgtEl>
                                          <p:spTgt spid="257"/>
                                        </p:tgtEl>
                                      </p:cBhvr>
                                      <p:by x="105000" y="105000"/>
                                    </p:animScale>
                                  </p:childTnLst>
                                </p:cTn>
                              </p:par>
                              <p:par>
                                <p:cTn id="244" presetID="26" presetClass="emph" presetSubtype="0" fill="hold" grpId="1" nodeType="withEffect">
                                  <p:stCondLst>
                                    <p:cond delay="0"/>
                                  </p:stCondLst>
                                  <p:childTnLst>
                                    <p:animEffect transition="out" filter="fade">
                                      <p:cBhvr>
                                        <p:cTn id="245" dur="500" tmFilter="0, 0; .2, .5; .8, .5; 1, 0"/>
                                        <p:tgtEl>
                                          <p:spTgt spid="259"/>
                                        </p:tgtEl>
                                      </p:cBhvr>
                                    </p:animEffect>
                                    <p:animScale>
                                      <p:cBhvr>
                                        <p:cTn id="246" dur="250" autoRev="1" fill="hold"/>
                                        <p:tgtEl>
                                          <p:spTgt spid="259"/>
                                        </p:tgtEl>
                                      </p:cBhvr>
                                      <p:by x="105000" y="105000"/>
                                    </p:animScale>
                                  </p:childTnLst>
                                </p:cTn>
                              </p:par>
                              <p:par>
                                <p:cTn id="247" presetID="26" presetClass="emph" presetSubtype="0" fill="hold" grpId="1" nodeType="withEffect">
                                  <p:stCondLst>
                                    <p:cond delay="0"/>
                                  </p:stCondLst>
                                  <p:childTnLst>
                                    <p:animEffect transition="out" filter="fade">
                                      <p:cBhvr>
                                        <p:cTn id="248" dur="500" tmFilter="0, 0; .2, .5; .8, .5; 1, 0"/>
                                        <p:tgtEl>
                                          <p:spTgt spid="260"/>
                                        </p:tgtEl>
                                      </p:cBhvr>
                                    </p:animEffect>
                                    <p:animScale>
                                      <p:cBhvr>
                                        <p:cTn id="249" dur="250" autoRev="1" fill="hold"/>
                                        <p:tgtEl>
                                          <p:spTgt spid="260"/>
                                        </p:tgtEl>
                                      </p:cBhvr>
                                      <p:by x="105000" y="105000"/>
                                    </p:animScale>
                                  </p:childTnLst>
                                </p:cTn>
                              </p:par>
                              <p:par>
                                <p:cTn id="250" presetID="26" presetClass="emph" presetSubtype="0" fill="hold" grpId="1" nodeType="withEffect">
                                  <p:stCondLst>
                                    <p:cond delay="0"/>
                                  </p:stCondLst>
                                  <p:childTnLst>
                                    <p:animEffect transition="out" filter="fade">
                                      <p:cBhvr>
                                        <p:cTn id="251" dur="500" tmFilter="0, 0; .2, .5; .8, .5; 1, 0"/>
                                        <p:tgtEl>
                                          <p:spTgt spid="262"/>
                                        </p:tgtEl>
                                      </p:cBhvr>
                                    </p:animEffect>
                                    <p:animScale>
                                      <p:cBhvr>
                                        <p:cTn id="252" dur="250" autoRev="1" fill="hold"/>
                                        <p:tgtEl>
                                          <p:spTgt spid="262"/>
                                        </p:tgtEl>
                                      </p:cBhvr>
                                      <p:by x="105000" y="105000"/>
                                    </p:animScale>
                                  </p:childTnLst>
                                </p:cTn>
                              </p:par>
                              <p:par>
                                <p:cTn id="253" presetID="26" presetClass="emph" presetSubtype="0" fill="hold" grpId="1" nodeType="withEffect">
                                  <p:stCondLst>
                                    <p:cond delay="0"/>
                                  </p:stCondLst>
                                  <p:childTnLst>
                                    <p:animEffect transition="out" filter="fade">
                                      <p:cBhvr>
                                        <p:cTn id="254" dur="500" tmFilter="0, 0; .2, .5; .8, .5; 1, 0"/>
                                        <p:tgtEl>
                                          <p:spTgt spid="261"/>
                                        </p:tgtEl>
                                      </p:cBhvr>
                                    </p:animEffect>
                                    <p:animScale>
                                      <p:cBhvr>
                                        <p:cTn id="255" dur="250" autoRev="1" fill="hold"/>
                                        <p:tgtEl>
                                          <p:spTgt spid="261"/>
                                        </p:tgtEl>
                                      </p:cBhvr>
                                      <p:by x="105000" y="105000"/>
                                    </p:animScale>
                                  </p:childTnLst>
                                </p:cTn>
                              </p:par>
                              <p:par>
                                <p:cTn id="256" presetID="26" presetClass="emph" presetSubtype="0" fill="hold" grpId="1" nodeType="withEffect">
                                  <p:stCondLst>
                                    <p:cond delay="0"/>
                                  </p:stCondLst>
                                  <p:childTnLst>
                                    <p:animEffect transition="out" filter="fade">
                                      <p:cBhvr>
                                        <p:cTn id="257" dur="500" tmFilter="0, 0; .2, .5; .8, .5; 1, 0"/>
                                        <p:tgtEl>
                                          <p:spTgt spid="263"/>
                                        </p:tgtEl>
                                      </p:cBhvr>
                                    </p:animEffect>
                                    <p:animScale>
                                      <p:cBhvr>
                                        <p:cTn id="258" dur="250" autoRev="1" fill="hold"/>
                                        <p:tgtEl>
                                          <p:spTgt spid="263"/>
                                        </p:tgtEl>
                                      </p:cBhvr>
                                      <p:by x="105000" y="105000"/>
                                    </p:animScale>
                                  </p:childTnLst>
                                </p:cTn>
                              </p:par>
                              <p:par>
                                <p:cTn id="259" presetID="26" presetClass="emph" presetSubtype="0" fill="hold" grpId="1" nodeType="withEffect">
                                  <p:stCondLst>
                                    <p:cond delay="0"/>
                                  </p:stCondLst>
                                  <p:childTnLst>
                                    <p:animEffect transition="out" filter="fade">
                                      <p:cBhvr>
                                        <p:cTn id="260" dur="500" tmFilter="0, 0; .2, .5; .8, .5; 1, 0"/>
                                        <p:tgtEl>
                                          <p:spTgt spid="264"/>
                                        </p:tgtEl>
                                      </p:cBhvr>
                                    </p:animEffect>
                                    <p:animScale>
                                      <p:cBhvr>
                                        <p:cTn id="261" dur="250" autoRev="1" fill="hold"/>
                                        <p:tgtEl>
                                          <p:spTgt spid="264"/>
                                        </p:tgtEl>
                                      </p:cBhvr>
                                      <p:by x="105000" y="105000"/>
                                    </p:animScale>
                                  </p:childTnLst>
                                </p:cTn>
                              </p:par>
                              <p:par>
                                <p:cTn id="262" presetID="26" presetClass="emph" presetSubtype="0" fill="hold" grpId="1" nodeType="withEffect">
                                  <p:stCondLst>
                                    <p:cond delay="0"/>
                                  </p:stCondLst>
                                  <p:childTnLst>
                                    <p:animEffect transition="out" filter="fade">
                                      <p:cBhvr>
                                        <p:cTn id="263" dur="500" tmFilter="0, 0; .2, .5; .8, .5; 1, 0"/>
                                        <p:tgtEl>
                                          <p:spTgt spid="265"/>
                                        </p:tgtEl>
                                      </p:cBhvr>
                                    </p:animEffect>
                                    <p:animScale>
                                      <p:cBhvr>
                                        <p:cTn id="264" dur="250" autoRev="1" fill="hold"/>
                                        <p:tgtEl>
                                          <p:spTgt spid="265"/>
                                        </p:tgtEl>
                                      </p:cBhvr>
                                      <p:by x="105000" y="105000"/>
                                    </p:animScale>
                                  </p:childTnLst>
                                </p:cTn>
                              </p:par>
                              <p:par>
                                <p:cTn id="265" presetID="26" presetClass="emph" presetSubtype="0" fill="hold" grpId="1" nodeType="withEffect">
                                  <p:stCondLst>
                                    <p:cond delay="0"/>
                                  </p:stCondLst>
                                  <p:childTnLst>
                                    <p:animEffect transition="out" filter="fade">
                                      <p:cBhvr>
                                        <p:cTn id="266" dur="500" tmFilter="0, 0; .2, .5; .8, .5; 1, 0"/>
                                        <p:tgtEl>
                                          <p:spTgt spid="267"/>
                                        </p:tgtEl>
                                      </p:cBhvr>
                                    </p:animEffect>
                                    <p:animScale>
                                      <p:cBhvr>
                                        <p:cTn id="267" dur="250" autoRev="1" fill="hold"/>
                                        <p:tgtEl>
                                          <p:spTgt spid="267"/>
                                        </p:tgtEl>
                                      </p:cBhvr>
                                      <p:by x="105000" y="105000"/>
                                    </p:animScale>
                                  </p:childTnLst>
                                </p:cTn>
                              </p:par>
                              <p:par>
                                <p:cTn id="268" presetID="26" presetClass="emph" presetSubtype="0" fill="hold" grpId="1" nodeType="withEffect">
                                  <p:stCondLst>
                                    <p:cond delay="0"/>
                                  </p:stCondLst>
                                  <p:childTnLst>
                                    <p:animEffect transition="out" filter="fade">
                                      <p:cBhvr>
                                        <p:cTn id="269" dur="500" tmFilter="0, 0; .2, .5; .8, .5; 1, 0"/>
                                        <p:tgtEl>
                                          <p:spTgt spid="266"/>
                                        </p:tgtEl>
                                      </p:cBhvr>
                                    </p:animEffect>
                                    <p:animScale>
                                      <p:cBhvr>
                                        <p:cTn id="270" dur="250" autoRev="1" fill="hold"/>
                                        <p:tgtEl>
                                          <p:spTgt spid="266"/>
                                        </p:tgtEl>
                                      </p:cBhvr>
                                      <p:by x="105000" y="105000"/>
                                    </p:animScale>
                                  </p:childTnLst>
                                </p:cTn>
                              </p:par>
                              <p:par>
                                <p:cTn id="271" presetID="26" presetClass="emph" presetSubtype="0" fill="hold" grpId="1" nodeType="withEffect">
                                  <p:stCondLst>
                                    <p:cond delay="0"/>
                                  </p:stCondLst>
                                  <p:childTnLst>
                                    <p:animEffect transition="out" filter="fade">
                                      <p:cBhvr>
                                        <p:cTn id="272" dur="500" tmFilter="0, 0; .2, .5; .8, .5; 1, 0"/>
                                        <p:tgtEl>
                                          <p:spTgt spid="269"/>
                                        </p:tgtEl>
                                      </p:cBhvr>
                                    </p:animEffect>
                                    <p:animScale>
                                      <p:cBhvr>
                                        <p:cTn id="273" dur="250" autoRev="1" fill="hold"/>
                                        <p:tgtEl>
                                          <p:spTgt spid="269"/>
                                        </p:tgtEl>
                                      </p:cBhvr>
                                      <p:by x="105000" y="105000"/>
                                    </p:animScale>
                                  </p:childTnLst>
                                </p:cTn>
                              </p:par>
                              <p:par>
                                <p:cTn id="274" presetID="26" presetClass="emph" presetSubtype="0" fill="hold" grpId="1" nodeType="withEffect">
                                  <p:stCondLst>
                                    <p:cond delay="0"/>
                                  </p:stCondLst>
                                  <p:childTnLst>
                                    <p:animEffect transition="out" filter="fade">
                                      <p:cBhvr>
                                        <p:cTn id="275" dur="500" tmFilter="0, 0; .2, .5; .8, .5; 1, 0"/>
                                        <p:tgtEl>
                                          <p:spTgt spid="268"/>
                                        </p:tgtEl>
                                      </p:cBhvr>
                                    </p:animEffect>
                                    <p:animScale>
                                      <p:cBhvr>
                                        <p:cTn id="276" dur="250" autoRev="1" fill="hold"/>
                                        <p:tgtEl>
                                          <p:spTgt spid="268"/>
                                        </p:tgtEl>
                                      </p:cBhvr>
                                      <p:by x="105000" y="105000"/>
                                    </p:animScale>
                                  </p:childTnLst>
                                </p:cTn>
                              </p:par>
                              <p:par>
                                <p:cTn id="277" presetID="26" presetClass="emph" presetSubtype="0" fill="hold" grpId="1" nodeType="withEffect">
                                  <p:stCondLst>
                                    <p:cond delay="0"/>
                                  </p:stCondLst>
                                  <p:childTnLst>
                                    <p:animEffect transition="out" filter="fade">
                                      <p:cBhvr>
                                        <p:cTn id="278" dur="500" tmFilter="0, 0; .2, .5; .8, .5; 1, 0"/>
                                        <p:tgtEl>
                                          <p:spTgt spid="270"/>
                                        </p:tgtEl>
                                      </p:cBhvr>
                                    </p:animEffect>
                                    <p:animScale>
                                      <p:cBhvr>
                                        <p:cTn id="279" dur="250" autoRev="1" fill="hold"/>
                                        <p:tgtEl>
                                          <p:spTgt spid="270"/>
                                        </p:tgtEl>
                                      </p:cBhvr>
                                      <p:by x="105000" y="105000"/>
                                    </p:animScale>
                                  </p:childTnLst>
                                </p:cTn>
                              </p:par>
                              <p:par>
                                <p:cTn id="280" presetID="26" presetClass="emph" presetSubtype="0" fill="hold" grpId="1" nodeType="withEffect">
                                  <p:stCondLst>
                                    <p:cond delay="0"/>
                                  </p:stCondLst>
                                  <p:childTnLst>
                                    <p:animEffect transition="out" filter="fade">
                                      <p:cBhvr>
                                        <p:cTn id="281" dur="500" tmFilter="0, 0; .2, .5; .8, .5; 1, 0"/>
                                        <p:tgtEl>
                                          <p:spTgt spid="271"/>
                                        </p:tgtEl>
                                      </p:cBhvr>
                                    </p:animEffect>
                                    <p:animScale>
                                      <p:cBhvr>
                                        <p:cTn id="282" dur="250" autoRev="1" fill="hold"/>
                                        <p:tgtEl>
                                          <p:spTgt spid="271"/>
                                        </p:tgtEl>
                                      </p:cBhvr>
                                      <p:by x="105000" y="105000"/>
                                    </p:animScale>
                                  </p:childTnLst>
                                </p:cTn>
                              </p:par>
                              <p:par>
                                <p:cTn id="283" presetID="26" presetClass="emph" presetSubtype="0" fill="hold" grpId="1" nodeType="withEffect">
                                  <p:stCondLst>
                                    <p:cond delay="0"/>
                                  </p:stCondLst>
                                  <p:childTnLst>
                                    <p:animEffect transition="out" filter="fade">
                                      <p:cBhvr>
                                        <p:cTn id="284" dur="500" tmFilter="0, 0; .2, .5; .8, .5; 1, 0"/>
                                        <p:tgtEl>
                                          <p:spTgt spid="272"/>
                                        </p:tgtEl>
                                      </p:cBhvr>
                                    </p:animEffect>
                                    <p:animScale>
                                      <p:cBhvr>
                                        <p:cTn id="285" dur="250" autoRev="1" fill="hold"/>
                                        <p:tgtEl>
                                          <p:spTgt spid="272"/>
                                        </p:tgtEl>
                                      </p:cBhvr>
                                      <p:by x="105000" y="105000"/>
                                    </p:animScale>
                                  </p:childTnLst>
                                </p:cTn>
                              </p:par>
                              <p:par>
                                <p:cTn id="286" presetID="26" presetClass="emph" presetSubtype="0" fill="hold" grpId="1" nodeType="withEffect">
                                  <p:stCondLst>
                                    <p:cond delay="0"/>
                                  </p:stCondLst>
                                  <p:childTnLst>
                                    <p:animEffect transition="out" filter="fade">
                                      <p:cBhvr>
                                        <p:cTn id="287" dur="500" tmFilter="0, 0; .2, .5; .8, .5; 1, 0"/>
                                        <p:tgtEl>
                                          <p:spTgt spid="274"/>
                                        </p:tgtEl>
                                      </p:cBhvr>
                                    </p:animEffect>
                                    <p:animScale>
                                      <p:cBhvr>
                                        <p:cTn id="288" dur="250" autoRev="1" fill="hold"/>
                                        <p:tgtEl>
                                          <p:spTgt spid="274"/>
                                        </p:tgtEl>
                                      </p:cBhvr>
                                      <p:by x="105000" y="105000"/>
                                    </p:animScale>
                                  </p:childTnLst>
                                </p:cTn>
                              </p:par>
                              <p:par>
                                <p:cTn id="289" presetID="26" presetClass="emph" presetSubtype="0" fill="hold" grpId="1" nodeType="withEffect">
                                  <p:stCondLst>
                                    <p:cond delay="0"/>
                                  </p:stCondLst>
                                  <p:childTnLst>
                                    <p:animEffect transition="out" filter="fade">
                                      <p:cBhvr>
                                        <p:cTn id="290" dur="500" tmFilter="0, 0; .2, .5; .8, .5; 1, 0"/>
                                        <p:tgtEl>
                                          <p:spTgt spid="273"/>
                                        </p:tgtEl>
                                      </p:cBhvr>
                                    </p:animEffect>
                                    <p:animScale>
                                      <p:cBhvr>
                                        <p:cTn id="291" dur="250" autoRev="1" fill="hold"/>
                                        <p:tgtEl>
                                          <p:spTgt spid="273"/>
                                        </p:tgtEl>
                                      </p:cBhvr>
                                      <p:by x="105000" y="105000"/>
                                    </p:animScale>
                                  </p:childTnLst>
                                </p:cTn>
                              </p:par>
                              <p:par>
                                <p:cTn id="292" presetID="26" presetClass="emph" presetSubtype="0" fill="hold" grpId="1" nodeType="withEffect">
                                  <p:stCondLst>
                                    <p:cond delay="0"/>
                                  </p:stCondLst>
                                  <p:childTnLst>
                                    <p:animEffect transition="out" filter="fade">
                                      <p:cBhvr>
                                        <p:cTn id="293" dur="500" tmFilter="0, 0; .2, .5; .8, .5; 1, 0"/>
                                        <p:tgtEl>
                                          <p:spTgt spid="275"/>
                                        </p:tgtEl>
                                      </p:cBhvr>
                                    </p:animEffect>
                                    <p:animScale>
                                      <p:cBhvr>
                                        <p:cTn id="294" dur="250" autoRev="1" fill="hold"/>
                                        <p:tgtEl>
                                          <p:spTgt spid="275"/>
                                        </p:tgtEl>
                                      </p:cBhvr>
                                      <p:by x="105000" y="105000"/>
                                    </p:animScale>
                                  </p:childTnLst>
                                </p:cTn>
                              </p:par>
                              <p:par>
                                <p:cTn id="295" presetID="26" presetClass="emph" presetSubtype="0" fill="hold" grpId="1" nodeType="withEffect">
                                  <p:stCondLst>
                                    <p:cond delay="0"/>
                                  </p:stCondLst>
                                  <p:childTnLst>
                                    <p:animEffect transition="out" filter="fade">
                                      <p:cBhvr>
                                        <p:cTn id="296" dur="500" tmFilter="0, 0; .2, .5; .8, .5; 1, 0"/>
                                        <p:tgtEl>
                                          <p:spTgt spid="277"/>
                                        </p:tgtEl>
                                      </p:cBhvr>
                                    </p:animEffect>
                                    <p:animScale>
                                      <p:cBhvr>
                                        <p:cTn id="297" dur="250" autoRev="1" fill="hold"/>
                                        <p:tgtEl>
                                          <p:spTgt spid="277"/>
                                        </p:tgtEl>
                                      </p:cBhvr>
                                      <p:by x="105000" y="105000"/>
                                    </p:animScale>
                                  </p:childTnLst>
                                </p:cTn>
                              </p:par>
                              <p:par>
                                <p:cTn id="298" presetID="26" presetClass="emph" presetSubtype="0" fill="hold" grpId="1" nodeType="withEffect">
                                  <p:stCondLst>
                                    <p:cond delay="0"/>
                                  </p:stCondLst>
                                  <p:childTnLst>
                                    <p:animEffect transition="out" filter="fade">
                                      <p:cBhvr>
                                        <p:cTn id="299" dur="500" tmFilter="0, 0; .2, .5; .8, .5; 1, 0"/>
                                        <p:tgtEl>
                                          <p:spTgt spid="276"/>
                                        </p:tgtEl>
                                      </p:cBhvr>
                                    </p:animEffect>
                                    <p:animScale>
                                      <p:cBhvr>
                                        <p:cTn id="300" dur="250" autoRev="1" fill="hold"/>
                                        <p:tgtEl>
                                          <p:spTgt spid="276"/>
                                        </p:tgtEl>
                                      </p:cBhvr>
                                      <p:by x="105000" y="105000"/>
                                    </p:animScale>
                                  </p:childTnLst>
                                </p:cTn>
                              </p:par>
                              <p:par>
                                <p:cTn id="301" presetID="26" presetClass="emph" presetSubtype="0" fill="hold" grpId="1" nodeType="withEffect">
                                  <p:stCondLst>
                                    <p:cond delay="0"/>
                                  </p:stCondLst>
                                  <p:childTnLst>
                                    <p:animEffect transition="out" filter="fade">
                                      <p:cBhvr>
                                        <p:cTn id="302" dur="500" tmFilter="0, 0; .2, .5; .8, .5; 1, 0"/>
                                        <p:tgtEl>
                                          <p:spTgt spid="278"/>
                                        </p:tgtEl>
                                      </p:cBhvr>
                                    </p:animEffect>
                                    <p:animScale>
                                      <p:cBhvr>
                                        <p:cTn id="303" dur="250" autoRev="1" fill="hold"/>
                                        <p:tgtEl>
                                          <p:spTgt spid="278"/>
                                        </p:tgtEl>
                                      </p:cBhvr>
                                      <p:by x="105000" y="105000"/>
                                    </p:animScale>
                                  </p:childTnLst>
                                </p:cTn>
                              </p:par>
                              <p:par>
                                <p:cTn id="304" presetID="26" presetClass="emph" presetSubtype="0" fill="hold" grpId="1" nodeType="withEffect">
                                  <p:stCondLst>
                                    <p:cond delay="0"/>
                                  </p:stCondLst>
                                  <p:childTnLst>
                                    <p:animEffect transition="out" filter="fade">
                                      <p:cBhvr>
                                        <p:cTn id="305" dur="500" tmFilter="0, 0; .2, .5; .8, .5; 1, 0"/>
                                        <p:tgtEl>
                                          <p:spTgt spid="279"/>
                                        </p:tgtEl>
                                      </p:cBhvr>
                                    </p:animEffect>
                                    <p:animScale>
                                      <p:cBhvr>
                                        <p:cTn id="306" dur="250" autoRev="1" fill="hold"/>
                                        <p:tgtEl>
                                          <p:spTgt spid="279"/>
                                        </p:tgtEl>
                                      </p:cBhvr>
                                      <p:by x="105000" y="105000"/>
                                    </p:animScale>
                                  </p:childTnLst>
                                </p:cTn>
                              </p:par>
                              <p:par>
                                <p:cTn id="307" presetID="26" presetClass="emph" presetSubtype="0" fill="hold" grpId="1" nodeType="withEffect">
                                  <p:stCondLst>
                                    <p:cond delay="0"/>
                                  </p:stCondLst>
                                  <p:childTnLst>
                                    <p:animEffect transition="out" filter="fade">
                                      <p:cBhvr>
                                        <p:cTn id="308" dur="500" tmFilter="0, 0; .2, .5; .8, .5; 1, 0"/>
                                        <p:tgtEl>
                                          <p:spTgt spid="280"/>
                                        </p:tgtEl>
                                      </p:cBhvr>
                                    </p:animEffect>
                                    <p:animScale>
                                      <p:cBhvr>
                                        <p:cTn id="309" dur="250" autoRev="1" fill="hold"/>
                                        <p:tgtEl>
                                          <p:spTgt spid="280"/>
                                        </p:tgtEl>
                                      </p:cBhvr>
                                      <p:by x="105000" y="105000"/>
                                    </p:animScale>
                                  </p:childTnLst>
                                </p:cTn>
                              </p:par>
                              <p:par>
                                <p:cTn id="310" presetID="26" presetClass="emph" presetSubtype="0" fill="hold" grpId="1" nodeType="withEffect">
                                  <p:stCondLst>
                                    <p:cond delay="0"/>
                                  </p:stCondLst>
                                  <p:childTnLst>
                                    <p:animEffect transition="out" filter="fade">
                                      <p:cBhvr>
                                        <p:cTn id="311" dur="500" tmFilter="0, 0; .2, .5; .8, .5; 1, 0"/>
                                        <p:tgtEl>
                                          <p:spTgt spid="281"/>
                                        </p:tgtEl>
                                      </p:cBhvr>
                                    </p:animEffect>
                                    <p:animScale>
                                      <p:cBhvr>
                                        <p:cTn id="312" dur="250" autoRev="1" fill="hold"/>
                                        <p:tgtEl>
                                          <p:spTgt spid="281"/>
                                        </p:tgtEl>
                                      </p:cBhvr>
                                      <p:by x="105000" y="105000"/>
                                    </p:animScale>
                                  </p:childTnLst>
                                </p:cTn>
                              </p:par>
                              <p:par>
                                <p:cTn id="313" presetID="26" presetClass="emph" presetSubtype="0" fill="hold" grpId="1" nodeType="withEffect">
                                  <p:stCondLst>
                                    <p:cond delay="0"/>
                                  </p:stCondLst>
                                  <p:childTnLst>
                                    <p:animEffect transition="out" filter="fade">
                                      <p:cBhvr>
                                        <p:cTn id="314" dur="500" tmFilter="0, 0; .2, .5; .8, .5; 1, 0"/>
                                        <p:tgtEl>
                                          <p:spTgt spid="283"/>
                                        </p:tgtEl>
                                      </p:cBhvr>
                                    </p:animEffect>
                                    <p:animScale>
                                      <p:cBhvr>
                                        <p:cTn id="315" dur="250" autoRev="1" fill="hold"/>
                                        <p:tgtEl>
                                          <p:spTgt spid="283"/>
                                        </p:tgtEl>
                                      </p:cBhvr>
                                      <p:by x="105000" y="105000"/>
                                    </p:animScale>
                                  </p:childTnLst>
                                </p:cTn>
                              </p:par>
                              <p:par>
                                <p:cTn id="316" presetID="26" presetClass="emph" presetSubtype="0" fill="hold" grpId="1" nodeType="withEffect">
                                  <p:stCondLst>
                                    <p:cond delay="0"/>
                                  </p:stCondLst>
                                  <p:childTnLst>
                                    <p:animEffect transition="out" filter="fade">
                                      <p:cBhvr>
                                        <p:cTn id="317" dur="500" tmFilter="0, 0; .2, .5; .8, .5; 1, 0"/>
                                        <p:tgtEl>
                                          <p:spTgt spid="282"/>
                                        </p:tgtEl>
                                      </p:cBhvr>
                                    </p:animEffect>
                                    <p:animScale>
                                      <p:cBhvr>
                                        <p:cTn id="318" dur="250" autoRev="1" fill="hold"/>
                                        <p:tgtEl>
                                          <p:spTgt spid="282"/>
                                        </p:tgtEl>
                                      </p:cBhvr>
                                      <p:by x="105000" y="105000"/>
                                    </p:animScale>
                                  </p:childTnLst>
                                </p:cTn>
                              </p:par>
                              <p:par>
                                <p:cTn id="319" presetID="26" presetClass="emph" presetSubtype="0" fill="hold" grpId="1" nodeType="withEffect">
                                  <p:stCondLst>
                                    <p:cond delay="0"/>
                                  </p:stCondLst>
                                  <p:childTnLst>
                                    <p:animEffect transition="out" filter="fade">
                                      <p:cBhvr>
                                        <p:cTn id="320" dur="1100" tmFilter="0, 0; .2, .5; .8, .5; 1, 0"/>
                                        <p:tgtEl>
                                          <p:spTgt spid="284"/>
                                        </p:tgtEl>
                                      </p:cBhvr>
                                    </p:animEffect>
                                    <p:animScale>
                                      <p:cBhvr>
                                        <p:cTn id="321" dur="550" autoRev="1" fill="hold"/>
                                        <p:tgtEl>
                                          <p:spTgt spid="284"/>
                                        </p:tgtEl>
                                      </p:cBhvr>
                                      <p:by x="105000" y="105000"/>
                                    </p:animScale>
                                  </p:childTnLst>
                                </p:cTn>
                              </p:par>
                              <p:par>
                                <p:cTn id="322" presetID="26" presetClass="emph" presetSubtype="0" fill="hold" grpId="1" nodeType="withEffect">
                                  <p:stCondLst>
                                    <p:cond delay="0"/>
                                  </p:stCondLst>
                                  <p:childTnLst>
                                    <p:animEffect transition="out" filter="fade">
                                      <p:cBhvr>
                                        <p:cTn id="323" dur="1000" tmFilter="0, 0; .2, .5; .8, .5; 1, 0"/>
                                        <p:tgtEl>
                                          <p:spTgt spid="285"/>
                                        </p:tgtEl>
                                      </p:cBhvr>
                                    </p:animEffect>
                                    <p:animScale>
                                      <p:cBhvr>
                                        <p:cTn id="324" dur="500" autoRev="1" fill="hold"/>
                                        <p:tgtEl>
                                          <p:spTgt spid="285"/>
                                        </p:tgtEl>
                                      </p:cBhvr>
                                      <p:by x="105000" y="105000"/>
                                    </p:animScale>
                                  </p:childTnLst>
                                </p:cTn>
                              </p:par>
                              <p:par>
                                <p:cTn id="325" presetID="26" presetClass="emph" presetSubtype="0" fill="hold" grpId="1" nodeType="withEffect">
                                  <p:stCondLst>
                                    <p:cond delay="400"/>
                                  </p:stCondLst>
                                  <p:childTnLst>
                                    <p:animEffect transition="out" filter="fade">
                                      <p:cBhvr>
                                        <p:cTn id="326" dur="500" tmFilter="0, 0; .2, .5; .8, .5; 1, 0"/>
                                        <p:tgtEl>
                                          <p:spTgt spid="286"/>
                                        </p:tgtEl>
                                      </p:cBhvr>
                                    </p:animEffect>
                                    <p:animScale>
                                      <p:cBhvr>
                                        <p:cTn id="327" dur="250" autoRev="1" fill="hold"/>
                                        <p:tgtEl>
                                          <p:spTgt spid="286"/>
                                        </p:tgtEl>
                                      </p:cBhvr>
                                      <p:by x="105000" y="105000"/>
                                    </p:animScale>
                                  </p:childTnLst>
                                </p:cTn>
                              </p:par>
                              <p:par>
                                <p:cTn id="328" presetID="26" presetClass="emph" presetSubtype="0" fill="hold" grpId="1" nodeType="withEffect">
                                  <p:stCondLst>
                                    <p:cond delay="0"/>
                                  </p:stCondLst>
                                  <p:childTnLst>
                                    <p:animEffect transition="out" filter="fade">
                                      <p:cBhvr>
                                        <p:cTn id="329" dur="500" tmFilter="0, 0; .2, .5; .8, .5; 1, 0"/>
                                        <p:tgtEl>
                                          <p:spTgt spid="288"/>
                                        </p:tgtEl>
                                      </p:cBhvr>
                                    </p:animEffect>
                                    <p:animScale>
                                      <p:cBhvr>
                                        <p:cTn id="330" dur="250" autoRev="1" fill="hold"/>
                                        <p:tgtEl>
                                          <p:spTgt spid="288"/>
                                        </p:tgtEl>
                                      </p:cBhvr>
                                      <p:by x="105000" y="105000"/>
                                    </p:animScale>
                                  </p:childTnLst>
                                </p:cTn>
                              </p:par>
                              <p:par>
                                <p:cTn id="331" presetID="26" presetClass="emph" presetSubtype="0" fill="hold" grpId="1" nodeType="withEffect">
                                  <p:stCondLst>
                                    <p:cond delay="0"/>
                                  </p:stCondLst>
                                  <p:childTnLst>
                                    <p:animEffect transition="out" filter="fade">
                                      <p:cBhvr>
                                        <p:cTn id="332" dur="1100" tmFilter="0, 0; .2, .5; .8, .5; 1, 0"/>
                                        <p:tgtEl>
                                          <p:spTgt spid="287"/>
                                        </p:tgtEl>
                                      </p:cBhvr>
                                    </p:animEffect>
                                    <p:animScale>
                                      <p:cBhvr>
                                        <p:cTn id="333" dur="550" autoRev="1" fill="hold"/>
                                        <p:tgtEl>
                                          <p:spTgt spid="287"/>
                                        </p:tgtEl>
                                      </p:cBhvr>
                                      <p:by x="105000" y="105000"/>
                                    </p:animScale>
                                  </p:childTnLst>
                                </p:cTn>
                              </p:par>
                            </p:childTnLst>
                          </p:cTn>
                        </p:par>
                      </p:childTnLst>
                    </p:cTn>
                  </p:par>
                  <p:par>
                    <p:cTn id="334" fill="hold">
                      <p:stCondLst>
                        <p:cond delay="indefinite"/>
                      </p:stCondLst>
                      <p:childTnLst>
                        <p:par>
                          <p:cTn id="335" fill="hold">
                            <p:stCondLst>
                              <p:cond delay="0"/>
                            </p:stCondLst>
                            <p:childTnLst>
                              <p:par>
                                <p:cTn id="336" presetID="0" presetClass="path" presetSubtype="0" accel="50000" decel="50000" fill="hold" grpId="0" nodeType="clickEffect">
                                  <p:stCondLst>
                                    <p:cond delay="0"/>
                                  </p:stCondLst>
                                  <p:childTnLst>
                                    <p:animMotion origin="layout" path="M -0.00156 0.01028 L -0.00156 0.01028 C -0.00139 0.01305 -0.00139 0.01583 -0.00104 0.01861 C -0.00104 0.01944 -0.00086 0.02028 -0.00052 0.02083 C -0.00017 0.02167 0.00052 0.02194 0.00105 0.0225 C 0.00139 0.02361 0.00191 0.02472 0.00209 0.02583 C 0.00209 0.02694 0.00174 0.02778 0.00157 0.02861 C 0.00035 0.03111 -3.33333E-6 0.03083 -0.00156 0.03194 C -0.00225 0.0325 -0.00312 0.03333 -0.00364 0.03417 C -0.00468 0.03611 -0.00434 0.03805 -0.00312 0.03917 C -0.0026 0.04 -0.00173 0.03972 -0.00104 0.04028 C -0.00052 0.04028 -3.33333E-6 0.04083 0.00052 0.04083 C 0.00105 0.0425 0.00191 0.04417 0.00209 0.04583 C 0.00243 0.05194 0.00174 0.05528 0.00105 0.06028 C 0.00139 0.06139 0.00157 0.0625 0.00209 0.06361 C 0.00261 0.065 0.00417 0.06583 0.00417 0.0675 C 0.004 0.07167 0.00105 0.07694 -0.00052 0.08028 C 0.00052 0.08194 0.00139 0.08389 0.00261 0.08528 C 0.00313 0.08583 0.004 0.08555 0.00469 0.08583 C 0.00851 0.08833 0.00782 0.08778 0.01094 0.09194 C 0.01077 0.09361 0.01077 0.09528 0.01042 0.09694 C 0.00973 0.09917 0.00816 0.10278 0.0073 0.10528 C 0.00712 0.10639 0.00643 0.11972 0.00625 0.12194 C 0.00591 0.12361 0.00539 0.125 0.00521 0.12694 C 0.00486 0.12778 0.00504 0.12917 0.00469 0.13028 C 0.00417 0.13139 0.0033 0.1325 0.00261 0.13361 C -0.00121 0.15389 0.00174 0.14611 -0.00416 0.15861 C -0.00451 0.16028 -0.00503 0.16167 -0.0052 0.16361 C -0.00555 0.16444 -0.0059 0.16555 -0.00573 0.16694 C -0.00573 0.16889 -0.00503 0.17083 -0.00468 0.1725 C -0.00347 0.18667 -0.00347 0.18555 -0.0026 0.20861 C -0.00243 0.21694 -0.00364 0.22611 -0.00208 0.23417 C -0.00173 0.23694 0.00105 0.23694 0.00261 0.23861 C 0.00313 0.23889 0.00365 0.23972 0.00417 0.24028 C 0.00591 0.24861 0.00521 0.24444 0.00365 0.2625 C 0.00348 0.26389 0.00295 0.26472 0.00261 0.26583 C 0.00278 0.26861 0.00243 0.27111 0.00313 0.27361 C 0.0033 0.27417 0.00417 0.27389 0.00469 0.27417 C 0.00504 0.275 0.00539 0.27583 0.00573 0.27694 C 0.004 0.28722 0.00591 0.28055 0.00105 0.28861 C -0.00139 0.29222 0.00139 0.29028 -0.00156 0.29194 C -0.00139 0.29361 -0.00156 0.29528 -0.00104 0.29694 C -0.00086 0.2975 -3.33333E-6 0.29694 0.00052 0.2975 C 0.00087 0.29833 0.0007 0.29944 0.00105 0.30028 C 0.00122 0.30111 0.00174 0.30194 0.00209 0.3025 C 0.00157 0.31028 0.00243 0.31361 -0.00052 0.31917 C -0.00104 0.32 -0.00156 0.31972 -0.00208 0.32028 C -0.00034 0.32861 -0.00156 0.32555 0.00052 0.33028 C 0.0007 0.33083 0.00105 0.33167 0.00105 0.3325 C 0.0007 0.33611 -3.33333E-6 0.33583 -0.00156 0.33694 C 0.00087 0.3375 0.00348 0.33667 0.00573 0.33861 C 0.00643 0.33917 0.00434 0.34028 0.00365 0.34083 C 0.00295 0.34139 0.00226 0.34139 0.00157 0.34194 C 0.00105 0.34139 -0.00034 0.34111 -3.33333E-6 0.34028 C 0.00018 0.33917 0.00139 0.33889 0.00209 0.33917 C 0.00261 0.33972 0.00261 0.34361 0.00261 0.34444 L 0.00209 0.34083 L 0.00313 0.34194 " pathEditMode="relative" ptsTypes="AAAAAAAAAAAAAAAAAAAAAAAAAAAAAAAAAAAAAAAAAAAAAAAAAAAAAAAAAA">
                                      <p:cBhvr>
                                        <p:cTn id="337" dur="2000" fill="hold"/>
                                        <p:tgtEl>
                                          <p:spTgt spid="177"/>
                                        </p:tgtEl>
                                        <p:attrNameLst>
                                          <p:attrName>ppt_x</p:attrName>
                                          <p:attrName>ppt_y</p:attrName>
                                        </p:attrNameLst>
                                      </p:cBhvr>
                                    </p:animMotion>
                                  </p:childTnLst>
                                </p:cTn>
                              </p:par>
                              <p:par>
                                <p:cTn id="338" presetID="0" presetClass="path" presetSubtype="0" accel="50000" decel="50000" fill="hold" grpId="0" nodeType="withEffect">
                                  <p:stCondLst>
                                    <p:cond delay="0"/>
                                  </p:stCondLst>
                                  <p:childTnLst>
                                    <p:animMotion origin="layout" path="M 6.38889E-6 4.44444E-6 L 6.38889E-6 4.44444E-6 C 6.38889E-6 0.00583 0.00018 0.01222 0.00035 0.01805 C 0.00053 0.01944 0.00122 0.02055 0.00087 0.02139 C -0.00138 0.03027 -0.00121 0.02611 -0.00364 0.02972 C -0.00746 0.03527 -0.00694 0.03472 -0.00937 0.04083 C -0.00208 0.04527 -0.00434 0.04222 -0.00104 0.0475 C -0.0019 0.05027 -0.00277 0.05305 -0.00364 0.05583 C -0.00399 0.05666 -0.00434 0.0575 -0.00468 0.05805 C -0.00607 0.06111 -0.00746 0.06361 -0.00885 0.06639 C -0.00902 0.06805 -0.01006 0.06972 -0.00937 0.07083 C -0.00833 0.0725 -0.00624 0.07222 -0.00468 0.07305 C -0.00416 0.07361 -0.00364 0.07416 -0.00312 0.07472 C -0.00416 0.07694 -0.0052 0.07889 -0.00624 0.08083 C -0.00677 0.08139 -0.00763 0.08083 -0.00781 0.08139 C -0.0085 0.08305 -0.0085 0.08472 -0.00885 0.08639 C -0.00729 0.08722 -0.00555 0.0875 -0.00416 0.08972 C -0.00347 0.09139 -0.00312 0.09305 -0.0026 0.09472 C -0.0019 0.09889 -0.00138 0.10333 -0.00052 0.1075 C -0.00034 0.10916 6.38889E-6 0.11083 0.00035 0.1125 C -0.00156 0.11694 -0.00381 0.12111 -0.00572 0.12583 C -0.00607 0.12639 -0.00607 0.1275 -0.00624 0.12805 C -0.00677 0.13027 -0.00729 0.13194 -0.00781 0.13416 C -0.0059 0.13861 -0.00347 0.14222 -0.00312 0.14805 C -0.00312 0.15139 -0.00347 0.15416 -0.00364 0.1575 C -0.00381 0.16361 -0.00399 0.17027 -0.00416 0.17639 C -0.00468 0.18972 -0.00711 0.20277 -0.00572 0.21583 C -0.0052 0.22111 -0.00121 0.22416 0.00087 0.22805 C 0.00122 0.22972 0.00209 0.23139 0.00191 0.23305 C 0.00174 0.23527 0.00035 0.23694 6.38889E-6 0.23916 C -0.00052 0.24055 -0.00034 0.2425 -0.00052 0.24416 C 0.00105 0.2475 0.00157 0.24805 0.00244 0.2525 C 0.00296 0.25416 0.00313 0.25639 0.00348 0.25805 C 0.00365 0.26194 0.00382 0.26555 0.004 0.26916 C 0.00417 0.27027 0.00469 0.27111 0.00452 0.2725 C 0.00382 0.27944 0.00296 0.27805 0.00087 0.28305 C 0.00053 0.28416 0.00018 0.28527 6.38889E-6 0.28639 C -0.00018 0.2875 -0.00069 0.29111 -0.00104 0.2925 C -0.00138 0.29333 -0.00173 0.29416 -0.00208 0.29472 C -0.00225 0.29583 -0.00277 0.29639 -0.0026 0.2975 C -0.00225 0.30055 -0.00052 0.30027 0.00087 0.30083 C 0.00122 0.30139 0.00209 0.30222 0.00191 0.30305 C 0.00174 0.30527 0.00053 0.30694 6.38889E-6 0.30916 C -0.00034 0.30972 -0.00052 0.31055 -0.00052 0.31139 C -0.00138 0.31611 -0.00156 0.32111 -0.0026 0.32583 C -0.00295 0.32694 -0.00399 0.3275 -0.00468 0.32805 C -0.00364 0.32861 -0.0026 0.32889 -0.00156 0.32916 C -0.00034 0.32944 0.00139 0.32833 0.00244 0.32972 C 0.00313 0.33055 0.00157 0.33194 0.00087 0.3325 C -0.00018 0.33333 -0.0026 0.33416 -0.0026 0.33416 L -0.0026 0.33416 " pathEditMode="relative" ptsTypes="AAAAAAAAAAAAAAAAAAAAAAAAAAAAAAAAAAAAAAAAAAAAAAAAAAA">
                                      <p:cBhvr>
                                        <p:cTn id="339" dur="2000" fill="hold"/>
                                        <p:tgtEl>
                                          <p:spTgt spid="175"/>
                                        </p:tgtEl>
                                        <p:attrNameLst>
                                          <p:attrName>ppt_x</p:attrName>
                                          <p:attrName>ppt_y</p:attrName>
                                        </p:attrNameLst>
                                      </p:cBhvr>
                                    </p:animMotion>
                                  </p:childTnLst>
                                </p:cTn>
                              </p:par>
                              <p:par>
                                <p:cTn id="340" presetID="0" presetClass="path" presetSubtype="0" accel="50000" decel="50000" fill="hold" grpId="0" nodeType="withEffect">
                                  <p:stCondLst>
                                    <p:cond delay="0"/>
                                  </p:stCondLst>
                                  <p:childTnLst>
                                    <p:animMotion origin="layout" path="M -8.33333E-7 3.33333E-6 L -8.33333E-7 0.00027 C 0.00017 0.00277 0.00017 0.00555 0.00052 0.00833 C 0.00052 0.00916 0.0007 0.01 0.00104 0.01055 C 0.00139 0.01139 0.00208 0.01166 0.00261 0.01222 C 0.00295 0.01333 0.00347 0.01444 0.00365 0.01555 C 0.00365 0.01666 0.0033 0.0175 0.00313 0.01833 C 0.00191 0.02083 0.00156 0.02055 -8.33333E-7 0.02166 C -0.00069 0.02222 -0.00156 0.02305 -0.00208 0.02389 C -0.00312 0.02583 -0.00278 0.02777 -0.00156 0.02889 C -0.00104 0.02972 -0.00017 0.02944 0.00052 0.03 C 0.00104 0.03 0.00156 0.03055 0.00208 0.03055 C 0.00261 0.03222 0.00347 0.03389 0.00365 0.03555 C 0.00399 0.04166 0.0033 0.045 0.00261 0.05 C 0.00295 0.05111 0.00313 0.05222 0.00365 0.05333 C 0.00417 0.05472 0.00573 0.05555 0.00573 0.05722 C 0.00556 0.06139 0.00261 0.06666 0.00104 0.07 C 0.00208 0.07166 0.00295 0.07361 0.00417 0.075 C 0.00469 0.07555 0.00556 0.07527 0.00625 0.07555 C 0.01007 0.07805 0.00938 0.0775 0.0125 0.08166 C 0.01233 0.08333 0.01233 0.085 0.01198 0.08666 C 0.01129 0.08889 0.00972 0.0925 0.00886 0.095 C 0.00868 0.09611 0.00799 0.10944 0.00781 0.11166 C 0.00747 0.11333 0.00695 0.11472 0.00677 0.11666 C 0.00642 0.1175 0.0066 0.11889 0.00625 0.12 C 0.00573 0.12111 0.00486 0.12222 0.00417 0.12333 C 0.00035 0.14361 0.0033 0.13583 -0.0026 0.14833 C -0.00295 0.15 -0.00347 0.15139 -0.00364 0.15333 C -0.00399 0.15416 -0.00434 0.15527 -0.00417 0.15666 C -0.00417 0.15861 -0.00347 0.16055 -0.00312 0.16222 C -0.00191 0.17639 -0.00191 0.17527 -0.00104 0.19833 C -0.00087 0.20666 -0.00208 0.21583 -0.00052 0.22389 C -0.00017 0.22666 0.00261 0.22666 0.00417 0.22833 C 0.00469 0.22861 0.00521 0.22944 0.00573 0.23 C 0.00747 0.23833 0.00677 0.23416 0.00521 0.25222 C 0.00504 0.25361 0.00451 0.25444 0.00417 0.25555 C 0.00434 0.25833 0.00399 0.26083 0.00469 0.26333 C 0.00486 0.26389 0.00573 0.26361 0.00625 0.26389 C 0.0066 0.26472 0.00695 0.26555 0.00729 0.26666 C 0.00556 0.27694 0.00747 0.27027 0.00261 0.27833 C 0.00017 0.28194 0.00295 0.28 -8.33333E-7 0.28166 C 0.00017 0.28333 -8.33333E-7 0.285 0.00052 0.28666 C 0.0007 0.28722 0.00156 0.28666 0.00208 0.28722 C 0.00243 0.28805 0.00226 0.28916 0.00261 0.29 C 0.00278 0.29083 0.0033 0.29166 0.00365 0.29222 C 0.00313 0.3 0.00399 0.30333 0.00104 0.30889 C 0.00052 0.30972 -8.33333E-7 0.30944 -0.00052 0.31 C 0.00122 0.31833 -8.33333E-7 0.31527 0.00208 0.32 C 0.00226 0.32055 0.00261 0.32139 0.00261 0.32222 C 0.00226 0.32583 0.00156 0.32555 -8.33333E-7 0.32666 C 0.00243 0.32722 0.00504 0.32639 0.00729 0.32833 C 0.00799 0.32889 0.0059 0.33 0.00521 0.33055 C 0.00451 0.33111 0.00382 0.33111 0.00313 0.33166 C 0.00261 0.33111 0.00122 0.33083 0.00156 0.33 C 0.00174 0.32889 0.00295 0.32861 0.00365 0.32889 C 0.00417 0.32944 0.00417 0.33333 0.00417 0.33416 L 0.00365 0.33055 L 0.00469 0.33166 " pathEditMode="relative" rAng="0" ptsTypes="AAAAAAAAAAAAAAAAAAAAAAAAAAAAAAAAAAAAAAAAAAAAAAAAAAAAAAAAAA">
                                      <p:cBhvr>
                                        <p:cTn id="341" dur="3200" fill="hold"/>
                                        <p:tgtEl>
                                          <p:spTgt spid="139"/>
                                        </p:tgtEl>
                                        <p:attrNameLst>
                                          <p:attrName>ppt_x</p:attrName>
                                          <p:attrName>ppt_y</p:attrName>
                                        </p:attrNameLst>
                                      </p:cBhvr>
                                      <p:rCtr x="399" y="16694"/>
                                    </p:animMotion>
                                  </p:childTnLst>
                                </p:cTn>
                              </p:par>
                              <p:par>
                                <p:cTn id="342" presetID="0" presetClass="path" presetSubtype="0" accel="50000" decel="50000" fill="hold" grpId="0" nodeType="withEffect">
                                  <p:stCondLst>
                                    <p:cond delay="1800"/>
                                  </p:stCondLst>
                                  <p:childTnLst>
                                    <p:animMotion origin="layout" path="M -0.00417 -0.04222 L -0.00417 -0.04194 C -0.00417 -0.03639 -0.004 -0.03 -0.00382 -0.02417 C -0.00365 -0.02278 -0.00295 -0.02167 -0.0033 -0.02083 C -0.00556 -0.01194 -0.00539 -0.01611 -0.00782 -0.0125 C -0.01164 -0.00694 -0.01111 -0.0075 -0.01355 -0.00139 C -0.00625 0.00306 -0.00851 -1.11111E-6 -0.00521 0.00528 C -0.00608 0.00806 -0.00695 0.01083 -0.00782 0.01361 C -0.00816 0.01445 -0.00851 0.01528 -0.00886 0.01583 C -0.01025 0.01889 -0.01164 0.02139 -0.01302 0.02417 C -0.0132 0.02583 -0.01424 0.0275 -0.01355 0.02861 C -0.0125 0.03028 -0.01042 0.03 -0.00886 0.03083 C -0.00834 0.03139 -0.00782 0.03195 -0.0073 0.0325 C -0.00834 0.03472 -0.00938 0.03667 -0.01042 0.03861 C -0.01094 0.03917 -0.01181 0.03861 -0.01198 0.03917 C -0.01268 0.04083 -0.01268 0.0425 -0.01302 0.04417 C -0.01146 0.045 -0.00973 0.04528 -0.00834 0.0475 C -0.00764 0.04917 -0.0073 0.05083 -0.00677 0.0525 C -0.00608 0.05667 -0.00556 0.06111 -0.00469 0.06528 C -0.00452 0.06695 -0.00417 0.06861 -0.00382 0.07028 C -0.00573 0.07472 -0.00799 0.07889 -0.0099 0.08361 C -0.01025 0.08417 -0.01025 0.08528 -0.01042 0.08583 C -0.01094 0.08806 -0.01146 0.08972 -0.01198 0.09195 C -0.01007 0.09639 -0.00764 0.1 -0.0073 0.10583 C -0.0073 0.10917 -0.00764 0.11195 -0.00782 0.11528 C -0.00799 0.12139 -0.00816 0.12806 -0.00834 0.13417 C -0.00886 0.1475 -0.01129 0.16056 -0.0099 0.17361 C -0.00938 0.17889 -0.00539 0.18195 -0.0033 0.18583 C -0.00295 0.1875 -0.00209 0.18917 -0.00226 0.19083 C -0.00243 0.19306 -0.00382 0.19472 -0.00417 0.19695 C -0.00469 0.19833 -0.00452 0.20028 -0.00469 0.20195 C -0.00313 0.20528 -0.00261 0.20583 -0.00174 0.21028 C -0.00122 0.21195 -0.00105 0.21417 -0.0007 0.21583 C -0.00052 0.21972 -0.00035 0.22333 -0.00018 0.22695 C 3.61111E-6 0.22806 0.00052 0.22889 0.00034 0.23028 C -0.00035 0.23722 -0.00122 0.23583 -0.0033 0.24083 C -0.00365 0.24195 -0.004 0.24306 -0.00417 0.24417 C -0.00434 0.24528 -0.00486 0.24889 -0.00521 0.25028 C -0.00556 0.25111 -0.00591 0.25195 -0.00625 0.2525 C -0.00643 0.25361 -0.00695 0.25417 -0.00677 0.25528 C -0.00643 0.25833 -0.00469 0.25806 -0.0033 0.25861 C -0.00295 0.25917 -0.00209 0.26 -0.00226 0.26083 C -0.00243 0.26306 -0.00365 0.26472 -0.00417 0.26695 C -0.00452 0.2675 -0.00469 0.26833 -0.00469 0.26917 C -0.00556 0.27389 -0.00573 0.27889 -0.00677 0.28361 C -0.00712 0.28472 -0.00816 0.28528 -0.00886 0.28583 C -0.00782 0.28639 -0.00677 0.28667 -0.00573 0.28695 C -0.00452 0.28722 -0.00278 0.28611 -0.00174 0.2875 C -0.00105 0.28833 -0.00261 0.28972 -0.0033 0.29028 C -0.00434 0.29111 -0.00677 0.29195 -0.00677 0.29222 L -0.00677 0.29195 " pathEditMode="relative" rAng="0" ptsTypes="AAAAAAAAAAAAAAAAAAAAAAAAAAAAAAAAAAAAAAAAAAAAAAAAAAA">
                                      <p:cBhvr>
                                        <p:cTn id="343" dur="2300" fill="hold"/>
                                        <p:tgtEl>
                                          <p:spTgt spid="138"/>
                                        </p:tgtEl>
                                        <p:attrNameLst>
                                          <p:attrName>ppt_x</p:attrName>
                                          <p:attrName>ppt_y</p:attrName>
                                        </p:attrNameLst>
                                      </p:cBhvr>
                                      <p:rCtr x="-260" y="16722"/>
                                    </p:animMotion>
                                  </p:childTnLst>
                                </p:cTn>
                              </p:par>
                              <p:par>
                                <p:cTn id="344" presetID="0" presetClass="path" presetSubtype="0" accel="50000" decel="50000" fill="hold" grpId="0" nodeType="withEffect">
                                  <p:stCondLst>
                                    <p:cond delay="0"/>
                                  </p:stCondLst>
                                  <p:childTnLst>
                                    <p:animMotion origin="layout" path="M -0.00156 0.01028 L -0.00156 0.01056 C -0.00139 0.01306 -0.00139 0.01584 -0.00104 0.01861 C -0.00104 0.01945 -0.00087 0.02028 -0.00052 0.02084 C -0.00018 0.02167 0.00052 0.02195 0.00104 0.0225 C 0.00139 0.02361 0.00191 0.02472 0.00208 0.02584 C 0.00208 0.02695 0.00173 0.02778 0.00156 0.02861 C 0.00034 0.03111 2.5E-6 0.03084 -0.00156 0.03195 C -0.00226 0.0325 -0.00313 0.03334 -0.00365 0.03417 C -0.00469 0.03611 -0.00434 0.03806 -0.00313 0.03917 C -0.00261 0.04 -0.00174 0.03972 -0.00104 0.04028 C -0.00052 0.04028 2.5E-6 0.04084 0.00052 0.04084 C 0.00104 0.0425 0.00191 0.04417 0.00208 0.04584 C 0.00243 0.05195 0.00173 0.05528 0.00104 0.06028 C 0.00139 0.06139 0.00156 0.0625 0.00208 0.06361 C 0.0026 0.065 0.00416 0.06584 0.00416 0.0675 C 0.00399 0.07167 0.00104 0.07695 -0.00052 0.08028 C 0.00052 0.08195 0.00139 0.08389 0.0026 0.08528 C 0.00312 0.08584 0.00399 0.08556 0.00469 0.08584 C 0.0085 0.08834 0.00781 0.08778 0.01094 0.09195 C 0.01076 0.09361 0.01076 0.09528 0.01041 0.09695 C 0.00972 0.09917 0.00816 0.10278 0.00729 0.10528 C 0.00712 0.10639 0.00642 0.11972 0.00625 0.12195 C 0.0059 0.12361 0.00538 0.125 0.00521 0.12695 C 0.00486 0.12778 0.00503 0.12917 0.00469 0.13028 C 0.00416 0.13139 0.0033 0.1325 0.0026 0.13361 C -0.00122 0.15389 0.00173 0.14611 -0.00417 0.15861 C -0.00452 0.16028 -0.00504 0.16167 -0.00521 0.16361 C -0.00556 0.16445 -0.00591 0.16556 -0.00573 0.16695 C -0.00573 0.16889 -0.00504 0.17084 -0.00469 0.1725 C -0.00347 0.18667 -0.00347 0.18556 -0.00261 0.20861 C -0.00243 0.21695 -0.00365 0.22611 -0.00209 0.23417 C -0.00174 0.23695 0.00104 0.23695 0.0026 0.23861 C 0.00312 0.23889 0.00364 0.23972 0.00416 0.24028 C 0.0059 0.24861 0.00521 0.24445 0.00364 0.2625 C 0.00347 0.26389 0.00295 0.26472 0.0026 0.26584 C 0.00278 0.26861 0.00243 0.27111 0.00312 0.27361 C 0.0033 0.27417 0.00416 0.27389 0.00469 0.27417 C 0.00503 0.275 0.00538 0.27584 0.00573 0.27695 C 0.00399 0.28722 0.0059 0.28056 0.00104 0.28861 C -0.00139 0.29222 0.00139 0.29028 -0.00156 0.29195 C -0.00139 0.29361 -0.00156 0.29528 -0.00104 0.29695 C -0.00087 0.2975 2.5E-6 0.29695 0.00052 0.2975 C 0.00087 0.29834 0.00069 0.29945 0.00104 0.30028 C 0.00121 0.30111 0.00173 0.30195 0.00208 0.3025 C 0.00156 0.31028 0.00243 0.31361 -0.00052 0.31917 C -0.00104 0.32 -0.00156 0.31972 -0.00209 0.32028 C -0.00035 0.32861 -0.00156 0.32556 0.00052 0.33028 C 0.00069 0.33084 0.00104 0.33167 0.00104 0.3325 C 0.00069 0.33611 2.5E-6 0.33584 -0.00156 0.33695 C 0.00087 0.3375 0.00347 0.33667 0.00573 0.33861 C 0.00642 0.33917 0.00434 0.34028 0.00364 0.34084 C 0.00295 0.34139 0.00225 0.34139 0.00156 0.34195 C 0.00104 0.34139 -0.00035 0.34111 2.5E-6 0.34028 C 0.00017 0.33917 0.00139 0.33889 0.00208 0.33917 C 0.0026 0.33972 0.0026 0.34361 0.0026 0.34445 L 0.00208 0.34084 L 0.00312 0.34195 " pathEditMode="relative" rAng="0" ptsTypes="AAAAAAAAAAAAAAAAAAAAAAAAAAAAAAAAAAAAAAAAAAAAAAAAAAAAAAAAAA">
                                      <p:cBhvr>
                                        <p:cTn id="345" dur="2600" fill="hold"/>
                                        <p:tgtEl>
                                          <p:spTgt spid="141"/>
                                        </p:tgtEl>
                                        <p:attrNameLst>
                                          <p:attrName>ppt_x</p:attrName>
                                          <p:attrName>ppt_y</p:attrName>
                                        </p:attrNameLst>
                                      </p:cBhvr>
                                      <p:rCtr x="399" y="16694"/>
                                    </p:animMotion>
                                  </p:childTnLst>
                                </p:cTn>
                              </p:par>
                              <p:par>
                                <p:cTn id="346" presetID="0" presetClass="path" presetSubtype="0" accel="50000" decel="50000" fill="hold" grpId="0" nodeType="withEffect">
                                  <p:stCondLst>
                                    <p:cond delay="0"/>
                                  </p:stCondLst>
                                  <p:childTnLst>
                                    <p:animMotion origin="layout" path="M -0.00157 0.01028 L -0.00157 0.01056 C -0.00139 0.01306 -0.00139 0.01584 -0.00105 0.01861 C -0.00105 0.01945 -0.00087 0.02028 -0.00052 0.02084 C -0.00018 0.02167 0.00052 0.02195 0.00104 0.0225 C 0.00139 0.02361 0.00191 0.02473 0.00208 0.02584 C 0.00208 0.02695 0.00173 0.02778 0.00156 0.02861 C 0.00034 0.03111 3.88889E-6 0.03084 -0.00157 0.03195 C -0.00226 0.0325 -0.00313 0.03334 -0.00365 0.03417 C -0.00469 0.03611 -0.00434 0.03806 -0.00313 0.03917 C -0.00261 0.04 -0.00174 0.03973 -0.00105 0.04028 C -0.00052 0.04028 3.88889E-6 0.04084 0.00052 0.04084 C 0.00104 0.0425 0.00191 0.04417 0.00208 0.04584 C 0.00243 0.05195 0.00173 0.05528 0.00104 0.06028 C 0.00139 0.06139 0.00156 0.0625 0.00208 0.06361 C 0.0026 0.065 0.00416 0.06584 0.00416 0.0675 C 0.00399 0.07167 0.00104 0.07695 -0.00052 0.08028 C 0.00052 0.08195 0.00139 0.08389 0.0026 0.08528 C 0.00312 0.08584 0.00399 0.08556 0.00468 0.08584 C 0.0085 0.08834 0.00781 0.08778 0.01093 0.09195 C 0.01076 0.09361 0.01076 0.09528 0.01041 0.09695 C 0.00972 0.09917 0.00816 0.10278 0.00729 0.10528 C 0.00711 0.10639 0.00642 0.11973 0.00625 0.12195 C 0.0059 0.12361 0.00538 0.125 0.0052 0.12695 C 0.00486 0.12778 0.00503 0.12917 0.00468 0.13028 C 0.00416 0.13139 0.00329 0.1325 0.0026 0.13361 C -0.00122 0.15389 0.00173 0.14611 -0.00417 0.15861 C -0.00452 0.16028 -0.00504 0.16167 -0.00521 0.16361 C -0.00556 0.16445 -0.00591 0.16556 -0.00573 0.16695 C -0.00573 0.16889 -0.00504 0.17084 -0.00469 0.1725 C -0.00348 0.18667 -0.00348 0.18556 -0.00261 0.20861 C -0.00243 0.21695 -0.00365 0.22611 -0.00209 0.23417 C -0.00174 0.23695 0.00104 0.23695 0.0026 0.23861 C 0.00312 0.23889 0.00364 0.23973 0.00416 0.24028 C 0.0059 0.24861 0.0052 0.24445 0.00364 0.2625 C 0.00347 0.26389 0.00295 0.26473 0.0026 0.26584 C 0.00277 0.26861 0.00243 0.27111 0.00312 0.27361 C 0.00329 0.27417 0.00416 0.27389 0.00468 0.27417 C 0.00503 0.275 0.00538 0.27584 0.00573 0.27695 C 0.00399 0.28723 0.0059 0.28056 0.00104 0.28861 C -0.00139 0.29223 0.00139 0.29028 -0.00157 0.29195 C -0.00139 0.29361 -0.00157 0.29528 -0.00105 0.29695 C -0.00087 0.2975 3.88889E-6 0.29695 0.00052 0.2975 C 0.00086 0.29834 0.00069 0.29945 0.00104 0.30028 C 0.00121 0.30111 0.00173 0.30195 0.00208 0.3025 C 0.00156 0.31028 0.00243 0.31361 -0.00052 0.31917 C -0.00105 0.32 -0.00157 0.31973 -0.00209 0.32028 C -0.00035 0.32861 -0.00157 0.32556 0.00052 0.33028 C 0.00069 0.33084 0.00104 0.33167 0.00104 0.3325 C 0.00069 0.33611 3.88889E-6 0.33584 -0.00157 0.33695 C 0.00086 0.3375 0.00347 0.33667 0.00573 0.33861 C 0.00642 0.33917 0.00434 0.34028 0.00364 0.34084 C 0.00295 0.34139 0.00225 0.34139 0.00156 0.34195 C 0.00104 0.34139 -0.00035 0.34111 3.88889E-6 0.34028 C 0.00017 0.33917 0.00139 0.33889 0.00208 0.33917 C 0.0026 0.33973 0.0026 0.34361 0.0026 0.34445 L 0.00208 0.34084 L 0.00312 0.34195 " pathEditMode="relative" rAng="0" ptsTypes="AAAAAAAAAAAAAAAAAAAAAAAAAAAAAAAAAAAAAAAAAAAAAAAAAAAAAAAAAA">
                                      <p:cBhvr>
                                        <p:cTn id="347" dur="3500" fill="hold"/>
                                        <p:tgtEl>
                                          <p:spTgt spid="143"/>
                                        </p:tgtEl>
                                        <p:attrNameLst>
                                          <p:attrName>ppt_x</p:attrName>
                                          <p:attrName>ppt_y</p:attrName>
                                        </p:attrNameLst>
                                      </p:cBhvr>
                                      <p:rCtr x="399" y="16694"/>
                                    </p:animMotion>
                                  </p:childTnLst>
                                </p:cTn>
                              </p:par>
                              <p:par>
                                <p:cTn id="348" presetID="0" presetClass="path" presetSubtype="0" accel="50000" decel="50000" fill="hold" grpId="0" nodeType="withEffect">
                                  <p:stCondLst>
                                    <p:cond delay="400"/>
                                  </p:stCondLst>
                                  <p:childTnLst>
                                    <p:animMotion origin="layout" path="M -0.00157 0.01028 L -0.00157 0.01056 C -0.00139 0.01306 -0.00139 0.01583 -0.00105 0.01861 C -0.00105 0.01945 -0.00087 0.02028 -0.00053 0.02083 C -0.00018 0.02167 0.00052 0.02195 0.00104 0.0225 C 0.00138 0.02361 0.00191 0.02472 0.00208 0.02583 C 0.00208 0.02695 0.00173 0.02778 0.00156 0.02861 C 0.00034 0.03111 4.44444E-6 0.03083 -0.00157 0.03195 C -0.00226 0.0325 -0.00313 0.03333 -0.00365 0.03417 C -0.00469 0.03611 -0.00434 0.03806 -0.00313 0.03917 C -0.00261 0.04 -0.00174 0.03972 -0.00105 0.04028 C -0.00053 0.04028 4.44444E-6 0.04083 0.00052 0.04083 C 0.00104 0.0425 0.00191 0.04417 0.00208 0.04583 C 0.00243 0.05195 0.00173 0.05528 0.00104 0.06028 C 0.00138 0.06139 0.00156 0.0625 0.00208 0.06361 C 0.0026 0.065 0.00416 0.06583 0.00416 0.0675 C 0.00399 0.07167 0.00104 0.07695 -0.00053 0.08028 C 0.00052 0.08195 0.00138 0.08389 0.0026 0.08528 C 0.00312 0.08583 0.00399 0.08556 0.00468 0.08583 C 0.0085 0.08833 0.00781 0.08778 0.01093 0.09195 C 0.01076 0.09361 0.01076 0.09528 0.01041 0.09695 C 0.00972 0.09917 0.00816 0.10278 0.00729 0.10528 C 0.00711 0.10639 0.00642 0.11972 0.00625 0.12195 C 0.0059 0.12361 0.00538 0.125 0.0052 0.12695 C 0.00486 0.12778 0.00503 0.12917 0.00468 0.13028 C 0.00416 0.13139 0.00329 0.1325 0.0026 0.13361 C -0.00122 0.15389 0.00173 0.14611 -0.00417 0.15861 C -0.00452 0.16028 -0.00504 0.16167 -0.00521 0.16361 C -0.00556 0.16445 -0.00591 0.16556 -0.00573 0.16695 C -0.00573 0.16889 -0.00504 0.17083 -0.00469 0.1725 C -0.00348 0.18667 -0.00348 0.18556 -0.00261 0.20861 C -0.00243 0.21695 -0.00365 0.22611 -0.00209 0.23417 C -0.00174 0.23695 0.00104 0.23695 0.0026 0.23861 C 0.00312 0.23889 0.00364 0.23972 0.00416 0.24028 C 0.0059 0.24861 0.0052 0.24445 0.00364 0.2625 C 0.00347 0.26389 0.00295 0.26472 0.0026 0.26583 C 0.00277 0.26861 0.00243 0.27111 0.00312 0.27361 C 0.00329 0.27417 0.00416 0.27389 0.00468 0.27417 C 0.00503 0.275 0.00538 0.27583 0.00572 0.27695 C 0.00399 0.28722 0.0059 0.28056 0.00104 0.28861 C -0.00139 0.29222 0.00138 0.29028 -0.00157 0.29195 C -0.00139 0.29361 -0.00157 0.29528 -0.00105 0.29695 C -0.00087 0.2975 4.44444E-6 0.29695 0.00052 0.2975 C 0.00086 0.29833 0.00069 0.29945 0.00104 0.30028 C 0.00121 0.30111 0.00173 0.30195 0.00208 0.3025 C 0.00156 0.31028 0.00243 0.31361 -0.00053 0.31917 C -0.00105 0.32 -0.00157 0.31972 -0.00209 0.32028 C -0.00035 0.32861 -0.00157 0.32556 0.00052 0.33028 C 0.00069 0.33083 0.00104 0.33167 0.00104 0.3325 C 0.00069 0.33611 4.44444E-6 0.33583 -0.00157 0.33695 C 0.00086 0.3375 0.00347 0.33667 0.00572 0.33861 C 0.00642 0.33917 0.00434 0.34028 0.00364 0.34083 C 0.00295 0.34139 0.00225 0.34139 0.00156 0.34195 C 0.00104 0.34139 -0.00035 0.34111 4.44444E-6 0.34028 C 0.00017 0.33917 0.00138 0.33889 0.00208 0.33917 C 0.0026 0.33972 0.0026 0.34361 0.0026 0.34445 L 0.00208 0.34083 L 0.00312 0.34195 " pathEditMode="relative" rAng="0" ptsTypes="AAAAAAAAAAAAAAAAAAAAAAAAAAAAAAAAAAAAAAAAAAAAAAAAAAAAAAAAAA">
                                      <p:cBhvr>
                                        <p:cTn id="349" dur="2800" fill="hold"/>
                                        <p:tgtEl>
                                          <p:spTgt spid="145"/>
                                        </p:tgtEl>
                                        <p:attrNameLst>
                                          <p:attrName>ppt_x</p:attrName>
                                          <p:attrName>ppt_y</p:attrName>
                                        </p:attrNameLst>
                                      </p:cBhvr>
                                      <p:rCtr x="399" y="16694"/>
                                    </p:animMotion>
                                  </p:childTnLst>
                                </p:cTn>
                              </p:par>
                              <p:par>
                                <p:cTn id="350" presetID="0" presetClass="path" presetSubtype="0" accel="50000" decel="50000" fill="hold" grpId="0" nodeType="withEffect">
                                  <p:stCondLst>
                                    <p:cond delay="0"/>
                                  </p:stCondLst>
                                  <p:childTnLst>
                                    <p:animMotion origin="layout" path="M 2.77778E-6 -3.33333E-6 L 2.77778E-6 0.00028 C 2.77778E-6 0.00584 0.00017 0.01223 0.00034 0.01806 C 0.00052 0.01945 0.00121 0.02056 0.00087 0.02139 C -0.00139 0.03028 -0.00122 0.02611 -0.00365 0.02973 C -0.00747 0.03528 -0.00695 0.03473 -0.00938 0.04084 C -0.00209 0.04528 -0.00434 0.04223 -0.00104 0.0475 C -0.00191 0.05028 -0.00278 0.05306 -0.00365 0.05584 C -0.004 0.05667 -0.00434 0.0575 -0.00469 0.05806 C -0.00608 0.06111 -0.00747 0.06361 -0.00886 0.06639 C -0.00903 0.06806 -0.01007 0.06973 -0.00938 0.07084 C -0.00834 0.0725 -0.00625 0.07223 -0.00469 0.07306 C -0.00417 0.07361 -0.00365 0.07417 -0.00313 0.07473 C -0.00417 0.07695 -0.00521 0.07889 -0.00625 0.08084 C -0.00677 0.08139 -0.00764 0.08084 -0.00782 0.08139 C -0.00851 0.08306 -0.00851 0.08473 -0.00886 0.08639 C -0.00729 0.08723 -0.00556 0.0875 -0.00417 0.08973 C -0.00347 0.09139 -0.00313 0.09306 -0.00261 0.09473 C -0.00191 0.09889 -0.00139 0.10334 -0.00052 0.1075 C -0.00035 0.10917 2.77778E-6 0.11084 0.00034 0.1125 C -0.00157 0.11695 -0.00382 0.12111 -0.00573 0.12584 C -0.00608 0.12639 -0.00608 0.1275 -0.00625 0.12806 C -0.00677 0.13028 -0.00729 0.13195 -0.00782 0.13417 C -0.00591 0.13861 -0.00347 0.14223 -0.00313 0.14806 C -0.00313 0.15139 -0.00347 0.15417 -0.00365 0.1575 C -0.00382 0.16361 -0.004 0.17028 -0.00417 0.17639 C -0.00469 0.18973 -0.00712 0.20278 -0.00573 0.21584 C -0.00521 0.22111 -0.00122 0.22417 0.00087 0.22806 C 0.00121 0.22973 0.00208 0.23139 0.00191 0.23306 C 0.00173 0.23528 0.00034 0.23695 2.77778E-6 0.23917 C -0.00052 0.24056 -0.00035 0.2425 -0.00052 0.24417 C 0.00104 0.2475 0.00156 0.24806 0.00243 0.2525 C 0.00295 0.25417 0.00312 0.25639 0.00347 0.25806 C 0.00364 0.26195 0.00382 0.26556 0.00399 0.26917 C 0.00416 0.27028 0.00468 0.27111 0.00451 0.2725 C 0.00382 0.27945 0.00295 0.27806 0.00087 0.28306 C 0.00052 0.28417 0.00017 0.28528 2.77778E-6 0.28639 C -0.00018 0.2875 -0.0007 0.29111 -0.00104 0.2925 C -0.00139 0.29334 -0.00174 0.29417 -0.00209 0.29473 C -0.00226 0.29584 -0.00278 0.29639 -0.00261 0.2975 C -0.00226 0.30056 -0.00052 0.30028 0.00087 0.30084 C 0.00121 0.30139 0.00208 0.30223 0.00191 0.30306 C 0.00173 0.30528 0.00052 0.30695 2.77778E-6 0.30917 C -0.00035 0.30973 -0.00052 0.31056 -0.00052 0.31139 C -0.00139 0.31611 -0.00157 0.32111 -0.00261 0.32584 C -0.00295 0.32695 -0.004 0.3275 -0.00469 0.32806 C -0.00365 0.32861 -0.00261 0.32889 -0.00157 0.32917 C -0.00035 0.32945 0.00139 0.32834 0.00243 0.32973 C 0.00312 0.33056 0.00156 0.33195 0.00087 0.3325 C -0.00018 0.33334 -0.00261 0.33417 -0.00261 0.33445 L -0.00261 0.33417 " pathEditMode="relative" rAng="0" ptsTypes="AAAAAAAAAAAAAAAAAAAAAAAAAAAAAAAAAAAAAAAAAAAAAAAAAAA">
                                      <p:cBhvr>
                                        <p:cTn id="351" dur="3000" fill="hold"/>
                                        <p:tgtEl>
                                          <p:spTgt spid="144"/>
                                        </p:tgtEl>
                                        <p:attrNameLst>
                                          <p:attrName>ppt_x</p:attrName>
                                          <p:attrName>ppt_y</p:attrName>
                                        </p:attrNameLst>
                                      </p:cBhvr>
                                      <p:rCtr x="-260" y="16722"/>
                                    </p:animMotion>
                                  </p:childTnLst>
                                </p:cTn>
                              </p:par>
                              <p:par>
                                <p:cTn id="352" presetID="0" presetClass="path" presetSubtype="0" accel="50000" decel="50000" fill="hold" grpId="0" nodeType="withEffect">
                                  <p:stCondLst>
                                    <p:cond delay="900"/>
                                  </p:stCondLst>
                                  <p:childTnLst>
                                    <p:animMotion origin="layout" path="M -0.00157 0.01028 L -0.00157 0.01055 C -0.00139 0.01305 -0.00139 0.01583 -0.00105 0.01861 C -0.00105 0.01944 -0.00087 0.02028 -0.00052 0.02083 C -0.00018 0.02167 0.00052 0.02194 0.00104 0.0225 C 0.00138 0.02361 0.00191 0.02472 0.00208 0.02583 C 0.00208 0.02694 0.00173 0.02778 0.00156 0.02861 C 0.00034 0.03111 4.16667E-6 0.03083 -0.00157 0.03194 C -0.00226 0.0325 -0.00313 0.03333 -0.00365 0.03417 C -0.00469 0.03611 -0.00434 0.03805 -0.00313 0.03917 C -0.00261 0.04 -0.00174 0.03972 -0.00105 0.04028 C -0.00052 0.04028 4.16667E-6 0.04083 0.00052 0.04083 C 0.00104 0.0425 0.00191 0.04417 0.00208 0.04583 C 0.00243 0.05194 0.00173 0.05528 0.00104 0.06028 C 0.00138 0.06139 0.00156 0.0625 0.00208 0.06361 C 0.0026 0.065 0.00416 0.06583 0.00416 0.0675 C 0.00399 0.07167 0.00104 0.07694 -0.00052 0.08028 C 0.00052 0.08194 0.00138 0.08389 0.0026 0.08528 C 0.00312 0.08583 0.00399 0.08555 0.00468 0.08583 C 0.0085 0.08833 0.00781 0.08778 0.01093 0.09194 C 0.01076 0.09361 0.01076 0.09528 0.01041 0.09694 C 0.00972 0.09917 0.00816 0.10278 0.00729 0.10528 C 0.00711 0.10639 0.00642 0.11972 0.00625 0.12194 C 0.0059 0.12361 0.00538 0.125 0.0052 0.12694 C 0.00486 0.12778 0.00503 0.12917 0.00468 0.13028 C 0.00416 0.13139 0.00329 0.1325 0.0026 0.13361 C -0.00122 0.15389 0.00173 0.14611 -0.00417 0.15861 C -0.00452 0.16028 -0.00504 0.16167 -0.00521 0.16361 C -0.00556 0.16444 -0.00591 0.16555 -0.00573 0.16694 C -0.00573 0.16889 -0.00504 0.17083 -0.00469 0.1725 C -0.00348 0.18667 -0.00348 0.18555 -0.00261 0.20861 C -0.00243 0.21694 -0.00365 0.22611 -0.00209 0.23417 C -0.00174 0.23694 0.00104 0.23694 0.0026 0.23861 C 0.00312 0.23889 0.00364 0.23972 0.00416 0.24028 C 0.0059 0.24861 0.0052 0.24444 0.00364 0.2625 C 0.00347 0.26389 0.00295 0.26472 0.0026 0.26583 C 0.00277 0.26861 0.00243 0.27111 0.00312 0.27361 C 0.00329 0.27417 0.00416 0.27389 0.00468 0.27417 C 0.00503 0.275 0.00538 0.27583 0.00573 0.27694 C 0.00399 0.28722 0.0059 0.28055 0.00104 0.28861 C -0.00139 0.29222 0.00138 0.29028 -0.00157 0.29194 C -0.00139 0.29361 -0.00157 0.29528 -0.00105 0.29694 C -0.00087 0.2975 4.16667E-6 0.29694 0.00052 0.2975 C 0.00086 0.29833 0.00069 0.29944 0.00104 0.30028 C 0.00121 0.30111 0.00173 0.30194 0.00208 0.3025 C 0.00156 0.31028 0.00243 0.31361 -0.00052 0.31917 C -0.00105 0.32 -0.00157 0.31972 -0.00209 0.32028 C -0.00035 0.32861 -0.00157 0.32555 0.00052 0.33028 C 0.00069 0.33083 0.00104 0.33167 0.00104 0.3325 C 0.00069 0.33611 4.16667E-6 0.33583 -0.00157 0.33694 C 0.00086 0.3375 0.00347 0.33667 0.00573 0.33861 C 0.00642 0.33917 0.00434 0.34028 0.00364 0.34083 C 0.00295 0.34139 0.00225 0.34139 0.00156 0.34194 C 0.00104 0.34139 -0.00035 0.34111 4.16667E-6 0.34028 C 0.00017 0.33917 0.00138 0.33889 0.00208 0.33917 C 0.0026 0.33972 0.0026 0.34361 0.0026 0.34444 L 0.00208 0.34083 L 0.00312 0.34194 " pathEditMode="relative" rAng="0" ptsTypes="AAAAAAAAAAAAAAAAAAAAAAAAAAAAAAAAAAAAAAAAAAAAAAAAAAAAAAAAAA">
                                      <p:cBhvr>
                                        <p:cTn id="353" dur="3000" fill="hold"/>
                                        <p:tgtEl>
                                          <p:spTgt spid="147"/>
                                        </p:tgtEl>
                                        <p:attrNameLst>
                                          <p:attrName>ppt_x</p:attrName>
                                          <p:attrName>ppt_y</p:attrName>
                                        </p:attrNameLst>
                                      </p:cBhvr>
                                      <p:rCtr x="399" y="16694"/>
                                    </p:animMotion>
                                  </p:childTnLst>
                                </p:cTn>
                              </p:par>
                              <p:par>
                                <p:cTn id="354" presetID="0" presetClass="path" presetSubtype="0" accel="50000" decel="50000" fill="hold" grpId="0" nodeType="withEffect">
                                  <p:stCondLst>
                                    <p:cond delay="1100"/>
                                  </p:stCondLst>
                                  <p:childTnLst>
                                    <p:animMotion origin="layout" path="M -0.00417 -0.04222 L -0.00417 -0.04194 C -0.00417 -0.03639 -0.00399 -0.03 -0.00382 -0.02416 C -0.00365 -0.02277 -0.00295 -0.02166 -0.0033 -0.02083 C -0.00556 -0.01194 -0.00538 -0.01611 -0.00781 -0.0125 C -0.01163 -0.00694 -0.01111 -0.0075 -0.01354 -0.00139 C -0.00625 0.00306 -0.00851 -3.33333E-6 -0.00521 0.00528 C -0.00608 0.00806 -0.00695 0.01084 -0.00781 0.01361 C -0.00816 0.01445 -0.00851 0.01528 -0.00886 0.01584 C -0.01024 0.01889 -0.01163 0.02139 -0.01302 0.02417 C -0.0132 0.02584 -0.01424 0.0275 -0.01354 0.02861 C -0.0125 0.03028 -0.01042 0.03 -0.00886 0.03084 C -0.00833 0.03139 -0.00781 0.03195 -0.00729 0.0325 C -0.00833 0.03473 -0.00938 0.03667 -0.01042 0.03861 C -0.01094 0.03917 -0.01181 0.03861 -0.01198 0.03917 C -0.01267 0.04084 -0.01267 0.0425 -0.01302 0.04417 C -0.01146 0.045 -0.00972 0.04528 -0.00833 0.0475 C -0.00764 0.04917 -0.00729 0.05084 -0.00677 0.0525 C -0.00608 0.05667 -0.00556 0.06111 -0.00469 0.06528 C -0.00452 0.06695 -0.00417 0.06861 -0.00382 0.07028 C -0.00573 0.07473 -0.00799 0.07889 -0.0099 0.08361 C -0.01024 0.08417 -0.01024 0.08528 -0.01042 0.08584 C -0.01094 0.08806 -0.01146 0.08973 -0.01198 0.09195 C -0.01007 0.09639 -0.00764 0.1 -0.00729 0.10584 C -0.00729 0.10917 -0.00764 0.11195 -0.00781 0.11528 C -0.00799 0.12139 -0.00816 0.12806 -0.00833 0.13417 C -0.00886 0.1475 -0.01129 0.16056 -0.0099 0.17361 C -0.00938 0.17889 -0.00538 0.18195 -0.0033 0.18584 C -0.00295 0.1875 -0.00208 0.18917 -0.00226 0.19084 C -0.00243 0.19306 -0.00382 0.19473 -0.00417 0.19695 C -0.00469 0.19834 -0.00452 0.20028 -0.00469 0.20195 C -0.00313 0.20528 -0.00261 0.20584 -0.00174 0.21028 C -0.00122 0.21195 -0.00104 0.21417 -0.0007 0.21584 C -0.00052 0.21973 -0.00035 0.22334 -0.00017 0.22695 C 1.38889E-6 0.22806 0.00052 0.22889 0.00035 0.23028 C -0.00035 0.23723 -0.00122 0.23584 -0.0033 0.24084 C -0.00365 0.24195 -0.00399 0.24306 -0.00417 0.24417 C -0.00434 0.24528 -0.00486 0.24889 -0.00521 0.25028 C -0.00556 0.25111 -0.0059 0.25195 -0.00625 0.2525 C -0.00642 0.25361 -0.00695 0.25417 -0.00677 0.25528 C -0.00642 0.25834 -0.00469 0.25806 -0.0033 0.25861 C -0.00295 0.25917 -0.00208 0.26 -0.00226 0.26084 C -0.00243 0.26306 -0.00365 0.26473 -0.00417 0.26695 C -0.00452 0.2675 -0.00469 0.26834 -0.00469 0.26917 C -0.00556 0.27389 -0.00573 0.27889 -0.00677 0.28361 C -0.00712 0.28473 -0.00816 0.28528 -0.00886 0.28584 C -0.00781 0.28639 -0.00677 0.28667 -0.00573 0.28695 C -0.00452 0.28723 -0.00278 0.28611 -0.00174 0.2875 C -0.00104 0.28834 -0.00261 0.28973 -0.0033 0.29028 C -0.00434 0.29111 -0.00677 0.29195 -0.00677 0.29223 L -0.00677 0.29195 " pathEditMode="relative" rAng="0" ptsTypes="AAAAAAAAAAAAAAAAAAAAAAAAAAAAAAAAAAAAAAAAAAAAAAAAAAA">
                                      <p:cBhvr>
                                        <p:cTn id="355" dur="3000" fill="hold"/>
                                        <p:tgtEl>
                                          <p:spTgt spid="146"/>
                                        </p:tgtEl>
                                        <p:attrNameLst>
                                          <p:attrName>ppt_x</p:attrName>
                                          <p:attrName>ppt_y</p:attrName>
                                        </p:attrNameLst>
                                      </p:cBhvr>
                                      <p:rCtr x="-260" y="16722"/>
                                    </p:animMotion>
                                  </p:childTnLst>
                                </p:cTn>
                              </p:par>
                              <p:par>
                                <p:cTn id="356" presetID="0" presetClass="path" presetSubtype="0" accel="50000" decel="50000" fill="hold" grpId="0" nodeType="withEffect">
                                  <p:stCondLst>
                                    <p:cond delay="0"/>
                                  </p:stCondLst>
                                  <p:childTnLst>
                                    <p:animMotion origin="layout" path="M -0.00156 0.01028 L -0.00156 0.01056 C -0.00139 0.01306 -0.00139 0.01584 -0.00104 0.01862 C -0.00104 0.01945 -0.00086 0.02028 -0.00052 0.02084 C -0.00017 0.02167 0.00052 0.02195 0.00105 0.0225 C 0.00139 0.02362 0.00191 0.02473 0.00209 0.02584 C 0.00209 0.02695 0.00174 0.02778 0.00157 0.02862 C 0.00035 0.03112 -3.33333E-6 0.03084 -0.00156 0.03195 C -0.00225 0.0325 -0.00312 0.03334 -0.00364 0.03417 C -0.00468 0.03612 -0.00434 0.03806 -0.00312 0.03917 C -0.0026 0.04 -0.00173 0.03973 -0.00104 0.04028 C -0.00052 0.04028 -3.33333E-6 0.04084 0.00052 0.04084 C 0.00105 0.0425 0.00191 0.04417 0.00209 0.04584 C 0.00243 0.05195 0.00174 0.05528 0.00105 0.06028 C 0.00139 0.06139 0.00157 0.0625 0.00209 0.06362 C 0.00261 0.065 0.00417 0.06584 0.00417 0.0675 C 0.004 0.07167 0.00105 0.07695 -0.00052 0.08028 C 0.00052 0.08195 0.00139 0.08389 0.00261 0.08528 C 0.00313 0.08584 0.004 0.08556 0.00469 0.08584 C 0.00851 0.08834 0.00782 0.08778 0.01094 0.09195 C 0.01077 0.09362 0.01077 0.09528 0.01042 0.09695 C 0.00973 0.09917 0.00816 0.10278 0.0073 0.10528 C 0.00712 0.10639 0.00643 0.11973 0.00625 0.12195 C 0.00591 0.12362 0.00539 0.125 0.00521 0.12695 C 0.00486 0.12778 0.00504 0.12917 0.00469 0.13028 C 0.00417 0.13139 0.0033 0.1325 0.00261 0.13362 C -0.00121 0.15389 0.00174 0.14612 -0.00416 0.15862 C -0.00451 0.16028 -0.00503 0.16167 -0.0052 0.16362 C -0.00555 0.16445 -0.0059 0.16556 -0.00573 0.16695 C -0.00573 0.16889 -0.00503 0.17084 -0.00468 0.1725 C -0.00347 0.18667 -0.00347 0.18556 -0.0026 0.20862 C -0.00243 0.21695 -0.00364 0.22612 -0.00208 0.23417 C -0.00173 0.23695 0.00105 0.23695 0.00261 0.23862 C 0.00313 0.23889 0.00365 0.23973 0.00417 0.24028 C 0.00591 0.24862 0.00521 0.24445 0.00365 0.2625 C 0.00348 0.26389 0.00295 0.26473 0.00261 0.26584 C 0.00278 0.26862 0.00243 0.27112 0.00313 0.27362 C 0.0033 0.27417 0.00417 0.27389 0.00469 0.27417 C 0.00504 0.275 0.00539 0.27584 0.00573 0.27695 C 0.004 0.28723 0.00591 0.28056 0.00105 0.28862 C -0.00139 0.29223 0.00139 0.29028 -0.00156 0.29195 C -0.00139 0.29362 -0.00156 0.29528 -0.00104 0.29695 C -0.00086 0.2975 -3.33333E-6 0.29695 0.00052 0.2975 C 0.00087 0.29834 0.0007 0.29945 0.00105 0.30028 C 0.00122 0.30112 0.00174 0.30195 0.00209 0.3025 C 0.00157 0.31028 0.00243 0.31362 -0.00052 0.31917 C -0.00104 0.32 -0.00156 0.31973 -0.00208 0.32028 C -0.00034 0.32862 -0.00156 0.32556 0.00052 0.33028 C 0.0007 0.33084 0.00105 0.33167 0.00105 0.3325 C 0.0007 0.33612 -3.33333E-6 0.33584 -0.00156 0.33695 C 0.00087 0.3375 0.00348 0.33667 0.00573 0.33862 C 0.00643 0.33917 0.00434 0.34028 0.00365 0.34084 C 0.00295 0.34139 0.00226 0.34139 0.00157 0.34195 C 0.00105 0.34139 -0.00034 0.34112 -3.33333E-6 0.34028 C 0.00018 0.33917 0.00139 0.33889 0.00209 0.33917 C 0.00261 0.33973 0.00261 0.34362 0.00261 0.34445 L 0.00209 0.34084 L 0.00313 0.34195 " pathEditMode="relative" rAng="0" ptsTypes="AAAAAAAAAAAAAAAAAAAAAAAAAAAAAAAAAAAAAAAAAAAAAAAAAAAAAAAAAA">
                                      <p:cBhvr>
                                        <p:cTn id="357" dur="3000" fill="hold"/>
                                        <p:tgtEl>
                                          <p:spTgt spid="148"/>
                                        </p:tgtEl>
                                        <p:attrNameLst>
                                          <p:attrName>ppt_x</p:attrName>
                                          <p:attrName>ppt_y</p:attrName>
                                        </p:attrNameLst>
                                      </p:cBhvr>
                                      <p:rCtr x="399" y="16694"/>
                                    </p:animMotion>
                                  </p:childTnLst>
                                </p:cTn>
                              </p:par>
                              <p:par>
                                <p:cTn id="358" presetID="0" presetClass="path" presetSubtype="0" accel="50000" decel="50000" fill="hold" grpId="0" nodeType="withEffect">
                                  <p:stCondLst>
                                    <p:cond delay="1100"/>
                                  </p:stCondLst>
                                  <p:childTnLst>
                                    <p:animMotion origin="layout" path="M -0.00156 0.01027 L -0.00156 0.01055 C -0.00139 0.01305 -0.00139 0.01583 -0.00104 0.01861 C -0.00104 0.01944 -0.00087 0.02027 -0.00052 0.02083 C -0.00018 0.02166 0.00052 0.02194 0.00104 0.0225 C 0.00139 0.02361 0.00191 0.02472 0.00208 0.02583 C 0.00208 0.02694 0.00173 0.02777 0.00156 0.02861 C 0.00035 0.03111 1.66667E-6 0.03083 -0.00156 0.03194 C -0.00226 0.0325 -0.00313 0.03333 -0.00365 0.03416 C -0.00469 0.03611 -0.00434 0.03805 -0.00313 0.03916 C -0.00261 0.04 -0.00174 0.03972 -0.00104 0.04027 C -0.00052 0.04027 1.66667E-6 0.04083 0.00052 0.04083 C 0.00104 0.0425 0.00191 0.04416 0.00208 0.04583 C 0.00243 0.05194 0.00173 0.05527 0.00104 0.06027 C 0.00139 0.06138 0.00156 0.0625 0.00208 0.06361 C 0.0026 0.065 0.00417 0.06583 0.00417 0.0675 C 0.00399 0.07166 0.00104 0.07694 -0.00052 0.08027 C 0.00052 0.08194 0.00139 0.08388 0.0026 0.08527 C 0.00312 0.08583 0.00399 0.08555 0.00469 0.08583 C 0.00851 0.08833 0.00781 0.08777 0.01094 0.09194 C 0.01076 0.09361 0.01076 0.09527 0.01042 0.09694 C 0.00972 0.09916 0.00816 0.10277 0.00729 0.10527 C 0.00712 0.10638 0.00642 0.11972 0.00625 0.12194 C 0.0059 0.12361 0.00538 0.125 0.00521 0.12694 C 0.00486 0.12777 0.00503 0.12916 0.00469 0.13027 C 0.00417 0.13138 0.0033 0.1325 0.0026 0.13361 C -0.00122 0.15388 0.00173 0.14611 -0.00417 0.15861 C -0.00452 0.16027 -0.00504 0.16166 -0.00521 0.16361 C -0.00556 0.16444 -0.0059 0.16555 -0.00573 0.16694 C -0.00573 0.16888 -0.00504 0.17083 -0.00469 0.1725 C -0.00347 0.18666 -0.00347 0.18555 -0.00261 0.20861 C -0.00243 0.21694 -0.00365 0.22611 -0.00208 0.23416 C -0.00174 0.23694 0.00104 0.23694 0.0026 0.23861 C 0.00312 0.23888 0.00364 0.23972 0.00417 0.24027 C 0.0059 0.24861 0.00521 0.24444 0.00364 0.2625 C 0.00347 0.26388 0.00295 0.26472 0.0026 0.26583 C 0.00278 0.26861 0.00243 0.27111 0.00312 0.27361 C 0.0033 0.27416 0.00417 0.27388 0.00469 0.27416 C 0.00503 0.275 0.00538 0.27583 0.00573 0.27694 C 0.00399 0.28722 0.0059 0.28055 0.00104 0.28861 C -0.00139 0.29222 0.00139 0.29027 -0.00156 0.29194 C -0.00139 0.29361 -0.00156 0.29527 -0.00104 0.29694 C -0.00087 0.2975 1.66667E-6 0.29694 0.00052 0.2975 C 0.00087 0.29833 0.00069 0.29944 0.00104 0.30027 C 0.00121 0.30111 0.00173 0.30194 0.00208 0.3025 C 0.00156 0.31027 0.00243 0.31361 -0.00052 0.31916 C -0.00104 0.32 -0.00156 0.31972 -0.00208 0.32027 C -0.00035 0.32861 -0.00156 0.32555 0.00052 0.33027 C 0.00069 0.33083 0.00104 0.33166 0.00104 0.3325 C 0.00069 0.33611 1.66667E-6 0.33583 -0.00156 0.33694 C 0.00087 0.3375 0.00347 0.33666 0.00573 0.33861 C 0.00642 0.33916 0.00434 0.34027 0.00364 0.34083 C 0.00295 0.34138 0.00226 0.34138 0.00156 0.34194 C 0.00104 0.34138 -0.00035 0.34111 1.66667E-6 0.34027 C 0.00017 0.33916 0.00139 0.33888 0.00208 0.33916 C 0.0026 0.33972 0.0026 0.34361 0.0026 0.34444 L 0.00208 0.34083 L 0.00312 0.34194 " pathEditMode="relative" rAng="0" ptsTypes="AAAAAAAAAAAAAAAAAAAAAAAAAAAAAAAAAAAAAAAAAAAAAAAAAAAAAAAAAA">
                                      <p:cBhvr>
                                        <p:cTn id="359" dur="2900" fill="hold"/>
                                        <p:tgtEl>
                                          <p:spTgt spid="149"/>
                                        </p:tgtEl>
                                        <p:attrNameLst>
                                          <p:attrName>ppt_x</p:attrName>
                                          <p:attrName>ppt_y</p:attrName>
                                        </p:attrNameLst>
                                      </p:cBhvr>
                                      <p:rCtr x="399" y="16694"/>
                                    </p:animMotion>
                                  </p:childTnLst>
                                </p:cTn>
                              </p:par>
                              <p:par>
                                <p:cTn id="360" presetID="0" presetClass="path" presetSubtype="0" accel="50000" decel="50000" fill="hold" grpId="0" nodeType="withEffect">
                                  <p:stCondLst>
                                    <p:cond delay="700"/>
                                  </p:stCondLst>
                                  <p:childTnLst>
                                    <p:animMotion origin="layout" path="M -0.00156 0.01028 L -0.00156 0.01056 C -0.00139 0.01306 -0.00139 0.01583 -0.00104 0.01861 C -0.00104 0.01945 -0.00086 0.02028 -0.00052 0.02083 C -0.00017 0.02167 0.00052 0.02195 0.00105 0.0225 C 0.00139 0.02361 0.00191 0.02472 0.00209 0.02583 C 0.00209 0.02695 0.00174 0.02778 0.00157 0.02861 C 0.00035 0.03111 -3.33333E-6 0.03083 -0.00156 0.03195 C -0.00225 0.0325 -0.00312 0.03333 -0.00364 0.03417 C -0.00468 0.03611 -0.00434 0.03806 -0.00312 0.03917 C -0.0026 0.04 -0.00173 0.03972 -0.00104 0.04028 C -0.00052 0.04028 -3.33333E-6 0.04083 0.00052 0.04083 C 0.00105 0.0425 0.00191 0.04417 0.00209 0.04583 C 0.00243 0.05195 0.00174 0.05528 0.00105 0.06028 C 0.00139 0.06139 0.00157 0.0625 0.00209 0.06361 C 0.00261 0.065 0.00417 0.06583 0.00417 0.0675 C 0.004 0.07167 0.00105 0.07695 -0.00052 0.08028 C 0.00052 0.08195 0.00139 0.08389 0.00261 0.08528 C 0.00313 0.08583 0.004 0.08556 0.00469 0.08583 C 0.00851 0.08833 0.00782 0.08778 0.01094 0.09195 C 0.01077 0.09361 0.01077 0.09528 0.01042 0.09695 C 0.00973 0.09917 0.00816 0.10278 0.0073 0.10528 C 0.00712 0.10639 0.00643 0.11972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3 -0.00468 0.1725 C -0.00347 0.18667 -0.00347 0.18556 -0.0026 0.20861 C -0.00243 0.21695 -0.00364 0.22611 -0.00208 0.23417 C -0.00173 0.23695 0.00105 0.23695 0.00261 0.23861 C 0.00313 0.23889 0.00365 0.23972 0.00417 0.24028 C 0.00591 0.24861 0.00521 0.24445 0.00365 0.2625 C 0.00348 0.26389 0.00295 0.26472 0.00261 0.26583 C 0.00278 0.26861 0.00243 0.27111 0.00313 0.27361 C 0.0033 0.27417 0.00417 0.27389 0.00469 0.27417 C 0.00504 0.275 0.00539 0.27583 0.00573 0.27695 C 0.004 0.28722 0.00591 0.28056 0.00105 0.28861 C -0.00139 0.29222 0.00139 0.29028 -0.00156 0.29195 C -0.00139 0.29361 -0.00156 0.29528 -0.00104 0.29695 C -0.00086 0.2975 -3.33333E-6 0.29695 0.00052 0.2975 C 0.00087 0.29833 0.0007 0.29945 0.00105 0.30028 C 0.00122 0.30111 0.00174 0.30195 0.00209 0.3025 C 0.00157 0.31028 0.00243 0.31361 -0.00052 0.31917 C -0.00104 0.32 -0.00156 0.31972 -0.00208 0.32028 C -0.00034 0.32861 -0.00156 0.32556 0.00052 0.33028 C 0.0007 0.33083 0.00105 0.33167 0.00105 0.3325 C 0.0007 0.33611 -3.33333E-6 0.33583 -0.00156 0.33695 C 0.00087 0.3375 0.00348 0.33667 0.00573 0.33861 C 0.00643 0.33917 0.00434 0.34028 0.00365 0.34083 C 0.00295 0.34139 0.00226 0.34139 0.00157 0.34195 C 0.00105 0.34139 -0.00034 0.34111 -3.33333E-6 0.34028 C 0.00018 0.33917 0.00139 0.33889 0.00209 0.33917 C 0.00261 0.33972 0.00261 0.34361 0.00261 0.34445 L 0.00209 0.34083 L 0.00313 0.34195 " pathEditMode="relative" rAng="0" ptsTypes="AAAAAAAAAAAAAAAAAAAAAAAAAAAAAAAAAAAAAAAAAAAAAAAAAAAAAAAAAA">
                                      <p:cBhvr>
                                        <p:cTn id="361" dur="3000" fill="hold"/>
                                        <p:tgtEl>
                                          <p:spTgt spid="151"/>
                                        </p:tgtEl>
                                        <p:attrNameLst>
                                          <p:attrName>ppt_x</p:attrName>
                                          <p:attrName>ppt_y</p:attrName>
                                        </p:attrNameLst>
                                      </p:cBhvr>
                                      <p:rCtr x="399" y="16694"/>
                                    </p:animMotion>
                                  </p:childTnLst>
                                </p:cTn>
                              </p:par>
                              <p:par>
                                <p:cTn id="362" presetID="0" presetClass="path" presetSubtype="0" accel="50000" decel="50000" fill="hold" grpId="0" nodeType="withEffect">
                                  <p:stCondLst>
                                    <p:cond delay="0"/>
                                  </p:stCondLst>
                                  <p:childTnLst>
                                    <p:animMotion origin="layout" path="M -1.38889E-6 -3.33333E-6 L -1.38889E-6 0.00028 C -1.38889E-6 0.00584 0.00018 0.01223 0.00035 0.01806 C 0.00052 0.01945 0.00122 0.02056 0.00087 0.02139 C -0.00139 0.03028 -0.00121 0.02611 -0.00364 0.02973 C -0.00746 0.03528 -0.00694 0.03473 -0.00937 0.04084 C -0.00208 0.04528 -0.00434 0.04223 -0.00104 0.0475 C -0.00191 0.05028 -0.00278 0.05306 -0.00364 0.05584 C -0.00399 0.05667 -0.00434 0.0575 -0.00469 0.05806 C -0.00607 0.06111 -0.00746 0.06361 -0.00885 0.06639 C -0.00903 0.06806 -0.01007 0.06973 -0.00937 0.07084 C -0.00833 0.0725 -0.00625 0.07223 -0.00469 0.07306 C -0.00417 0.07361 -0.00364 0.07417 -0.00312 0.07473 C -0.00417 0.07695 -0.00521 0.07889 -0.00625 0.08084 C -0.00677 0.08139 -0.00764 0.08084 -0.00781 0.08139 C -0.00851 0.08306 -0.00851 0.08473 -0.00885 0.08639 C -0.00729 0.08723 -0.00555 0.0875 -0.00417 0.08973 C -0.00347 0.09139 -0.00312 0.09306 -0.0026 0.09473 C -0.00191 0.09889 -0.00139 0.10334 -0.00052 0.1075 C -0.00035 0.10917 -1.38889E-6 0.11084 0.00035 0.1125 C -0.00156 0.11695 -0.00382 0.12111 -0.00573 0.12584 C -0.00607 0.12639 -0.00607 0.1275 -0.00625 0.12806 C -0.00677 0.13028 -0.00729 0.13195 -0.00781 0.13417 C -0.0059 0.13861 -0.00347 0.14223 -0.00312 0.14806 C -0.00312 0.15139 -0.00347 0.15417 -0.00364 0.1575 C -0.00382 0.16361 -0.00399 0.17028 -0.00417 0.17639 C -0.00469 0.18973 -0.00712 0.20278 -0.00573 0.21584 C -0.00521 0.22111 -0.00121 0.22417 0.00087 0.22806 C 0.00122 0.22973 0.00208 0.23139 0.00191 0.23306 C 0.00174 0.23528 0.00035 0.23695 -1.38889E-6 0.23917 C -0.00052 0.24056 -0.00035 0.2425 -0.00052 0.24417 C 0.00104 0.2475 0.00156 0.24806 0.00243 0.2525 C 0.00295 0.25417 0.00313 0.25639 0.00347 0.25806 C 0.00365 0.26195 0.00382 0.26556 0.00399 0.26917 C 0.00417 0.27028 0.00469 0.27111 0.00452 0.2725 C 0.00382 0.27945 0.00295 0.27806 0.00087 0.28306 C 0.00052 0.28417 0.00018 0.28528 -1.38889E-6 0.28639 C -0.00017 0.2875 -0.00069 0.29111 -0.00104 0.2925 C -0.00139 0.29334 -0.00173 0.29417 -0.00208 0.29473 C -0.00226 0.29584 -0.00278 0.29639 -0.0026 0.2975 C -0.00226 0.30056 -0.00052 0.30028 0.00087 0.30084 C 0.00122 0.30139 0.00208 0.30223 0.00191 0.30306 C 0.00174 0.30528 0.00052 0.30695 -1.38889E-6 0.30917 C -0.00035 0.30973 -0.00052 0.31056 -0.00052 0.31139 C -0.00139 0.31611 -0.00156 0.32111 -0.0026 0.32584 C -0.00295 0.32695 -0.00399 0.3275 -0.00469 0.32806 C -0.00364 0.32861 -0.0026 0.32889 -0.00156 0.32917 C -0.00035 0.32945 0.00139 0.32834 0.00243 0.32973 C 0.00313 0.33056 0.00156 0.33195 0.00087 0.3325 C -0.00017 0.33334 -0.0026 0.33417 -0.0026 0.33445 L -0.0026 0.33417 " pathEditMode="relative" rAng="0" ptsTypes="AAAAAAAAAAAAAAAAAAAAAAAAAAAAAAAAAAAAAAAAAAAAAAAAAAA">
                                      <p:cBhvr>
                                        <p:cTn id="363" dur="3100" fill="hold"/>
                                        <p:tgtEl>
                                          <p:spTgt spid="150"/>
                                        </p:tgtEl>
                                        <p:attrNameLst>
                                          <p:attrName>ppt_x</p:attrName>
                                          <p:attrName>ppt_y</p:attrName>
                                        </p:attrNameLst>
                                      </p:cBhvr>
                                      <p:rCtr x="-260" y="16722"/>
                                    </p:animMotion>
                                  </p:childTnLst>
                                </p:cTn>
                              </p:par>
                              <p:par>
                                <p:cTn id="364" presetID="0" presetClass="path" presetSubtype="0" accel="50000" decel="50000" fill="hold" grpId="0" nodeType="withEffect">
                                  <p:stCondLst>
                                    <p:cond delay="0"/>
                                  </p:stCondLst>
                                  <p:childTnLst>
                                    <p:animMotion origin="layout" path="M -0.00156 0.01028 L -0.00156 0.01055 C -0.00139 0.01305 -0.00139 0.01583 -0.00104 0.01861 C -0.00104 0.01944 -0.00086 0.02028 -0.00052 0.02083 C -0.00017 0.02167 0.00052 0.02194 0.00105 0.0225 C 0.00139 0.02361 0.00191 0.02472 0.00209 0.02583 C 0.00209 0.02694 0.00174 0.02778 0.00157 0.02861 C 0.00035 0.03111 -3.61111E-6 0.03083 -0.00156 0.03194 C -0.00225 0.0325 -0.00312 0.03333 -0.00364 0.03417 C -0.00468 0.03611 -0.00434 0.03805 -0.00312 0.03917 C -0.0026 0.04 -0.00173 0.03972 -0.00104 0.04028 C -0.00052 0.04028 -3.61111E-6 0.04083 0.00052 0.04083 C 0.00105 0.0425 0.00191 0.04417 0.00209 0.04583 C 0.00243 0.05194 0.00174 0.05528 0.00105 0.06028 C 0.00139 0.06139 0.00157 0.0625 0.00209 0.06361 C 0.00261 0.065 0.00417 0.06583 0.00417 0.0675 C 0.004 0.07167 0.00105 0.07694 -0.00052 0.08028 C 0.00052 0.08194 0.00139 0.08389 0.00261 0.08528 C 0.00313 0.08583 0.004 0.08555 0.00469 0.08583 C 0.00851 0.08833 0.00782 0.08778 0.01094 0.09194 C 0.01077 0.09361 0.01077 0.09528 0.01042 0.09694 C 0.00973 0.09917 0.00816 0.10278 0.0073 0.10528 C 0.00712 0.10639 0.00643 0.11972 0.00625 0.12194 C 0.00591 0.12361 0.00539 0.125 0.00521 0.12694 C 0.00486 0.12778 0.00504 0.12917 0.00469 0.13028 C 0.00417 0.13139 0.0033 0.1325 0.00261 0.13361 C -0.00121 0.15389 0.00174 0.14611 -0.00416 0.15861 C -0.00451 0.16028 -0.00503 0.16167 -0.0052 0.16361 C -0.00555 0.16444 -0.0059 0.16555 -0.00573 0.16694 C -0.00573 0.16889 -0.00503 0.17083 -0.00468 0.1725 C -0.00347 0.18667 -0.00347 0.18555 -0.0026 0.20861 C -0.00243 0.21694 -0.00364 0.22611 -0.00208 0.23417 C -0.00173 0.23694 0.00105 0.23694 0.00261 0.23861 C 0.00313 0.23889 0.00365 0.23972 0.00417 0.24028 C 0.00591 0.24861 0.00521 0.24444 0.00365 0.2625 C 0.00348 0.26389 0.00296 0.26472 0.00261 0.26583 C 0.00278 0.26861 0.00243 0.27111 0.00313 0.27361 C 0.0033 0.27417 0.00417 0.27389 0.00469 0.27417 C 0.00504 0.275 0.00539 0.27583 0.00573 0.27694 C 0.004 0.28722 0.00591 0.28055 0.00105 0.28861 C -0.00139 0.29222 0.00139 0.29028 -0.00156 0.29194 C -0.00139 0.29361 -0.00156 0.29528 -0.00104 0.29694 C -0.00086 0.2975 -3.61111E-6 0.29694 0.00052 0.2975 C 0.00087 0.29833 0.0007 0.29944 0.00105 0.30028 C 0.00122 0.30111 0.00174 0.30194 0.00209 0.3025 C 0.00157 0.31028 0.00243 0.31361 -0.00052 0.31917 C -0.00104 0.32 -0.00156 0.31972 -0.00208 0.32028 C -0.00034 0.32861 -0.00156 0.32555 0.00052 0.33028 C 0.0007 0.33083 0.00105 0.33167 0.00105 0.3325 C 0.0007 0.33611 -3.61111E-6 0.33583 -0.00156 0.33694 C 0.00087 0.3375 0.00348 0.33667 0.00573 0.33861 C 0.00643 0.33917 0.00434 0.34028 0.00365 0.34083 C 0.00296 0.34139 0.00226 0.34139 0.00157 0.34194 C 0.00105 0.34139 -0.00034 0.34111 -3.61111E-6 0.34028 C 0.00018 0.33917 0.00139 0.33889 0.00209 0.33917 C 0.00261 0.33972 0.00261 0.34361 0.00261 0.34444 L 0.00209 0.34083 L 0.00313 0.34194 " pathEditMode="relative" rAng="0" ptsTypes="AAAAAAAAAAAAAAAAAAAAAAAAAAAAAAAAAAAAAAAAAAAAAAAAAAAAAAAAAA">
                                      <p:cBhvr>
                                        <p:cTn id="365" dur="3000" fill="hold"/>
                                        <p:tgtEl>
                                          <p:spTgt spid="153"/>
                                        </p:tgtEl>
                                        <p:attrNameLst>
                                          <p:attrName>ppt_x</p:attrName>
                                          <p:attrName>ppt_y</p:attrName>
                                        </p:attrNameLst>
                                      </p:cBhvr>
                                      <p:rCtr x="399" y="16694"/>
                                    </p:animMotion>
                                  </p:childTnLst>
                                </p:cTn>
                              </p:par>
                              <p:par>
                                <p:cTn id="366" presetID="0" presetClass="path" presetSubtype="0" accel="50000" decel="50000" fill="hold" grpId="0" nodeType="withEffect">
                                  <p:stCondLst>
                                    <p:cond delay="1600"/>
                                  </p:stCondLst>
                                  <p:childTnLst>
                                    <p:animMotion origin="layout" path="M -0.00417 -0.04222 L -0.00417 -0.04194 C -0.00417 -0.03639 -0.004 -0.03 -0.00382 -0.02416 C -0.00365 -0.02277 -0.00295 -0.02166 -0.0033 -0.02083 C -0.00556 -0.01194 -0.00539 -0.01611 -0.00782 -0.0125 C -0.01164 -0.00694 -0.01111 -0.0075 -0.01355 -0.00139 C -0.00625 0.00306 -0.00851 -3.33333E-6 -0.00521 0.00528 C -0.00608 0.00806 -0.00695 0.01084 -0.00782 0.01361 C -0.00816 0.01445 -0.00851 0.01528 -0.00886 0.01584 C -0.01025 0.01889 -0.01164 0.02139 -0.01302 0.02417 C -0.0132 0.02584 -0.01424 0.0275 -0.01355 0.02861 C -0.0125 0.03028 -0.01042 0.03 -0.00886 0.03084 C -0.00834 0.03139 -0.00782 0.03195 -0.0073 0.0325 C -0.00834 0.03473 -0.00938 0.03667 -0.01042 0.03861 C -0.01094 0.03917 -0.01181 0.03861 -0.01198 0.03917 C -0.01268 0.04084 -0.01268 0.0425 -0.01302 0.04417 C -0.01146 0.045 -0.00973 0.04528 -0.00834 0.0475 C -0.00764 0.04917 -0.0073 0.05084 -0.00677 0.0525 C -0.00608 0.05667 -0.00556 0.06111 -0.00469 0.06528 C -0.00452 0.06695 -0.00417 0.06861 -0.00382 0.07028 C -0.00573 0.07473 -0.00799 0.07889 -0.0099 0.08361 C -0.01025 0.08417 -0.01025 0.08528 -0.01042 0.08584 C -0.01094 0.08806 -0.01146 0.08973 -0.01198 0.09195 C -0.01007 0.09639 -0.00764 0.1 -0.0073 0.10584 C -0.0073 0.10917 -0.00764 0.11195 -0.00782 0.11528 C -0.00799 0.12139 -0.00816 0.12806 -0.00834 0.13417 C -0.00886 0.1475 -0.01129 0.16056 -0.0099 0.17361 C -0.00938 0.17889 -0.00539 0.18195 -0.0033 0.18584 C -0.00295 0.1875 -0.00209 0.18917 -0.00226 0.19084 C -0.00243 0.19306 -0.00382 0.19473 -0.00417 0.19695 C -0.00469 0.19834 -0.00452 0.20028 -0.00469 0.20195 C -0.00313 0.20528 -0.00261 0.20584 -0.00174 0.21028 C -0.00122 0.21195 -0.00105 0.21417 -0.0007 0.21584 C -0.00052 0.21973 -0.00035 0.22334 -0.00018 0.22695 C 3.61111E-6 0.22806 0.00052 0.22889 0.00034 0.23028 C -0.00035 0.23723 -0.00122 0.23584 -0.0033 0.24084 C -0.00365 0.24195 -0.004 0.24306 -0.00417 0.24417 C -0.00434 0.24528 -0.00486 0.24889 -0.00521 0.25028 C -0.00556 0.25111 -0.00591 0.25195 -0.00625 0.2525 C -0.00643 0.25361 -0.00695 0.25417 -0.00677 0.25528 C -0.00643 0.25834 -0.00469 0.25806 -0.0033 0.25861 C -0.00295 0.25917 -0.00209 0.26 -0.00226 0.26084 C -0.00243 0.26306 -0.00365 0.26473 -0.00417 0.26695 C -0.00452 0.2675 -0.00469 0.26834 -0.00469 0.26917 C -0.00556 0.27389 -0.00573 0.27889 -0.00677 0.28361 C -0.00712 0.28473 -0.00816 0.28528 -0.00886 0.28584 C -0.00782 0.28639 -0.00677 0.28667 -0.00573 0.28695 C -0.00452 0.28723 -0.00278 0.28611 -0.00174 0.2875 C -0.00105 0.28834 -0.00261 0.28973 -0.0033 0.29028 C -0.00434 0.29111 -0.00677 0.29195 -0.00677 0.29223 L -0.00677 0.29195 " pathEditMode="relative" rAng="0" ptsTypes="AAAAAAAAAAAAAAAAAAAAAAAAAAAAAAAAAAAAAAAAAAAAAAAAAAA">
                                      <p:cBhvr>
                                        <p:cTn id="367" dur="3000" fill="hold"/>
                                        <p:tgtEl>
                                          <p:spTgt spid="152"/>
                                        </p:tgtEl>
                                        <p:attrNameLst>
                                          <p:attrName>ppt_x</p:attrName>
                                          <p:attrName>ppt_y</p:attrName>
                                        </p:attrNameLst>
                                      </p:cBhvr>
                                      <p:rCtr x="-260" y="16722"/>
                                    </p:animMotion>
                                  </p:childTnLst>
                                </p:cTn>
                              </p:par>
                              <p:par>
                                <p:cTn id="368" presetID="0" presetClass="path" presetSubtype="0" accel="50000" decel="50000" fill="hold" grpId="0" nodeType="withEffect">
                                  <p:stCondLst>
                                    <p:cond delay="700"/>
                                  </p:stCondLst>
                                  <p:childTnLst>
                                    <p:animMotion origin="layout" path="M -0.00156 0.01028 L -0.00156 0.01056 C -0.00139 0.01306 -0.00139 0.01584 -0.00104 0.01862 C -0.00104 0.01945 -0.00087 0.02028 -0.00052 0.02084 C -0.00018 0.02167 0.00052 0.02195 0.00104 0.0225 C 0.00139 0.02362 0.00191 0.02473 0.00208 0.02584 C 0.00208 0.02695 0.00173 0.02778 0.00156 0.02862 C 0.00034 0.03112 2.5E-6 0.03084 -0.00156 0.03195 C -0.00226 0.0325 -0.00313 0.03334 -0.00365 0.03417 C -0.00469 0.03612 -0.00434 0.03806 -0.00313 0.03917 C -0.00261 0.04 -0.00174 0.03973 -0.00104 0.04028 C -0.00052 0.04028 2.5E-6 0.04084 0.00052 0.04084 C 0.00104 0.0425 0.00191 0.04417 0.00208 0.04584 C 0.00243 0.05195 0.00173 0.05528 0.00104 0.06028 C 0.00139 0.06139 0.00156 0.0625 0.00208 0.06362 C 0.0026 0.065 0.00416 0.06584 0.00416 0.0675 C 0.00399 0.07167 0.00104 0.07695 -0.00052 0.08028 C 0.00052 0.08195 0.00139 0.08389 0.0026 0.08528 C 0.00312 0.08584 0.00399 0.08556 0.00469 0.08584 C 0.0085 0.08834 0.00781 0.08778 0.01094 0.09195 C 0.01076 0.09362 0.01076 0.09528 0.01041 0.09695 C 0.00972 0.09917 0.00816 0.10278 0.00729 0.10528 C 0.00712 0.10639 0.00642 0.11973 0.00625 0.12195 C 0.0059 0.12362 0.00538 0.125 0.00521 0.12695 C 0.00486 0.12778 0.00503 0.12917 0.00469 0.13028 C 0.00416 0.13139 0.0033 0.1325 0.0026 0.13362 C -0.00122 0.15389 0.00173 0.14612 -0.00417 0.15862 C -0.00452 0.16028 -0.00504 0.16167 -0.00521 0.16362 C -0.00556 0.16445 -0.00591 0.16556 -0.00573 0.16695 C -0.00573 0.16889 -0.00504 0.17084 -0.00469 0.1725 C -0.00347 0.18667 -0.00347 0.18556 -0.00261 0.20862 C -0.00243 0.21695 -0.00365 0.22612 -0.00209 0.23417 C -0.00174 0.23695 0.00104 0.23695 0.0026 0.23862 C 0.00312 0.23889 0.00364 0.23973 0.00416 0.24028 C 0.0059 0.24862 0.00521 0.24445 0.00364 0.2625 C 0.00347 0.26389 0.00295 0.26473 0.0026 0.26584 C 0.00278 0.26862 0.00243 0.27112 0.00312 0.27362 C 0.0033 0.27417 0.00416 0.27389 0.00469 0.27417 C 0.00503 0.275 0.00538 0.27584 0.00573 0.27695 C 0.00399 0.28723 0.0059 0.28056 0.00104 0.28862 C -0.00139 0.29223 0.00139 0.29028 -0.00156 0.29195 C -0.00139 0.29362 -0.00156 0.29528 -0.00104 0.29695 C -0.00087 0.2975 2.5E-6 0.29695 0.00052 0.2975 C 0.00087 0.29834 0.00069 0.29945 0.00104 0.30028 C 0.00121 0.30112 0.00173 0.30195 0.00208 0.3025 C 0.00156 0.31028 0.00243 0.31362 -0.00052 0.31917 C -0.00104 0.32 -0.00156 0.31973 -0.00209 0.32028 C -0.00035 0.32862 -0.00156 0.32556 0.00052 0.33028 C 0.00069 0.33084 0.00104 0.33167 0.00104 0.3325 C 0.00069 0.33612 2.5E-6 0.33584 -0.00156 0.33695 C 0.00087 0.3375 0.00347 0.33667 0.00573 0.33862 C 0.00642 0.33917 0.00434 0.34028 0.00364 0.34084 C 0.00295 0.34139 0.00225 0.34139 0.00156 0.34195 C 0.00104 0.34139 -0.00035 0.34112 2.5E-6 0.34028 C 0.00017 0.33917 0.00139 0.33889 0.00208 0.33917 C 0.0026 0.33973 0.0026 0.34362 0.0026 0.34445 L 0.00208 0.34084 L 0.00312 0.34195 " pathEditMode="relative" rAng="0" ptsTypes="AAAAAAAAAAAAAAAAAAAAAAAAAAAAAAAAAAAAAAAAAAAAAAAAAAAAAAAAAA">
                                      <p:cBhvr>
                                        <p:cTn id="369" dur="3100" fill="hold"/>
                                        <p:tgtEl>
                                          <p:spTgt spid="154"/>
                                        </p:tgtEl>
                                        <p:attrNameLst>
                                          <p:attrName>ppt_x</p:attrName>
                                          <p:attrName>ppt_y</p:attrName>
                                        </p:attrNameLst>
                                      </p:cBhvr>
                                      <p:rCtr x="399" y="16694"/>
                                    </p:animMotion>
                                  </p:childTnLst>
                                </p:cTn>
                              </p:par>
                              <p:par>
                                <p:cTn id="370" presetID="0" presetClass="path" presetSubtype="0" accel="50000" decel="50000" fill="hold" grpId="0" nodeType="withEffect">
                                  <p:stCondLst>
                                    <p:cond delay="0"/>
                                  </p:stCondLst>
                                  <p:childTnLst>
                                    <p:animMotion origin="layout" path="M -0.00157 0.01027 L -0.00157 0.01055 C -0.00139 0.01305 -0.00139 0.01583 -0.00105 0.01861 C -0.00105 0.01944 -0.00087 0.02027 -0.00052 0.02083 C -0.00018 0.02166 0.00052 0.02194 0.00104 0.0225 C 0.00139 0.02361 0.00191 0.02472 0.00208 0.02583 C 0.00208 0.02694 0.00173 0.02777 0.00156 0.02861 C 0.00034 0.03111 3.88889E-6 0.03083 -0.00157 0.03194 C -0.00226 0.0325 -0.00313 0.03333 -0.00365 0.03416 C -0.00469 0.03611 -0.00434 0.03805 -0.00313 0.03916 C -0.00261 0.04 -0.00174 0.03972 -0.00105 0.04027 C -0.00052 0.04027 3.88889E-6 0.04083 0.00052 0.04083 C 0.00104 0.0425 0.00191 0.04416 0.00208 0.04583 C 0.00243 0.05194 0.00173 0.05527 0.00104 0.06027 C 0.00139 0.06138 0.00156 0.0625 0.00208 0.06361 C 0.0026 0.065 0.00416 0.06583 0.00416 0.0675 C 0.00399 0.07166 0.00104 0.07694 -0.00052 0.08027 C 0.00052 0.08194 0.00139 0.08388 0.0026 0.08527 C 0.00312 0.08583 0.00399 0.08555 0.00468 0.08583 C 0.0085 0.08833 0.00781 0.08777 0.01093 0.09194 C 0.01076 0.09361 0.01076 0.09527 0.01041 0.09694 C 0.00972 0.09916 0.00816 0.10277 0.00729 0.10527 C 0.00711 0.10638 0.00642 0.11972 0.00625 0.12194 C 0.0059 0.12361 0.00538 0.125 0.0052 0.12694 C 0.00486 0.12777 0.00503 0.12916 0.00468 0.13027 C 0.00416 0.13138 0.00329 0.1325 0.0026 0.13361 C -0.00122 0.15388 0.00173 0.14611 -0.00417 0.15861 C -0.00452 0.16027 -0.00504 0.16166 -0.00521 0.16361 C -0.00556 0.16444 -0.00591 0.16555 -0.00573 0.16694 C -0.00573 0.16888 -0.00504 0.17083 -0.00469 0.1725 C -0.00348 0.18666 -0.00348 0.18555 -0.00261 0.20861 C -0.00243 0.21694 -0.00365 0.22611 -0.00209 0.23416 C -0.00174 0.23694 0.00104 0.23694 0.0026 0.23861 C 0.00312 0.23888 0.00364 0.23972 0.00416 0.24027 C 0.0059 0.24861 0.0052 0.24444 0.00364 0.2625 C 0.00347 0.26388 0.00295 0.26472 0.0026 0.26583 C 0.00277 0.26861 0.00243 0.27111 0.00312 0.27361 C 0.00329 0.27416 0.00416 0.27388 0.00468 0.27416 C 0.00503 0.275 0.00538 0.27583 0.00573 0.27694 C 0.00399 0.28722 0.0059 0.28055 0.00104 0.28861 C -0.00139 0.29222 0.00139 0.29027 -0.00157 0.29194 C -0.00139 0.29361 -0.00157 0.29527 -0.00105 0.29694 C -0.00087 0.2975 3.88889E-6 0.29694 0.00052 0.2975 C 0.00086 0.29833 0.00069 0.29944 0.00104 0.30027 C 0.00121 0.30111 0.00173 0.30194 0.00208 0.3025 C 0.00156 0.31027 0.00243 0.31361 -0.00052 0.31916 C -0.00105 0.32 -0.00157 0.31972 -0.00209 0.32027 C -0.00035 0.32861 -0.00157 0.32555 0.00052 0.33027 C 0.00069 0.33083 0.00104 0.33166 0.00104 0.3325 C 0.00069 0.33611 3.88889E-6 0.33583 -0.00157 0.33694 C 0.00086 0.3375 0.00347 0.33666 0.00573 0.33861 C 0.00642 0.33916 0.00434 0.34027 0.00364 0.34083 C 0.00295 0.34138 0.00225 0.34138 0.00156 0.34194 C 0.00104 0.34138 -0.00035 0.34111 3.88889E-6 0.34027 C 0.00017 0.33916 0.00139 0.33888 0.00208 0.33916 C 0.0026 0.33972 0.0026 0.34361 0.0026 0.34444 L 0.00208 0.34083 L 0.00312 0.34194 " pathEditMode="relative" rAng="0" ptsTypes="AAAAAAAAAAAAAAAAAAAAAAAAAAAAAAAAAAAAAAAAAAAAAAAAAAAAAAAAAA">
                                      <p:cBhvr>
                                        <p:cTn id="371" dur="3000" fill="hold"/>
                                        <p:tgtEl>
                                          <p:spTgt spid="155"/>
                                        </p:tgtEl>
                                        <p:attrNameLst>
                                          <p:attrName>ppt_x</p:attrName>
                                          <p:attrName>ppt_y</p:attrName>
                                        </p:attrNameLst>
                                      </p:cBhvr>
                                      <p:rCtr x="399" y="16694"/>
                                    </p:animMotion>
                                  </p:childTnLst>
                                </p:cTn>
                              </p:par>
                              <p:par>
                                <p:cTn id="372" presetID="0" presetClass="path" presetSubtype="0" accel="50000" decel="50000" fill="hold" grpId="0" nodeType="withEffect">
                                  <p:stCondLst>
                                    <p:cond delay="0"/>
                                  </p:stCondLst>
                                  <p:childTnLst>
                                    <p:animMotion origin="layout" path="M -0.00157 0.01028 L -0.00157 0.01056 C -0.00139 0.01306 -0.00139 0.01583 -0.00105 0.01861 C -0.00105 0.01944 -0.00087 0.02028 -0.00052 0.02083 C -0.00018 0.02167 0.00052 0.02194 0.00104 0.0225 C 0.00138 0.02361 0.00191 0.02472 0.00208 0.02583 C 0.00208 0.02694 0.00173 0.02778 0.00156 0.02861 C 0.00034 0.03111 4.16667E-6 0.03083 -0.00157 0.03194 C -0.00226 0.0325 -0.00313 0.03333 -0.00365 0.03417 C -0.00469 0.03611 -0.00434 0.03806 -0.00313 0.03917 C -0.00261 0.04 -0.00174 0.03972 -0.00105 0.04028 C -0.00052 0.04028 4.16667E-6 0.04083 0.00052 0.04083 C 0.00104 0.0425 0.00191 0.04417 0.00208 0.04583 C 0.00243 0.05194 0.00173 0.05528 0.00104 0.06028 C 0.00138 0.06139 0.00156 0.0625 0.00208 0.06361 C 0.0026 0.065 0.00416 0.06583 0.00416 0.0675 C 0.00399 0.07167 0.00104 0.07694 -0.00052 0.08028 C 0.00052 0.08194 0.00138 0.08389 0.0026 0.08528 C 0.00312 0.08583 0.00399 0.08556 0.00468 0.08583 C 0.0085 0.08833 0.00781 0.08778 0.01093 0.09194 C 0.01076 0.09361 0.01076 0.09528 0.01041 0.09694 C 0.00972 0.09917 0.00816 0.10278 0.00729 0.10528 C 0.00711 0.10639 0.00642 0.11972 0.00625 0.12194 C 0.0059 0.12361 0.00538 0.125 0.0052 0.12694 C 0.00486 0.12778 0.00503 0.12917 0.00468 0.13028 C 0.00416 0.13139 0.00329 0.1325 0.0026 0.13361 C -0.00122 0.15389 0.00173 0.14611 -0.00417 0.15861 C -0.00452 0.16028 -0.00504 0.16167 -0.00521 0.16361 C -0.00556 0.16444 -0.00591 0.16556 -0.00573 0.16694 C -0.00573 0.16889 -0.00504 0.17083 -0.00469 0.1725 C -0.00348 0.18667 -0.00348 0.18556 -0.00261 0.20861 C -0.00243 0.21694 -0.00365 0.22611 -0.00209 0.23417 C -0.00174 0.23694 0.00104 0.23694 0.0026 0.23861 C 0.00312 0.23889 0.00364 0.23972 0.00416 0.24028 C 0.0059 0.24861 0.0052 0.24444 0.00364 0.2625 C 0.00347 0.26389 0.00295 0.26472 0.0026 0.26583 C 0.00277 0.26861 0.00243 0.27111 0.00312 0.27361 C 0.00329 0.27417 0.00416 0.27389 0.00468 0.27417 C 0.00503 0.275 0.00538 0.27583 0.00573 0.27694 C 0.00399 0.28722 0.0059 0.28056 0.00104 0.28861 C -0.00139 0.29222 0.00138 0.29028 -0.00157 0.29194 C -0.00139 0.29361 -0.00157 0.29528 -0.00105 0.29694 C -0.00087 0.2975 4.16667E-6 0.29694 0.00052 0.2975 C 0.00086 0.29833 0.00069 0.29944 0.00104 0.30028 C 0.00121 0.30111 0.00173 0.30194 0.00208 0.3025 C 0.00156 0.31028 0.00243 0.31361 -0.00052 0.31917 C -0.00105 0.32 -0.00157 0.31972 -0.00209 0.32028 C -0.00035 0.32861 -0.00157 0.32556 0.00052 0.33028 C 0.00069 0.33083 0.00104 0.33167 0.00104 0.3325 C 0.00069 0.33611 4.16667E-6 0.33583 -0.00157 0.33694 C 0.00086 0.3375 0.00347 0.33667 0.00573 0.33861 C 0.00642 0.33917 0.00434 0.34028 0.00364 0.34083 C 0.00295 0.34139 0.00225 0.34139 0.00156 0.34194 C 0.00104 0.34139 -0.00035 0.34111 4.16667E-6 0.34028 C 0.00017 0.33917 0.00138 0.33889 0.00208 0.33917 C 0.0026 0.33972 0.0026 0.34361 0.0026 0.34444 L 0.00208 0.34083 L 0.00312 0.34194 " pathEditMode="relative" rAng="0" ptsTypes="AAAAAAAAAAAAAAAAAAAAAAAAAAAAAAAAAAAAAAAAAAAAAAAAAAAAAAAAAA">
                                      <p:cBhvr>
                                        <p:cTn id="373" dur="3000" fill="hold"/>
                                        <p:tgtEl>
                                          <p:spTgt spid="157"/>
                                        </p:tgtEl>
                                        <p:attrNameLst>
                                          <p:attrName>ppt_x</p:attrName>
                                          <p:attrName>ppt_y</p:attrName>
                                        </p:attrNameLst>
                                      </p:cBhvr>
                                      <p:rCtr x="399" y="16694"/>
                                    </p:animMotion>
                                  </p:childTnLst>
                                </p:cTn>
                              </p:par>
                              <p:par>
                                <p:cTn id="374" presetID="0" presetClass="path" presetSubtype="0" accel="50000" decel="50000" fill="hold" grpId="0" nodeType="withEffect">
                                  <p:stCondLst>
                                    <p:cond delay="2200"/>
                                  </p:stCondLst>
                                  <p:childTnLst>
                                    <p:animMotion origin="layout" path="M 2.77778E-6 4.44444E-6 L 2.77778E-6 0.00027 C 2.77778E-6 0.00583 0.00017 0.01222 0.00034 0.01805 C 0.00052 0.01944 0.00121 0.02055 0.00087 0.02138 C -0.00139 0.03027 -0.00122 0.02611 -0.00365 0.02972 C -0.00747 0.03527 -0.00695 0.03472 -0.00938 0.04083 C -0.00209 0.04527 -0.00434 0.04222 -0.00104 0.0475 C -0.00191 0.05027 -0.00278 0.05305 -0.00365 0.05583 C -0.004 0.05666 -0.00434 0.0575 -0.00469 0.05805 C -0.00608 0.06111 -0.00747 0.06361 -0.00886 0.06638 C -0.00903 0.06805 -0.01007 0.06972 -0.00938 0.07083 C -0.00834 0.0725 -0.00625 0.07222 -0.00469 0.07305 C -0.00417 0.07361 -0.00365 0.07416 -0.00313 0.07472 C -0.00417 0.07694 -0.00521 0.07888 -0.00625 0.08083 C -0.00677 0.08138 -0.00764 0.08083 -0.00782 0.08138 C -0.00851 0.08305 -0.00851 0.08472 -0.00886 0.08638 C -0.00729 0.08722 -0.00556 0.0875 -0.00417 0.08972 C -0.00347 0.09138 -0.00313 0.09305 -0.00261 0.09472 C -0.00191 0.09888 -0.00139 0.10333 -0.00052 0.1075 C -0.00035 0.10916 2.77778E-6 0.11083 0.00034 0.1125 C -0.00157 0.11694 -0.00382 0.12111 -0.00573 0.12583 C -0.00608 0.12638 -0.00608 0.1275 -0.00625 0.12805 C -0.00677 0.13027 -0.00729 0.13194 -0.00782 0.13416 C -0.00591 0.13861 -0.00347 0.14222 -0.00313 0.14805 C -0.00313 0.15138 -0.00347 0.15416 -0.00365 0.1575 C -0.00382 0.16361 -0.004 0.17027 -0.00417 0.17638 C -0.00469 0.18972 -0.00712 0.20277 -0.00573 0.21583 C -0.00521 0.22111 -0.00122 0.22416 0.00087 0.22805 C 0.00121 0.22972 0.00208 0.23138 0.00191 0.23305 C 0.00173 0.23527 0.00034 0.23694 2.77778E-6 0.23916 C -0.00052 0.24055 -0.00035 0.2425 -0.00052 0.24416 C 0.00104 0.2475 0.00156 0.24805 0.00243 0.2525 C 0.00295 0.25416 0.00312 0.25638 0.00347 0.25805 C 0.00364 0.26194 0.00382 0.26555 0.00399 0.26916 C 0.00416 0.27027 0.00468 0.27111 0.00451 0.2725 C 0.00382 0.27944 0.00295 0.27805 0.00087 0.28305 C 0.00052 0.28416 0.00017 0.28527 2.77778E-6 0.28638 C -0.00018 0.2875 -0.0007 0.29111 -0.00104 0.2925 C -0.00139 0.29333 -0.00174 0.29416 -0.00209 0.29472 C -0.00226 0.29583 -0.00278 0.29638 -0.00261 0.2975 C -0.00226 0.30055 -0.00052 0.30027 0.00087 0.30083 C 0.00121 0.30138 0.00208 0.30222 0.00191 0.30305 C 0.00173 0.30527 0.00052 0.30694 2.77778E-6 0.30916 C -0.00035 0.30972 -0.00052 0.31055 -0.00052 0.31138 C -0.00139 0.31611 -0.00157 0.32111 -0.00261 0.32583 C -0.00295 0.32694 -0.004 0.3275 -0.00469 0.32805 C -0.00365 0.32861 -0.00261 0.32888 -0.00157 0.32916 C -0.00035 0.32944 0.00139 0.32833 0.00243 0.32972 C 0.00312 0.33055 0.00156 0.33194 0.00087 0.3325 C -0.00018 0.33333 -0.00261 0.33416 -0.00261 0.33444 L -0.00261 0.33416 " pathEditMode="relative" rAng="0" ptsTypes="AAAAAAAAAAAAAAAAAAAAAAAAAAAAAAAAAAAAAAAAAAAAAAAAAAA">
                                      <p:cBhvr>
                                        <p:cTn id="375" dur="3000" fill="hold"/>
                                        <p:tgtEl>
                                          <p:spTgt spid="156"/>
                                        </p:tgtEl>
                                        <p:attrNameLst>
                                          <p:attrName>ppt_x</p:attrName>
                                          <p:attrName>ppt_y</p:attrName>
                                        </p:attrNameLst>
                                      </p:cBhvr>
                                      <p:rCtr x="-260" y="16722"/>
                                    </p:animMotion>
                                  </p:childTnLst>
                                </p:cTn>
                              </p:par>
                              <p:par>
                                <p:cTn id="376" presetID="0" presetClass="path" presetSubtype="0" accel="50000" decel="50000" fill="hold" grpId="0" nodeType="withEffect">
                                  <p:stCondLst>
                                    <p:cond delay="1700"/>
                                  </p:stCondLst>
                                  <p:childTnLst>
                                    <p:animMotion origin="layout" path="M -0.00157 0.01028 L -0.00157 0.01056 C -0.00139 0.01306 -0.00139 0.01583 -0.00105 0.01861 C -0.00105 0.01945 -0.00087 0.02028 -0.00052 0.02083 C -0.00018 0.02167 0.00052 0.02195 0.00104 0.0225 C 0.00138 0.02361 0.00191 0.02472 0.00208 0.02583 C 0.00208 0.02695 0.00173 0.02778 0.00156 0.02861 C 0.00034 0.03111 4.16667E-6 0.03083 -0.00157 0.03195 C -0.00226 0.0325 -0.00313 0.03333 -0.00365 0.03417 C -0.00469 0.03611 -0.00434 0.03806 -0.00313 0.03917 C -0.00261 0.04 -0.00174 0.03972 -0.00105 0.04028 C -0.00052 0.04028 4.16667E-6 0.04083 0.00052 0.04083 C 0.00104 0.0425 0.00191 0.04417 0.00208 0.04583 C 0.00243 0.05195 0.00173 0.05528 0.00104 0.06028 C 0.00138 0.06139 0.00156 0.0625 0.00208 0.06361 C 0.0026 0.065 0.00416 0.06583 0.00416 0.0675 C 0.00399 0.07167 0.00104 0.07695 -0.00052 0.08028 C 0.00052 0.08195 0.00138 0.08389 0.0026 0.08528 C 0.00312 0.08583 0.00399 0.08556 0.00468 0.08583 C 0.0085 0.08833 0.00781 0.08778 0.01093 0.09195 C 0.01076 0.09361 0.01076 0.09528 0.01041 0.09695 C 0.00972 0.09917 0.00816 0.10278 0.00729 0.10528 C 0.00711 0.10639 0.00642 0.11972 0.00625 0.12195 C 0.0059 0.12361 0.00538 0.125 0.0052 0.12695 C 0.00486 0.12778 0.00503 0.12917 0.00468 0.13028 C 0.00416 0.13139 0.00329 0.1325 0.0026 0.13361 C -0.00122 0.15389 0.00173 0.14611 -0.00417 0.15861 C -0.00452 0.16028 -0.00504 0.16167 -0.00521 0.16361 C -0.00556 0.16445 -0.00591 0.16556 -0.00573 0.16695 C -0.00573 0.16889 -0.00504 0.17083 -0.00469 0.1725 C -0.00348 0.18667 -0.00348 0.18556 -0.00261 0.20861 C -0.00243 0.21695 -0.00365 0.22611 -0.00209 0.23417 C -0.00174 0.23695 0.00104 0.23695 0.0026 0.23861 C 0.00312 0.23889 0.00364 0.23972 0.00416 0.24028 C 0.0059 0.24861 0.0052 0.24445 0.00364 0.2625 C 0.00347 0.26389 0.00295 0.26472 0.0026 0.26583 C 0.00277 0.26861 0.00243 0.27111 0.00312 0.27361 C 0.00329 0.27417 0.00416 0.27389 0.00468 0.27417 C 0.00503 0.275 0.00538 0.27583 0.00573 0.27695 C 0.00399 0.28722 0.0059 0.28056 0.00104 0.28861 C -0.00139 0.29222 0.00138 0.29028 -0.00157 0.29195 C -0.00139 0.29361 -0.00157 0.29528 -0.00105 0.29695 C -0.00087 0.2975 4.16667E-6 0.29695 0.00052 0.2975 C 0.00086 0.29833 0.00069 0.29945 0.00104 0.30028 C 0.00121 0.30111 0.00173 0.30195 0.00208 0.3025 C 0.00156 0.31028 0.00243 0.31361 -0.00052 0.31917 C -0.00105 0.32 -0.00157 0.31972 -0.00209 0.32028 C -0.00035 0.32861 -0.00157 0.32556 0.00052 0.33028 C 0.00069 0.33083 0.00104 0.33167 0.00104 0.3325 C 0.00069 0.33611 4.16667E-6 0.33583 -0.00157 0.33695 C 0.00086 0.3375 0.00347 0.33667 0.00573 0.33861 C 0.00642 0.33917 0.00434 0.34028 0.00364 0.34083 C 0.00295 0.34139 0.00225 0.34139 0.00156 0.34195 C 0.00104 0.34139 -0.00035 0.34111 4.16667E-6 0.34028 C 0.00017 0.33917 0.00138 0.33889 0.00208 0.33917 C 0.0026 0.33972 0.0026 0.34361 0.0026 0.34445 L 0.00208 0.34083 L 0.00312 0.34195 " pathEditMode="relative" rAng="0" ptsTypes="AAAAAAAAAAAAAAAAAAAAAAAAAAAAAAAAAAAAAAAAAAAAAAAAAAAAAAAAAA">
                                      <p:cBhvr>
                                        <p:cTn id="377" dur="3000" fill="hold"/>
                                        <p:tgtEl>
                                          <p:spTgt spid="258"/>
                                        </p:tgtEl>
                                        <p:attrNameLst>
                                          <p:attrName>ppt_x</p:attrName>
                                          <p:attrName>ppt_y</p:attrName>
                                        </p:attrNameLst>
                                      </p:cBhvr>
                                      <p:rCtr x="399" y="16694"/>
                                    </p:animMotion>
                                  </p:childTnLst>
                                </p:cTn>
                              </p:par>
                              <p:par>
                                <p:cTn id="378" presetID="0" presetClass="path" presetSubtype="0" accel="50000" decel="50000" fill="hold" grpId="0" nodeType="withEffect">
                                  <p:stCondLst>
                                    <p:cond delay="0"/>
                                  </p:stCondLst>
                                  <p:childTnLst>
                                    <p:animMotion origin="layout" path="M -0.00417 0.05166 L -0.00417 0.05194 C -0.00417 0.0575 -0.00399 0.06388 -0.00382 0.06972 C -0.00365 0.07111 -0.00295 0.07222 -0.0033 0.07305 C -0.00556 0.08194 -0.00538 0.07777 -0.00781 0.08138 C -0.01163 0.08694 -0.01111 0.08638 -0.01354 0.0925 C -0.00625 0.09694 -0.00851 0.09388 -0.00521 0.09916 C -0.00608 0.10194 -0.00695 0.10472 -0.00781 0.1075 C -0.00816 0.10833 -0.00851 0.10916 -0.00886 0.10972 C -0.01024 0.11277 -0.01163 0.11527 -0.01302 0.11805 C -0.0132 0.11972 -0.01424 0.12138 -0.01354 0.1225 C -0.0125 0.12416 -0.01042 0.12388 -0.00886 0.12472 C -0.00833 0.12527 -0.00781 0.12583 -0.00729 0.12638 C -0.00833 0.12861 -0.00938 0.13055 -0.01042 0.1325 C -0.01094 0.13305 -0.01181 0.1325 -0.01198 0.13305 C -0.01267 0.13472 -0.01267 0.13638 -0.01302 0.13805 C -0.01146 0.13888 -0.00972 0.13916 -0.00833 0.14138 C -0.00764 0.14305 -0.00729 0.14472 -0.00677 0.14638 C -0.00608 0.15055 -0.00556 0.155 -0.00469 0.15916 C -0.00452 0.16083 -0.00417 0.1625 -0.00382 0.16416 C -0.00573 0.16861 -0.00799 0.17277 -0.0099 0.1775 C -0.01024 0.17805 -0.01024 0.17916 -0.01042 0.17972 C -0.01094 0.18194 -0.01146 0.18361 -0.01198 0.18583 C -0.01007 0.19027 -0.00764 0.19388 -0.00729 0.19972 C -0.00729 0.20305 -0.00764 0.20583 -0.00781 0.20916 C -0.00799 0.21527 -0.00816 0.22194 -0.00833 0.22805 C -0.00886 0.24138 -0.01129 0.25444 -0.0099 0.2675 C -0.00938 0.27277 -0.00538 0.27583 -0.0033 0.27972 C -0.00295 0.28138 -0.00208 0.28305 -0.00226 0.28472 C -0.00243 0.28694 -0.00382 0.28861 -0.00417 0.29083 C -0.00469 0.29222 -0.00452 0.29416 -0.00469 0.29583 C -0.00313 0.29916 -0.00261 0.29972 -0.00174 0.30416 C -0.00122 0.30583 -0.00104 0.30805 -0.0007 0.30972 C -0.00052 0.31361 -0.00035 0.31722 -0.00017 0.32083 C 1.38889E-6 0.32194 0.00052 0.32277 0.00035 0.32416 C -0.00035 0.33111 -0.00122 0.32972 -0.0033 0.33472 C -0.00365 0.33583 -0.00399 0.33694 -0.00417 0.33805 C -0.00434 0.33916 -0.00486 0.34277 -0.00521 0.34416 C -0.00556 0.345 -0.0059 0.34583 -0.00625 0.34638 C -0.00642 0.3475 -0.00695 0.34805 -0.00677 0.34916 C -0.00642 0.35222 -0.00469 0.35194 -0.0033 0.3525 C -0.00295 0.35305 -0.00208 0.35388 -0.00226 0.35472 C -0.00243 0.35694 -0.00365 0.35861 -0.00417 0.36083 C -0.00452 0.36138 -0.00469 0.36222 -0.00469 0.36305 C -0.00556 0.36777 -0.00573 0.37277 -0.00677 0.3775 C -0.00712 0.37861 -0.00816 0.37916 -0.00886 0.37972 C -0.00781 0.38027 -0.00677 0.38055 -0.00573 0.38083 C -0.00452 0.38111 -0.00278 0.38 -0.00174 0.38138 C -0.00104 0.38222 -0.00261 0.38361 -0.0033 0.38416 C -0.00434 0.385 -0.00677 0.38583 -0.00677 0.38611 L -0.00677 0.38583 " pathEditMode="relative" rAng="0" ptsTypes="AAAAAAAAAAAAAAAAAAAAAAAAAAAAAAAAAAAAAAAAAAAAAAAAAAA">
                                      <p:cBhvr>
                                        <p:cTn id="379" dur="3000" fill="hold"/>
                                        <p:tgtEl>
                                          <p:spTgt spid="257"/>
                                        </p:tgtEl>
                                        <p:attrNameLst>
                                          <p:attrName>ppt_x</p:attrName>
                                          <p:attrName>ppt_y</p:attrName>
                                        </p:attrNameLst>
                                      </p:cBhvr>
                                      <p:rCtr x="-260" y="16722"/>
                                    </p:animMotion>
                                  </p:childTnLst>
                                </p:cTn>
                              </p:par>
                              <p:par>
                                <p:cTn id="380" presetID="0" presetClass="path" presetSubtype="0" accel="50000" decel="50000" fill="hold" grpId="0" nodeType="withEffect">
                                  <p:stCondLst>
                                    <p:cond delay="0"/>
                                  </p:stCondLst>
                                  <p:childTnLst>
                                    <p:animMotion origin="layout" path="M -0.00156 0.01028 L -0.00156 0.01056 C -0.00139 0.01306 -0.00139 0.01584 -0.00104 0.01861 C -0.00104 0.01945 -0.00086 0.02028 -0.00052 0.02084 C -0.00017 0.02167 0.00052 0.02195 0.00105 0.0225 C 0.00139 0.02361 0.00191 0.02473 0.00209 0.02584 C 0.00209 0.02695 0.00174 0.02778 0.00157 0.02861 C 0.00035 0.03111 -3.61111E-6 0.03084 -0.00156 0.03195 C -0.00225 0.0325 -0.00312 0.03334 -0.00364 0.03417 C -0.00468 0.03611 -0.00434 0.03806 -0.00312 0.03917 C -0.0026 0.04 -0.00173 0.03973 -0.00104 0.04028 C -0.00052 0.04028 -3.61111E-6 0.04084 0.00052 0.04084 C 0.00105 0.0425 0.00191 0.04417 0.00209 0.04584 C 0.00243 0.05195 0.00174 0.05528 0.00105 0.06028 C 0.00139 0.06139 0.00157 0.0625 0.00209 0.06361 C 0.00261 0.065 0.00417 0.06584 0.00417 0.0675 C 0.004 0.07167 0.00105 0.07695 -0.00052 0.08028 C 0.00052 0.08195 0.00139 0.08389 0.00261 0.08528 C 0.00313 0.08584 0.004 0.08556 0.00469 0.08584 C 0.00851 0.08834 0.00782 0.08778 0.01094 0.09195 C 0.01077 0.09361 0.01077 0.09528 0.01042 0.09695 C 0.00973 0.09917 0.00816 0.10278 0.0073 0.10528 C 0.00712 0.10639 0.00643 0.11973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4 -0.00468 0.1725 C -0.00347 0.18667 -0.00347 0.18556 -0.0026 0.20861 C -0.00243 0.21695 -0.00364 0.22611 -0.00208 0.23417 C -0.00173 0.23695 0.00105 0.23695 0.00261 0.23861 C 0.00313 0.23889 0.00365 0.23973 0.00417 0.24028 C 0.00591 0.24861 0.00521 0.24445 0.00365 0.2625 C 0.00348 0.26389 0.00296 0.26473 0.00261 0.26584 C 0.00278 0.26861 0.00243 0.27111 0.00313 0.27361 C 0.0033 0.27417 0.00417 0.27389 0.00469 0.27417 C 0.00504 0.275 0.00539 0.27584 0.00573 0.27695 C 0.004 0.28723 0.00591 0.28056 0.00105 0.28861 C -0.00139 0.29223 0.00139 0.29028 -0.00156 0.29195 C -0.00139 0.29361 -0.00156 0.29528 -0.00104 0.29695 C -0.00086 0.2975 -3.61111E-6 0.29695 0.00052 0.2975 C 0.00087 0.29834 0.0007 0.29945 0.00105 0.30028 C 0.00122 0.30111 0.00174 0.30195 0.00209 0.3025 C 0.00157 0.31028 0.00243 0.31361 -0.00052 0.31917 C -0.00104 0.32 -0.00156 0.31973 -0.00208 0.32028 C -0.00034 0.32861 -0.00156 0.32556 0.00052 0.33028 C 0.0007 0.33084 0.00105 0.33167 0.00105 0.3325 C 0.0007 0.33611 -3.61111E-6 0.33584 -0.00156 0.33695 C 0.00087 0.3375 0.00348 0.33667 0.00573 0.33861 C 0.00643 0.33917 0.00434 0.34028 0.00365 0.34084 C 0.00296 0.34139 0.00226 0.34139 0.00157 0.34195 C 0.00105 0.34139 -0.00034 0.34111 -3.61111E-6 0.34028 C 0.00018 0.33917 0.00139 0.33889 0.00209 0.33917 C 0.00261 0.33973 0.00261 0.34361 0.00261 0.34445 L 0.00209 0.34084 L 0.00313 0.34195 " pathEditMode="relative" rAng="0" ptsTypes="AAAAAAAAAAAAAAAAAAAAAAAAAAAAAAAAAAAAAAAAAAAAAAAAAAAAAAAAAA">
                                      <p:cBhvr>
                                        <p:cTn id="381" dur="3000" fill="hold"/>
                                        <p:tgtEl>
                                          <p:spTgt spid="259"/>
                                        </p:tgtEl>
                                        <p:attrNameLst>
                                          <p:attrName>ppt_x</p:attrName>
                                          <p:attrName>ppt_y</p:attrName>
                                        </p:attrNameLst>
                                      </p:cBhvr>
                                      <p:rCtr x="399" y="16694"/>
                                    </p:animMotion>
                                  </p:childTnLst>
                                </p:cTn>
                              </p:par>
                              <p:par>
                                <p:cTn id="382" presetID="0" presetClass="path" presetSubtype="0" accel="50000" decel="50000" fill="hold" grpId="0" nodeType="withEffect">
                                  <p:stCondLst>
                                    <p:cond delay="0"/>
                                  </p:stCondLst>
                                  <p:childTnLst>
                                    <p:animMotion origin="layout" path="M -0.00156 0.01028 L -0.00156 0.01056 C -0.00139 0.01306 -0.00139 0.01584 -0.00104 0.01862 C -0.00104 0.01945 -0.00087 0.02028 -0.00052 0.02084 C -0.00017 0.02167 0.00052 0.02195 0.00104 0.0225 C 0.00139 0.02362 0.00191 0.02473 0.00208 0.02584 C 0.00208 0.02695 0.00173 0.02778 0.00156 0.02862 C 0.00035 0.03112 1.38889E-6 0.03084 -0.00156 0.03195 C -0.00226 0.0325 -0.00313 0.03334 -0.00365 0.03417 C -0.00469 0.03612 -0.00434 0.03806 -0.00313 0.03917 C -0.00261 0.04 -0.00174 0.03973 -0.00104 0.04028 C -0.00052 0.04028 1.38889E-6 0.04084 0.00052 0.04084 C 0.00104 0.0425 0.00191 0.04417 0.00208 0.04584 C 0.00243 0.05195 0.00173 0.05528 0.00104 0.06028 C 0.00139 0.06139 0.00156 0.0625 0.00208 0.06362 C 0.0026 0.065 0.00417 0.06584 0.00417 0.0675 C 0.00399 0.07167 0.00104 0.07695 -0.00052 0.08028 C 0.00052 0.08195 0.00139 0.08389 0.0026 0.08528 C 0.00312 0.08584 0.00399 0.08556 0.00469 0.08584 C 0.00851 0.08834 0.00781 0.08778 0.01094 0.09195 C 0.01076 0.09362 0.01076 0.09528 0.01042 0.09695 C 0.00972 0.09917 0.00816 0.10278 0.00729 0.10528 C 0.00712 0.10639 0.00642 0.11973 0.00625 0.12195 C 0.0059 0.12362 0.00538 0.125 0.00521 0.12695 C 0.00486 0.12778 0.00503 0.12917 0.00469 0.13028 C 0.00417 0.13139 0.0033 0.1325 0.0026 0.13362 C -0.00122 0.15389 0.00173 0.14612 -0.00417 0.15862 C -0.00452 0.16028 -0.00504 0.16167 -0.00521 0.16362 C -0.00556 0.16445 -0.0059 0.16556 -0.00573 0.16695 C -0.00573 0.16889 -0.00504 0.17084 -0.00469 0.1725 C -0.00347 0.18667 -0.00347 0.18556 -0.00261 0.20862 C -0.00243 0.21695 -0.00365 0.22612 -0.00208 0.23417 C -0.00174 0.23695 0.00104 0.23695 0.0026 0.23862 C 0.00312 0.23889 0.00364 0.23973 0.00417 0.24028 C 0.0059 0.24862 0.00521 0.24445 0.00364 0.2625 C 0.00347 0.26389 0.00295 0.26473 0.0026 0.26584 C 0.00278 0.26862 0.00243 0.27112 0.00312 0.27362 C 0.0033 0.27417 0.00417 0.27389 0.00469 0.27417 C 0.00503 0.275 0.00538 0.27584 0.00573 0.27695 C 0.00399 0.28723 0.0059 0.28056 0.00104 0.28862 C -0.00139 0.29223 0.00139 0.29028 -0.00156 0.29195 C -0.00139 0.29362 -0.00156 0.29528 -0.00104 0.29695 C -0.00087 0.2975 1.38889E-6 0.29695 0.00052 0.2975 C 0.00087 0.29834 0.00069 0.29945 0.00104 0.30028 C 0.00121 0.30112 0.00173 0.30195 0.00208 0.3025 C 0.00156 0.31028 0.00243 0.31362 -0.00052 0.31917 C -0.00104 0.32 -0.00156 0.31973 -0.00208 0.32028 C -0.00035 0.32862 -0.00156 0.32556 0.00052 0.33028 C 0.00069 0.33084 0.00104 0.33167 0.00104 0.3325 C 0.00069 0.33612 1.38889E-6 0.33584 -0.00156 0.33695 C 0.00087 0.3375 0.00347 0.33667 0.00573 0.33862 C 0.00642 0.33917 0.00434 0.34028 0.00364 0.34084 C 0.00295 0.34139 0.00226 0.34139 0.00156 0.34195 C 0.00104 0.34139 -0.00035 0.34112 1.38889E-6 0.34028 C 0.00017 0.33917 0.00139 0.33889 0.00208 0.33917 C 0.0026 0.33973 0.0026 0.34362 0.0026 0.34445 L 0.00208 0.34084 L 0.00312 0.34195 " pathEditMode="relative" rAng="0" ptsTypes="AAAAAAAAAAAAAAAAAAAAAAAAAAAAAAAAAAAAAAAAAAAAAAAAAAAAAAAAAA">
                                      <p:cBhvr>
                                        <p:cTn id="383" dur="3100" fill="hold"/>
                                        <p:tgtEl>
                                          <p:spTgt spid="260"/>
                                        </p:tgtEl>
                                        <p:attrNameLst>
                                          <p:attrName>ppt_x</p:attrName>
                                          <p:attrName>ppt_y</p:attrName>
                                        </p:attrNameLst>
                                      </p:cBhvr>
                                      <p:rCtr x="399" y="16694"/>
                                    </p:animMotion>
                                  </p:childTnLst>
                                </p:cTn>
                              </p:par>
                              <p:par>
                                <p:cTn id="384" presetID="0" presetClass="path" presetSubtype="0" accel="50000" decel="50000" fill="hold" grpId="0" nodeType="withEffect">
                                  <p:stCondLst>
                                    <p:cond delay="0"/>
                                  </p:stCondLst>
                                  <p:childTnLst>
                                    <p:animMotion origin="layout" path="M -0.00156 0.01028 L -0.00156 0.01056 C -0.00139 0.01306 -0.00139 0.01583 -0.00104 0.01861 C -0.00104 0.01945 -0.00086 0.02028 -0.00052 0.02083 C -0.00017 0.02167 0.00052 0.02195 0.00105 0.0225 C 0.00139 0.02361 0.00191 0.02472 0.00209 0.02583 C 0.00209 0.02695 0.00174 0.02778 0.00157 0.02861 C 0.00035 0.03111 -3.33333E-6 0.03083 -0.00156 0.03195 C -0.00225 0.0325 -0.00312 0.03333 -0.00364 0.03417 C -0.00468 0.03611 -0.00434 0.03806 -0.00312 0.03917 C -0.0026 0.04 -0.00173 0.03972 -0.00104 0.04028 C -0.00052 0.04028 -3.33333E-6 0.04083 0.00052 0.04083 C 0.00105 0.0425 0.00191 0.04417 0.00209 0.04583 C 0.00243 0.05195 0.00174 0.05528 0.00105 0.06028 C 0.00139 0.06139 0.00157 0.0625 0.00209 0.06361 C 0.00261 0.065 0.00417 0.06583 0.00417 0.0675 C 0.004 0.07167 0.00105 0.07695 -0.00052 0.08028 C 0.00052 0.08195 0.00139 0.08389 0.00261 0.08528 C 0.00313 0.08583 0.004 0.08556 0.00469 0.08583 C 0.00851 0.08833 0.00782 0.08778 0.01094 0.09195 C 0.01077 0.09361 0.01077 0.09528 0.01042 0.09695 C 0.00973 0.09917 0.00816 0.10278 0.0073 0.10528 C 0.00712 0.10639 0.00643 0.11972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3 -0.00468 0.1725 C -0.00347 0.18667 -0.00347 0.18556 -0.0026 0.20861 C -0.00243 0.21695 -0.00364 0.22611 -0.00208 0.23417 C -0.00173 0.23695 0.00105 0.23695 0.00261 0.23861 C 0.00313 0.23889 0.00365 0.23972 0.00417 0.24028 C 0.00591 0.24861 0.00521 0.24445 0.00365 0.2625 C 0.00348 0.26389 0.00295 0.26472 0.00261 0.26583 C 0.00278 0.26861 0.00243 0.27111 0.00313 0.27361 C 0.0033 0.27417 0.00417 0.27389 0.00469 0.27417 C 0.00504 0.275 0.00539 0.27583 0.00573 0.27695 C 0.004 0.28722 0.00591 0.28056 0.00105 0.28861 C -0.00139 0.29222 0.00139 0.29028 -0.00156 0.29195 C -0.00139 0.29361 -0.00156 0.29528 -0.00104 0.29695 C -0.00086 0.2975 -3.33333E-6 0.29695 0.00052 0.2975 C 0.00087 0.29833 0.0007 0.29945 0.00105 0.30028 C 0.00122 0.30111 0.00174 0.30195 0.00209 0.3025 C 0.00157 0.31028 0.00243 0.31361 -0.00052 0.31917 C -0.00104 0.32 -0.00156 0.31972 -0.00208 0.32028 C -0.00034 0.32861 -0.00156 0.32556 0.00052 0.33028 C 0.0007 0.33083 0.00105 0.33167 0.00105 0.3325 C 0.0007 0.33611 -3.33333E-6 0.33583 -0.00156 0.33695 C 0.00087 0.3375 0.00348 0.33667 0.00573 0.33861 C 0.00643 0.33917 0.00434 0.34028 0.00365 0.34083 C 0.00295 0.34139 0.00226 0.34139 0.00157 0.34195 C 0.00105 0.34139 -0.00034 0.34111 -3.33333E-6 0.34028 C 0.00018 0.33917 0.00139 0.33889 0.00209 0.33917 C 0.00261 0.33972 0.00261 0.34361 0.00261 0.34445 L 0.00209 0.34083 L 0.00313 0.34195 " pathEditMode="relative" rAng="0" ptsTypes="AAAAAAAAAAAAAAAAAAAAAAAAAAAAAAAAAAAAAAAAAAAAAAAAAAAAAAAAAA">
                                      <p:cBhvr>
                                        <p:cTn id="385" dur="3100" fill="hold"/>
                                        <p:tgtEl>
                                          <p:spTgt spid="262"/>
                                        </p:tgtEl>
                                        <p:attrNameLst>
                                          <p:attrName>ppt_x</p:attrName>
                                          <p:attrName>ppt_y</p:attrName>
                                        </p:attrNameLst>
                                      </p:cBhvr>
                                      <p:rCtr x="399" y="16694"/>
                                    </p:animMotion>
                                  </p:childTnLst>
                                </p:cTn>
                              </p:par>
                              <p:par>
                                <p:cTn id="386" presetID="0" presetClass="path" presetSubtype="0" accel="50000" decel="50000" fill="hold" grpId="0" nodeType="withEffect">
                                  <p:stCondLst>
                                    <p:cond delay="0"/>
                                  </p:stCondLst>
                                  <p:childTnLst>
                                    <p:animMotion origin="layout" path="M -1.38889E-6 -3.33333E-6 L -1.38889E-6 0.00028 C -1.38889E-6 0.00584 0.00018 0.01223 0.00035 0.01806 C 0.00052 0.01945 0.00122 0.02056 0.00087 0.02139 C -0.00139 0.03028 -0.00121 0.02611 -0.00364 0.02973 C -0.00746 0.03528 -0.00694 0.03473 -0.00937 0.04084 C -0.00208 0.04528 -0.00434 0.04223 -0.00104 0.0475 C -0.00191 0.05028 -0.00278 0.05306 -0.00364 0.05584 C -0.00399 0.05667 -0.00434 0.0575 -0.00469 0.05806 C -0.00607 0.06111 -0.00746 0.06361 -0.00885 0.06639 C -0.00903 0.06806 -0.01007 0.06973 -0.00937 0.07084 C -0.00833 0.0725 -0.00625 0.07223 -0.00469 0.07306 C -0.00417 0.07361 -0.00364 0.07417 -0.00312 0.07473 C -0.00417 0.07695 -0.00521 0.07889 -0.00625 0.08084 C -0.00677 0.08139 -0.00764 0.08084 -0.00781 0.08139 C -0.00851 0.08306 -0.00851 0.08473 -0.00885 0.08639 C -0.00729 0.08723 -0.00555 0.0875 -0.00417 0.08973 C -0.00347 0.09139 -0.00312 0.09306 -0.0026 0.09473 C -0.00191 0.09889 -0.00139 0.10334 -0.00052 0.1075 C -0.00035 0.10917 -1.38889E-6 0.11084 0.00035 0.1125 C -0.00156 0.11695 -0.00382 0.12111 -0.00573 0.12584 C -0.00607 0.12639 -0.00607 0.1275 -0.00625 0.12806 C -0.00677 0.13028 -0.00729 0.13195 -0.00781 0.13417 C -0.0059 0.13861 -0.00347 0.14223 -0.00312 0.14806 C -0.00312 0.15139 -0.00347 0.15417 -0.00364 0.1575 C -0.00382 0.16361 -0.00399 0.17028 -0.00417 0.17639 C -0.00469 0.18973 -0.00712 0.20278 -0.00573 0.21584 C -0.00521 0.22111 -0.00121 0.22417 0.00087 0.22806 C 0.00122 0.22973 0.00208 0.23139 0.00191 0.23306 C 0.00174 0.23528 0.00035 0.23695 -1.38889E-6 0.23917 C -0.00052 0.24056 -0.00035 0.2425 -0.00052 0.24417 C 0.00104 0.2475 0.00156 0.24806 0.00243 0.2525 C 0.00295 0.25417 0.00313 0.25639 0.00347 0.25806 C 0.00365 0.26195 0.00382 0.26556 0.00399 0.26917 C 0.00417 0.27028 0.00469 0.27111 0.00452 0.2725 C 0.00382 0.27945 0.00295 0.27806 0.00087 0.28306 C 0.00052 0.28417 0.00018 0.28528 -1.38889E-6 0.28639 C -0.00017 0.2875 -0.00069 0.29111 -0.00104 0.2925 C -0.00139 0.29334 -0.00173 0.29417 -0.00208 0.29473 C -0.00226 0.29584 -0.00278 0.29639 -0.0026 0.2975 C -0.00226 0.30056 -0.00052 0.30028 0.00087 0.30084 C 0.00122 0.30139 0.00208 0.30223 0.00191 0.30306 C 0.00174 0.30528 0.00052 0.30695 -1.38889E-6 0.30917 C -0.00035 0.30973 -0.00052 0.31056 -0.00052 0.31139 C -0.00139 0.31611 -0.00156 0.32111 -0.0026 0.32584 C -0.00295 0.32695 -0.00399 0.3275 -0.00469 0.32806 C -0.00364 0.32861 -0.0026 0.32889 -0.00156 0.32917 C -0.00035 0.32945 0.00139 0.32834 0.00243 0.32973 C 0.00313 0.33056 0.00156 0.33195 0.00087 0.3325 C -0.00017 0.33334 -0.0026 0.33417 -0.0026 0.33445 L -0.0026 0.33417 " pathEditMode="relative" rAng="0" ptsTypes="AAAAAAAAAAAAAAAAAAAAAAAAAAAAAAAAAAAAAAAAAAAAAAAAAAA">
                                      <p:cBhvr>
                                        <p:cTn id="387" dur="3100" fill="hold"/>
                                        <p:tgtEl>
                                          <p:spTgt spid="261"/>
                                        </p:tgtEl>
                                        <p:attrNameLst>
                                          <p:attrName>ppt_x</p:attrName>
                                          <p:attrName>ppt_y</p:attrName>
                                        </p:attrNameLst>
                                      </p:cBhvr>
                                      <p:rCtr x="-260" y="16722"/>
                                    </p:animMotion>
                                  </p:childTnLst>
                                </p:cTn>
                              </p:par>
                              <p:par>
                                <p:cTn id="388" presetID="0" presetClass="path" presetSubtype="0" accel="50000" decel="50000" fill="hold" grpId="0" nodeType="withEffect">
                                  <p:stCondLst>
                                    <p:cond delay="100"/>
                                  </p:stCondLst>
                                  <p:childTnLst>
                                    <p:animMotion origin="layout" path="M -0.00156 0.01028 L -0.00156 0.01056 C -0.00139 0.01306 -0.00139 0.01584 -0.00104 0.01862 C -0.00104 0.01945 -0.00087 0.02028 -0.00052 0.02084 C -0.00018 0.02167 0.00052 0.02195 0.00104 0.0225 C 0.00139 0.02362 0.00191 0.02473 0.00208 0.02584 C 0.00208 0.02695 0.00173 0.02778 0.00156 0.02862 C 0.00034 0.03112 2.5E-6 0.03084 -0.00156 0.03195 C -0.00226 0.0325 -0.00313 0.03334 -0.00365 0.03417 C -0.00469 0.03612 -0.00434 0.03806 -0.00313 0.03917 C -0.00261 0.04 -0.00174 0.03973 -0.00104 0.04028 C -0.00052 0.04028 2.5E-6 0.04084 0.00052 0.04084 C 0.00104 0.0425 0.00191 0.04417 0.00208 0.04584 C 0.00243 0.05195 0.00173 0.05528 0.00104 0.06028 C 0.00139 0.06139 0.00156 0.0625 0.00208 0.06362 C 0.0026 0.065 0.00416 0.06584 0.00416 0.0675 C 0.00399 0.07167 0.00104 0.07695 -0.00052 0.08028 C 0.00052 0.08195 0.00139 0.08389 0.0026 0.08528 C 0.00312 0.08584 0.00399 0.08556 0.00469 0.08584 C 0.0085 0.08834 0.00781 0.08778 0.01094 0.09195 C 0.01076 0.09362 0.01076 0.09528 0.01041 0.09695 C 0.00972 0.09917 0.00816 0.10278 0.00729 0.10528 C 0.00712 0.10639 0.00642 0.11973 0.00625 0.12195 C 0.0059 0.12362 0.00538 0.125 0.00521 0.12695 C 0.00486 0.12778 0.00503 0.12917 0.00469 0.13028 C 0.00416 0.13139 0.0033 0.1325 0.0026 0.13362 C -0.00122 0.15389 0.00173 0.14612 -0.00417 0.15862 C -0.00452 0.16028 -0.00504 0.16167 -0.00521 0.16362 C -0.00556 0.16445 -0.00591 0.16556 -0.00573 0.16695 C -0.00573 0.16889 -0.00504 0.17084 -0.00469 0.1725 C -0.00347 0.18667 -0.00347 0.18556 -0.00261 0.20862 C -0.00243 0.21695 -0.00365 0.22612 -0.00209 0.23417 C -0.00174 0.23695 0.00104 0.23695 0.0026 0.23862 C 0.00312 0.23889 0.00364 0.23973 0.00416 0.24028 C 0.0059 0.24862 0.00521 0.24445 0.00364 0.2625 C 0.00347 0.26389 0.00295 0.26473 0.0026 0.26584 C 0.00278 0.26862 0.00243 0.27112 0.00312 0.27362 C 0.0033 0.27417 0.00416 0.27389 0.00469 0.27417 C 0.00503 0.275 0.00538 0.27584 0.00573 0.27695 C 0.00399 0.28723 0.0059 0.28056 0.00104 0.28862 C -0.00139 0.29223 0.00139 0.29028 -0.00156 0.29195 C -0.00139 0.29362 -0.00156 0.29528 -0.00104 0.29695 C -0.00087 0.2975 2.5E-6 0.29695 0.00052 0.2975 C 0.00087 0.29834 0.00069 0.29945 0.00104 0.30028 C 0.00121 0.30112 0.00173 0.30195 0.00208 0.3025 C 0.00156 0.31028 0.00243 0.31362 -0.00052 0.31917 C -0.00104 0.32 -0.00156 0.31973 -0.00209 0.32028 C -0.00035 0.32862 -0.00156 0.32556 0.00052 0.33028 C 0.00069 0.33084 0.00104 0.33167 0.00104 0.3325 C 0.00069 0.33612 2.5E-6 0.33584 -0.00156 0.33695 C 0.00087 0.3375 0.00347 0.33667 0.00573 0.33862 C 0.00642 0.33917 0.00434 0.34028 0.00364 0.34084 C 0.00295 0.34139 0.00225 0.34139 0.00156 0.34195 C 0.00104 0.34139 -0.00035 0.34112 2.5E-6 0.34028 C 0.00017 0.33917 0.00139 0.33889 0.00208 0.33917 C 0.0026 0.33973 0.0026 0.34362 0.0026 0.34445 L 0.00208 0.34084 L 0.00312 0.34195 " pathEditMode="relative" rAng="0" ptsTypes="AAAAAAAAAAAAAAAAAAAAAAAAAAAAAAAAAAAAAAAAAAAAAAAAAAAAAAAAAA">
                                      <p:cBhvr>
                                        <p:cTn id="389" dur="2900" fill="hold"/>
                                        <p:tgtEl>
                                          <p:spTgt spid="263"/>
                                        </p:tgtEl>
                                        <p:attrNameLst>
                                          <p:attrName>ppt_x</p:attrName>
                                          <p:attrName>ppt_y</p:attrName>
                                        </p:attrNameLst>
                                      </p:cBhvr>
                                      <p:rCtr x="399" y="16694"/>
                                    </p:animMotion>
                                  </p:childTnLst>
                                </p:cTn>
                              </p:par>
                              <p:par>
                                <p:cTn id="390" presetID="0" presetClass="path" presetSubtype="0" accel="50000" decel="50000" fill="hold" grpId="0" nodeType="withEffect">
                                  <p:stCondLst>
                                    <p:cond delay="0"/>
                                  </p:stCondLst>
                                  <p:childTnLst>
                                    <p:animMotion origin="layout" path="M -0.00157 0.01027 L -0.00157 0.01055 C -0.00139 0.01305 -0.00139 0.01583 -0.00105 0.01861 C -0.00105 0.01944 -0.00087 0.02027 -0.00052 0.02083 C -0.00018 0.02166 0.00052 0.02194 0.00104 0.0225 C 0.00139 0.02361 0.00191 0.02472 0.00208 0.02583 C 0.00208 0.02694 0.00173 0.02777 0.00156 0.02861 C 0.00034 0.03111 3.88889E-6 0.03083 -0.00157 0.03194 C -0.00226 0.0325 -0.00313 0.03333 -0.00365 0.03416 C -0.00469 0.03611 -0.00434 0.03805 -0.00313 0.03916 C -0.00261 0.04 -0.00174 0.03972 -0.00105 0.04027 C -0.00052 0.04027 3.88889E-6 0.04083 0.00052 0.04083 C 0.00104 0.0425 0.00191 0.04416 0.00208 0.04583 C 0.00243 0.05194 0.00173 0.05527 0.00104 0.06027 C 0.00139 0.06138 0.00156 0.0625 0.00208 0.06361 C 0.0026 0.065 0.00416 0.06583 0.00416 0.0675 C 0.00399 0.07166 0.00104 0.07694 -0.00052 0.08027 C 0.00052 0.08194 0.00139 0.08388 0.0026 0.08527 C 0.00312 0.08583 0.00399 0.08555 0.00468 0.08583 C 0.0085 0.08833 0.00781 0.08777 0.01093 0.09194 C 0.01076 0.09361 0.01076 0.09527 0.01041 0.09694 C 0.00972 0.09916 0.00816 0.10277 0.00729 0.10527 C 0.00711 0.10638 0.00642 0.11972 0.00625 0.12194 C 0.0059 0.12361 0.00538 0.125 0.0052 0.12694 C 0.00486 0.12777 0.00503 0.12916 0.00468 0.13027 C 0.00416 0.13138 0.00329 0.1325 0.0026 0.13361 C -0.00122 0.15388 0.00173 0.14611 -0.00417 0.15861 C -0.00452 0.16027 -0.00504 0.16166 -0.00521 0.16361 C -0.00556 0.16444 -0.00591 0.16555 -0.00573 0.16694 C -0.00573 0.16888 -0.00504 0.17083 -0.00469 0.1725 C -0.00348 0.18666 -0.00348 0.18555 -0.00261 0.20861 C -0.00243 0.21694 -0.00365 0.22611 -0.00209 0.23416 C -0.00174 0.23694 0.00104 0.23694 0.0026 0.23861 C 0.00312 0.23888 0.00364 0.23972 0.00416 0.24027 C 0.0059 0.24861 0.0052 0.24444 0.00364 0.2625 C 0.00347 0.26388 0.00295 0.26472 0.0026 0.26583 C 0.00277 0.26861 0.00243 0.27111 0.00312 0.27361 C 0.00329 0.27416 0.00416 0.27388 0.00468 0.27416 C 0.00503 0.275 0.00538 0.27583 0.00573 0.27694 C 0.00399 0.28722 0.0059 0.28055 0.00104 0.28861 C -0.00139 0.29222 0.00139 0.29027 -0.00157 0.29194 C -0.00139 0.29361 -0.00157 0.29527 -0.00105 0.29694 C -0.00087 0.2975 3.88889E-6 0.29694 0.00052 0.2975 C 0.00086 0.29833 0.00069 0.29944 0.00104 0.30027 C 0.00121 0.30111 0.00173 0.30194 0.00208 0.3025 C 0.00156 0.31027 0.00243 0.31361 -0.00052 0.31916 C -0.00105 0.32 -0.00157 0.31972 -0.00209 0.32027 C -0.00035 0.32861 -0.00157 0.32555 0.00052 0.33027 C 0.00069 0.33083 0.00104 0.33166 0.00104 0.3325 C 0.00069 0.33611 3.88889E-6 0.33583 -0.00157 0.33694 C 0.00086 0.3375 0.00347 0.33666 0.00573 0.33861 C 0.00642 0.33916 0.00434 0.34027 0.00364 0.34083 C 0.00295 0.34138 0.00225 0.34138 0.00156 0.34194 C 0.00104 0.34138 -0.00035 0.34111 3.88889E-6 0.34027 C 0.00017 0.33916 0.00139 0.33888 0.00208 0.33916 C 0.0026 0.33972 0.0026 0.34361 0.0026 0.34444 L 0.00208 0.34083 L 0.00312 0.34194 " pathEditMode="relative" rAng="0" ptsTypes="AAAAAAAAAAAAAAAAAAAAAAAAAAAAAAAAAAAAAAAAAAAAAAAAAAAAAAAAAA">
                                      <p:cBhvr>
                                        <p:cTn id="391" dur="3000" fill="hold"/>
                                        <p:tgtEl>
                                          <p:spTgt spid="264"/>
                                        </p:tgtEl>
                                        <p:attrNameLst>
                                          <p:attrName>ppt_x</p:attrName>
                                          <p:attrName>ppt_y</p:attrName>
                                        </p:attrNameLst>
                                      </p:cBhvr>
                                      <p:rCtr x="399" y="16694"/>
                                    </p:animMotion>
                                  </p:childTnLst>
                                </p:cTn>
                              </p:par>
                              <p:par>
                                <p:cTn id="392" presetID="0" presetClass="path" presetSubtype="0" accel="50000" decel="50000" fill="hold" grpId="0" nodeType="withEffect">
                                  <p:stCondLst>
                                    <p:cond delay="0"/>
                                  </p:stCondLst>
                                  <p:childTnLst>
                                    <p:animMotion origin="layout" path="M -0.00156 0.01028 L -0.00156 0.01056 C -0.00138 0.01306 -0.00138 0.01584 -0.00104 0.01861 C -0.00104 0.01945 -0.00086 0.02028 -0.00052 0.02084 C -0.00017 0.02167 0.00052 0.02195 0.00105 0.0225 C 0.00139 0.02361 0.00191 0.02473 0.00209 0.02584 C 0.00209 0.02695 0.00174 0.02778 0.00157 0.02861 C 0.00035 0.03111 -3.88889E-6 0.03084 -0.00156 0.03195 C -0.00225 0.0325 -0.00312 0.03334 -0.00364 0.03417 C -0.00468 0.03611 -0.00434 0.03806 -0.00312 0.03917 C -0.0026 0.04 -0.00173 0.03973 -0.00104 0.04028 C -0.00052 0.04028 -3.88889E-6 0.04084 0.00052 0.04084 C 0.00105 0.0425 0.00191 0.04417 0.00209 0.04584 C 0.00243 0.05195 0.00174 0.05528 0.00105 0.06028 C 0.00139 0.06139 0.00157 0.0625 0.00209 0.06361 C 0.00261 0.065 0.00417 0.06584 0.00417 0.0675 C 0.004 0.07167 0.00105 0.07695 -0.00052 0.08028 C 0.00052 0.08195 0.00139 0.08389 0.00261 0.08528 C 0.00313 0.08584 0.004 0.08556 0.00469 0.08584 C 0.00851 0.08834 0.00782 0.08778 0.01094 0.09195 C 0.01077 0.09361 0.01077 0.09528 0.01042 0.09695 C 0.00973 0.09917 0.00816 0.10278 0.0073 0.10528 C 0.00712 0.10639 0.00643 0.11973 0.00625 0.12195 C 0.00591 0.12361 0.00539 0.125 0.00521 0.12695 C 0.00487 0.12778 0.00504 0.12917 0.00469 0.13028 C 0.00417 0.13139 0.0033 0.1325 0.00261 0.13361 C -0.00121 0.15389 0.00174 0.14611 -0.00416 0.15861 C -0.00451 0.16028 -0.00503 0.16167 -0.0052 0.16361 C -0.00555 0.16445 -0.0059 0.16556 -0.00573 0.16695 C -0.00573 0.16889 -0.00503 0.17084 -0.00468 0.1725 C -0.00347 0.18667 -0.00347 0.18556 -0.0026 0.20861 C -0.00243 0.21695 -0.00364 0.22611 -0.00208 0.23417 C -0.00173 0.23695 0.00105 0.23695 0.00261 0.23861 C 0.00313 0.23889 0.00365 0.23973 0.00417 0.24028 C 0.00591 0.24861 0.00521 0.24445 0.00365 0.2625 C 0.00348 0.26389 0.00296 0.26473 0.00261 0.26584 C 0.00278 0.26861 0.00243 0.27111 0.00313 0.27361 C 0.0033 0.27417 0.00417 0.27389 0.00469 0.27417 C 0.00504 0.275 0.00539 0.27584 0.00573 0.27695 C 0.004 0.28723 0.00591 0.28056 0.00105 0.28861 C -0.00138 0.29223 0.00139 0.29028 -0.00156 0.29195 C -0.00138 0.29361 -0.00156 0.29528 -0.00104 0.29695 C -0.00086 0.2975 -3.88889E-6 0.29695 0.00052 0.2975 C 0.00087 0.29834 0.0007 0.29945 0.00105 0.30028 C 0.00122 0.30111 0.00174 0.30195 0.00209 0.3025 C 0.00157 0.31028 0.00243 0.31361 -0.00052 0.31917 C -0.00104 0.32 -0.00156 0.31973 -0.00208 0.32028 C -0.00034 0.32861 -0.00156 0.32556 0.00052 0.33028 C 0.0007 0.33084 0.00105 0.33167 0.00105 0.3325 C 0.0007 0.33611 -3.88889E-6 0.33584 -0.00156 0.33695 C 0.00087 0.3375 0.00348 0.33667 0.00573 0.33861 C 0.00643 0.33917 0.00434 0.34028 0.00365 0.34084 C 0.00296 0.34139 0.00226 0.34139 0.00157 0.34195 C 0.00105 0.34139 -0.00034 0.34111 -3.88889E-6 0.34028 C 0.00018 0.33917 0.00139 0.33889 0.00209 0.33917 C 0.00261 0.33973 0.00261 0.34361 0.00261 0.34445 L 0.00209 0.34084 L 0.00313 0.34195 " pathEditMode="relative" rAng="0" ptsTypes="AAAAAAAAAAAAAAAAAAAAAAAAAAAAAAAAAAAAAAAAAAAAAAAAAAAAAAAAAA">
                                      <p:cBhvr>
                                        <p:cTn id="393" dur="3100" fill="hold"/>
                                        <p:tgtEl>
                                          <p:spTgt spid="265"/>
                                        </p:tgtEl>
                                        <p:attrNameLst>
                                          <p:attrName>ppt_x</p:attrName>
                                          <p:attrName>ppt_y</p:attrName>
                                        </p:attrNameLst>
                                      </p:cBhvr>
                                      <p:rCtr x="399" y="16694"/>
                                    </p:animMotion>
                                  </p:childTnLst>
                                </p:cTn>
                              </p:par>
                              <p:par>
                                <p:cTn id="394" presetID="0" presetClass="path" presetSubtype="0" accel="50000" decel="50000" fill="hold" grpId="0" nodeType="withEffect">
                                  <p:stCondLst>
                                    <p:cond delay="0"/>
                                  </p:stCondLst>
                                  <p:childTnLst>
                                    <p:animMotion origin="layout" path="M -0.00156 0.01028 L -0.00156 0.01056 C -0.00139 0.01306 -0.00139 0.01583 -0.00104 0.01861 C -0.00104 0.01945 -0.00086 0.02028 -0.00052 0.02083 C -0.00017 0.02167 0.00052 0.02195 0.00105 0.0225 C 0.00139 0.02361 0.00191 0.02472 0.00209 0.02583 C 0.00209 0.02695 0.00174 0.02778 0.00157 0.02861 C 0.00035 0.03111 -3.33333E-6 0.03083 -0.00156 0.03195 C -0.00225 0.0325 -0.00312 0.03333 -0.00364 0.03417 C -0.00468 0.03611 -0.00434 0.03806 -0.00312 0.03917 C -0.0026 0.04 -0.00173 0.03972 -0.00104 0.04028 C -0.00052 0.04028 -3.33333E-6 0.04083 0.00052 0.04083 C 0.00105 0.0425 0.00191 0.04417 0.00209 0.04583 C 0.00243 0.05195 0.00174 0.05528 0.00105 0.06028 C 0.00139 0.06139 0.00157 0.0625 0.00209 0.06361 C 0.00261 0.065 0.00417 0.06583 0.00417 0.0675 C 0.004 0.07167 0.00105 0.07695 -0.00052 0.08028 C 0.00052 0.08195 0.00139 0.08389 0.00261 0.08528 C 0.00313 0.08583 0.004 0.08556 0.00469 0.08583 C 0.00851 0.08833 0.00782 0.08778 0.01094 0.09195 C 0.01077 0.09361 0.01077 0.09528 0.01042 0.09695 C 0.00973 0.09917 0.00816 0.10278 0.0073 0.10528 C 0.00712 0.10639 0.00643 0.11972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3 -0.00468 0.1725 C -0.00347 0.18667 -0.00347 0.18556 -0.0026 0.20861 C -0.00243 0.21695 -0.00364 0.22611 -0.00208 0.23417 C -0.00173 0.23695 0.00105 0.23695 0.00261 0.23861 C 0.00313 0.23889 0.00365 0.23972 0.00417 0.24028 C 0.00591 0.24861 0.00521 0.24445 0.00365 0.2625 C 0.00348 0.26389 0.00295 0.26472 0.00261 0.26583 C 0.00278 0.26861 0.00243 0.27111 0.00313 0.27361 C 0.0033 0.27417 0.00417 0.27389 0.00469 0.27417 C 0.00504 0.275 0.00539 0.27583 0.00573 0.27695 C 0.004 0.28722 0.00591 0.28056 0.00105 0.28861 C -0.00139 0.29222 0.00139 0.29028 -0.00156 0.29195 C -0.00139 0.29361 -0.00156 0.29528 -0.00104 0.29695 C -0.00086 0.2975 -3.33333E-6 0.29695 0.00052 0.2975 C 0.00087 0.29833 0.0007 0.29945 0.00105 0.30028 C 0.00122 0.30111 0.00174 0.30195 0.00209 0.3025 C 0.00157 0.31028 0.00243 0.31361 -0.00052 0.31917 C -0.00104 0.32 -0.00156 0.31972 -0.00208 0.32028 C -0.00034 0.32861 -0.00156 0.32556 0.00052 0.33028 C 0.0007 0.33083 0.00105 0.33167 0.00105 0.3325 C 0.0007 0.33611 -3.33333E-6 0.33583 -0.00156 0.33695 C 0.00087 0.3375 0.00348 0.33667 0.00573 0.33861 C 0.00643 0.33917 0.00434 0.34028 0.00365 0.34083 C 0.00295 0.34139 0.00226 0.34139 0.00157 0.34195 C 0.00105 0.34139 -0.00034 0.34111 -3.33333E-6 0.34028 C 0.00018 0.33917 0.00139 0.33889 0.00209 0.33917 C 0.00261 0.33972 0.00261 0.34361 0.00261 0.34445 L 0.00209 0.34083 L 0.00313 0.34195 " pathEditMode="relative" rAng="0" ptsTypes="AAAAAAAAAAAAAAAAAAAAAAAAAAAAAAAAAAAAAAAAAAAAAAAAAAAAAAAAAA">
                                      <p:cBhvr>
                                        <p:cTn id="395" dur="2800" fill="hold"/>
                                        <p:tgtEl>
                                          <p:spTgt spid="267"/>
                                        </p:tgtEl>
                                        <p:attrNameLst>
                                          <p:attrName>ppt_x</p:attrName>
                                          <p:attrName>ppt_y</p:attrName>
                                        </p:attrNameLst>
                                      </p:cBhvr>
                                      <p:rCtr x="399" y="16694"/>
                                    </p:animMotion>
                                  </p:childTnLst>
                                </p:cTn>
                              </p:par>
                              <p:par>
                                <p:cTn id="396" presetID="0" presetClass="path" presetSubtype="0" accel="50000" decel="50000" fill="hold" grpId="0" nodeType="withEffect">
                                  <p:stCondLst>
                                    <p:cond delay="0"/>
                                  </p:stCondLst>
                                  <p:childTnLst>
                                    <p:animMotion origin="layout" path="M -1.38889E-6 -3.33333E-6 L -1.38889E-6 0.00028 C -1.38889E-6 0.00584 0.00018 0.01223 0.00035 0.01806 C 0.00052 0.01945 0.00122 0.02056 0.00087 0.02139 C -0.00139 0.03028 -0.00121 0.02611 -0.00364 0.02973 C -0.00746 0.03528 -0.00694 0.03473 -0.00937 0.04084 C -0.00208 0.04528 -0.00434 0.04223 -0.00104 0.0475 C -0.00191 0.05028 -0.00278 0.05306 -0.00364 0.05584 C -0.00399 0.05667 -0.00434 0.0575 -0.00469 0.05806 C -0.00607 0.06111 -0.00746 0.06361 -0.00885 0.06639 C -0.00903 0.06806 -0.01007 0.06973 -0.00937 0.07084 C -0.00833 0.0725 -0.00625 0.07223 -0.00469 0.07306 C -0.00417 0.07361 -0.00364 0.07417 -0.00312 0.07473 C -0.00417 0.07695 -0.00521 0.07889 -0.00625 0.08084 C -0.00677 0.08139 -0.00764 0.08084 -0.00781 0.08139 C -0.00851 0.08306 -0.00851 0.08473 -0.00885 0.08639 C -0.00729 0.08723 -0.00555 0.0875 -0.00417 0.08973 C -0.00347 0.09139 -0.00312 0.09306 -0.0026 0.09473 C -0.00191 0.09889 -0.00139 0.10334 -0.00052 0.1075 C -0.00035 0.10917 -1.38889E-6 0.11084 0.00035 0.1125 C -0.00156 0.11695 -0.00382 0.12111 -0.00573 0.12584 C -0.00607 0.12639 -0.00607 0.1275 -0.00625 0.12806 C -0.00677 0.13028 -0.00729 0.13195 -0.00781 0.13417 C -0.0059 0.13861 -0.00347 0.14223 -0.00312 0.14806 C -0.00312 0.15139 -0.00347 0.15417 -0.00364 0.1575 C -0.00382 0.16361 -0.00399 0.17028 -0.00417 0.17639 C -0.00469 0.18973 -0.00712 0.20278 -0.00573 0.21584 C -0.00521 0.22111 -0.00121 0.22417 0.00087 0.22806 C 0.00122 0.22973 0.00208 0.23139 0.00191 0.23306 C 0.00174 0.23528 0.00035 0.23695 -1.38889E-6 0.23917 C -0.00052 0.24056 -0.00035 0.2425 -0.00052 0.24417 C 0.00104 0.2475 0.00156 0.24806 0.00243 0.2525 C 0.00295 0.25417 0.00313 0.25639 0.00347 0.25806 C 0.00365 0.26195 0.00382 0.26556 0.00399 0.26917 C 0.00417 0.27028 0.00469 0.27111 0.00452 0.2725 C 0.00382 0.27945 0.00295 0.27806 0.00087 0.28306 C 0.00052 0.28417 0.00018 0.28528 -1.38889E-6 0.28639 C -0.00017 0.2875 -0.00069 0.29111 -0.00104 0.2925 C -0.00139 0.29334 -0.00173 0.29417 -0.00208 0.29473 C -0.00226 0.29584 -0.00278 0.29639 -0.0026 0.2975 C -0.00226 0.30056 -0.00052 0.30028 0.00087 0.30084 C 0.00122 0.30139 0.00208 0.30223 0.00191 0.30306 C 0.00174 0.30528 0.00052 0.30695 -1.38889E-6 0.30917 C -0.00035 0.30973 -0.00052 0.31056 -0.00052 0.31139 C -0.00139 0.31611 -0.00156 0.32111 -0.0026 0.32584 C -0.00295 0.32695 -0.00399 0.3275 -0.00469 0.32806 C -0.00364 0.32861 -0.0026 0.32889 -0.00156 0.32917 C -0.00035 0.32945 0.00139 0.32834 0.00243 0.32973 C 0.00313 0.33056 0.00156 0.33195 0.00087 0.3325 C -0.00017 0.33334 -0.0026 0.33417 -0.0026 0.33445 L -0.0026 0.33417 " pathEditMode="relative" rAng="0" ptsTypes="AAAAAAAAAAAAAAAAAAAAAAAAAAAAAAAAAAAAAAAAAAAAAAAAAAA">
                                      <p:cBhvr>
                                        <p:cTn id="397" dur="2700" fill="hold"/>
                                        <p:tgtEl>
                                          <p:spTgt spid="266"/>
                                        </p:tgtEl>
                                        <p:attrNameLst>
                                          <p:attrName>ppt_x</p:attrName>
                                          <p:attrName>ppt_y</p:attrName>
                                        </p:attrNameLst>
                                      </p:cBhvr>
                                      <p:rCtr x="-260" y="16722"/>
                                    </p:animMotion>
                                  </p:childTnLst>
                                </p:cTn>
                              </p:par>
                              <p:par>
                                <p:cTn id="398" presetID="0" presetClass="path" presetSubtype="0" accel="50000" decel="50000" fill="hold" grpId="0" nodeType="withEffect">
                                  <p:stCondLst>
                                    <p:cond delay="0"/>
                                  </p:stCondLst>
                                  <p:childTnLst>
                                    <p:animMotion origin="layout" path="M -0.00156 0.01028 L -0.00156 0.01055 C -0.00139 0.01305 -0.00139 0.01583 -0.00104 0.01861 C -0.00104 0.01944 -0.00086 0.02028 -0.00052 0.02083 C -0.00017 0.02167 0.00052 0.02194 0.00105 0.0225 C 0.00139 0.02361 0.00191 0.02472 0.00209 0.02583 C 0.00209 0.02694 0.00174 0.02778 0.00157 0.02861 C 0.00035 0.03111 -3.61111E-6 0.03083 -0.00156 0.03194 C -0.00225 0.0325 -0.00312 0.03333 -0.00364 0.03417 C -0.00468 0.03611 -0.00434 0.03805 -0.00312 0.03917 C -0.0026 0.04 -0.00173 0.03972 -0.00104 0.04028 C -0.00052 0.04028 -3.61111E-6 0.04083 0.00052 0.04083 C 0.00105 0.0425 0.00191 0.04417 0.00209 0.04583 C 0.00243 0.05194 0.00174 0.05528 0.00105 0.06028 C 0.00139 0.06139 0.00157 0.0625 0.00209 0.06361 C 0.00261 0.065 0.00417 0.06583 0.00417 0.0675 C 0.004 0.07167 0.00105 0.07694 -0.00052 0.08028 C 0.00052 0.08194 0.00139 0.08389 0.00261 0.08528 C 0.00313 0.08583 0.004 0.08555 0.00469 0.08583 C 0.00851 0.08833 0.00782 0.08778 0.01094 0.09194 C 0.01077 0.09361 0.01077 0.09528 0.01042 0.09694 C 0.00973 0.09917 0.00816 0.10278 0.0073 0.10528 C 0.00712 0.10639 0.00643 0.11972 0.00625 0.12194 C 0.00591 0.12361 0.00539 0.125 0.00521 0.12694 C 0.00486 0.12778 0.00504 0.12917 0.00469 0.13028 C 0.00417 0.13139 0.0033 0.1325 0.00261 0.13361 C -0.00121 0.15389 0.00174 0.14611 -0.00416 0.15861 C -0.00451 0.16028 -0.00503 0.16167 -0.0052 0.16361 C -0.00555 0.16444 -0.0059 0.16555 -0.00573 0.16694 C -0.00573 0.16889 -0.00503 0.17083 -0.00468 0.1725 C -0.00347 0.18667 -0.00347 0.18555 -0.0026 0.20861 C -0.00243 0.21694 -0.00364 0.22611 -0.00208 0.23417 C -0.00173 0.23694 0.00105 0.23694 0.00261 0.23861 C 0.00313 0.23889 0.00365 0.23972 0.00417 0.24028 C 0.00591 0.24861 0.00521 0.24444 0.00365 0.2625 C 0.00348 0.26389 0.00296 0.26472 0.00261 0.26583 C 0.00278 0.26861 0.00243 0.27111 0.00313 0.27361 C 0.0033 0.27417 0.00417 0.27389 0.00469 0.27417 C 0.00504 0.275 0.00539 0.27583 0.00573 0.27694 C 0.004 0.28722 0.00591 0.28055 0.00105 0.28861 C -0.00139 0.29222 0.00139 0.29028 -0.00156 0.29194 C -0.00139 0.29361 -0.00156 0.29528 -0.00104 0.29694 C -0.00086 0.2975 -3.61111E-6 0.29694 0.00052 0.2975 C 0.00087 0.29833 0.0007 0.29944 0.00105 0.30028 C 0.00122 0.30111 0.00174 0.30194 0.00209 0.3025 C 0.00157 0.31028 0.00243 0.31361 -0.00052 0.31917 C -0.00104 0.32 -0.00156 0.31972 -0.00208 0.32028 C -0.00034 0.32861 -0.00156 0.32555 0.00052 0.33028 C 0.0007 0.33083 0.00105 0.33167 0.00105 0.3325 C 0.0007 0.33611 -3.61111E-6 0.33583 -0.00156 0.33694 C 0.00087 0.3375 0.00348 0.33667 0.00573 0.33861 C 0.00643 0.33917 0.00434 0.34028 0.00365 0.34083 C 0.00296 0.34139 0.00226 0.34139 0.00157 0.34194 C 0.00105 0.34139 -0.00034 0.34111 -3.61111E-6 0.34028 C 0.00018 0.33917 0.00139 0.33889 0.00209 0.33917 C 0.00261 0.33972 0.00261 0.34361 0.00261 0.34444 L 0.00209 0.34083 L 0.00313 0.34194 " pathEditMode="relative" rAng="0" ptsTypes="AAAAAAAAAAAAAAAAAAAAAAAAAAAAAAAAAAAAAAAAAAAAAAAAAAAAAAAAAA">
                                      <p:cBhvr>
                                        <p:cTn id="399" dur="2700" fill="hold"/>
                                        <p:tgtEl>
                                          <p:spTgt spid="269"/>
                                        </p:tgtEl>
                                        <p:attrNameLst>
                                          <p:attrName>ppt_x</p:attrName>
                                          <p:attrName>ppt_y</p:attrName>
                                        </p:attrNameLst>
                                      </p:cBhvr>
                                      <p:rCtr x="399" y="16694"/>
                                    </p:animMotion>
                                  </p:childTnLst>
                                </p:cTn>
                              </p:par>
                              <p:par>
                                <p:cTn id="400" presetID="0" presetClass="path" presetSubtype="0" accel="50000" decel="50000" fill="hold" grpId="0" nodeType="withEffect">
                                  <p:stCondLst>
                                    <p:cond delay="0"/>
                                  </p:stCondLst>
                                  <p:childTnLst>
                                    <p:animMotion origin="layout" path="M -0.00417 -0.04222 L -0.00417 -0.04194 C -0.00417 -0.03639 -0.004 -0.03 -0.00382 -0.02416 C -0.00365 -0.02277 -0.00295 -0.02166 -0.0033 -0.02083 C -0.00556 -0.01194 -0.00539 -0.01611 -0.00782 -0.0125 C -0.01164 -0.00694 -0.01111 -0.0075 -0.01355 -0.00139 C -0.00625 0.00306 -0.00851 -3.33333E-6 -0.00521 0.00528 C -0.00608 0.00806 -0.00695 0.01084 -0.00782 0.01361 C -0.00816 0.01445 -0.00851 0.01528 -0.00886 0.01584 C -0.01025 0.01889 -0.01164 0.02139 -0.01302 0.02417 C -0.0132 0.02584 -0.01424 0.0275 -0.01355 0.02861 C -0.0125 0.03028 -0.01042 0.03 -0.00886 0.03084 C -0.00834 0.03139 -0.00782 0.03195 -0.0073 0.0325 C -0.00834 0.03473 -0.00938 0.03667 -0.01042 0.03861 C -0.01094 0.03917 -0.01181 0.03861 -0.01198 0.03917 C -0.01268 0.04084 -0.01268 0.0425 -0.01302 0.04417 C -0.01146 0.045 -0.00973 0.04528 -0.00834 0.0475 C -0.00764 0.04917 -0.0073 0.05084 -0.00677 0.0525 C -0.00608 0.05667 -0.00556 0.06111 -0.00469 0.06528 C -0.00452 0.06695 -0.00417 0.06861 -0.00382 0.07028 C -0.00573 0.07473 -0.00799 0.07889 -0.0099 0.08361 C -0.01025 0.08417 -0.01025 0.08528 -0.01042 0.08584 C -0.01094 0.08806 -0.01146 0.08973 -0.01198 0.09195 C -0.01007 0.09639 -0.00764 0.1 -0.0073 0.10584 C -0.0073 0.10917 -0.00764 0.11195 -0.00782 0.11528 C -0.00799 0.12139 -0.00816 0.12806 -0.00834 0.13417 C -0.00886 0.1475 -0.01129 0.16056 -0.0099 0.17361 C -0.00938 0.17889 -0.00539 0.18195 -0.0033 0.18584 C -0.00295 0.1875 -0.00209 0.18917 -0.00226 0.19084 C -0.00243 0.19306 -0.00382 0.19473 -0.00417 0.19695 C -0.00469 0.19834 -0.00452 0.20028 -0.00469 0.20195 C -0.00313 0.20528 -0.00261 0.20584 -0.00174 0.21028 C -0.00122 0.21195 -0.00105 0.21417 -0.0007 0.21584 C -0.00052 0.21973 -0.00035 0.22334 -0.00018 0.22695 C 3.61111E-6 0.22806 0.00052 0.22889 0.00034 0.23028 C -0.00035 0.23723 -0.00122 0.23584 -0.0033 0.24084 C -0.00365 0.24195 -0.004 0.24306 -0.00417 0.24417 C -0.00434 0.24528 -0.00486 0.24889 -0.00521 0.25028 C -0.00556 0.25111 -0.00591 0.25195 -0.00625 0.2525 C -0.00643 0.25361 -0.00695 0.25417 -0.00677 0.25528 C -0.00643 0.25834 -0.00469 0.25806 -0.0033 0.25861 C -0.00295 0.25917 -0.00209 0.26 -0.00226 0.26084 C -0.00243 0.26306 -0.00365 0.26473 -0.00417 0.26695 C -0.00452 0.2675 -0.00469 0.26834 -0.00469 0.26917 C -0.00556 0.27389 -0.00573 0.27889 -0.00677 0.28361 C -0.00712 0.28473 -0.00816 0.28528 -0.00886 0.28584 C -0.00782 0.28639 -0.00677 0.28667 -0.00573 0.28695 C -0.00452 0.28723 -0.00278 0.28611 -0.00174 0.2875 C -0.00105 0.28834 -0.00261 0.28973 -0.0033 0.29028 C -0.00434 0.29111 -0.00677 0.29195 -0.00677 0.29223 L -0.00677 0.29195 " pathEditMode="relative" rAng="0" ptsTypes="AAAAAAAAAAAAAAAAAAAAAAAAAAAAAAAAAAAAAAAAAAAAAAAAAAA">
                                      <p:cBhvr>
                                        <p:cTn id="401" dur="2800" fill="hold"/>
                                        <p:tgtEl>
                                          <p:spTgt spid="268"/>
                                        </p:tgtEl>
                                        <p:attrNameLst>
                                          <p:attrName>ppt_x</p:attrName>
                                          <p:attrName>ppt_y</p:attrName>
                                        </p:attrNameLst>
                                      </p:cBhvr>
                                      <p:rCtr x="-260" y="16722"/>
                                    </p:animMotion>
                                  </p:childTnLst>
                                </p:cTn>
                              </p:par>
                              <p:par>
                                <p:cTn id="402" presetID="0" presetClass="path" presetSubtype="0" accel="50000" decel="50000" fill="hold" grpId="0" nodeType="withEffect">
                                  <p:stCondLst>
                                    <p:cond delay="0"/>
                                  </p:stCondLst>
                                  <p:childTnLst>
                                    <p:animMotion origin="layout" path="M -0.00156 0.01028 L -0.00156 0.01056 C -0.00139 0.01306 -0.00139 0.01584 -0.00104 0.01862 C -0.00104 0.01945 -0.00087 0.02028 -0.00052 0.02084 C -0.00018 0.02167 0.00052 0.02195 0.00104 0.0225 C 0.00139 0.02362 0.00191 0.02473 0.00208 0.02584 C 0.00208 0.02695 0.00173 0.02778 0.00156 0.02862 C 0.00034 0.03112 2.5E-6 0.03084 -0.00156 0.03195 C -0.00226 0.0325 -0.00313 0.03334 -0.00365 0.03417 C -0.00469 0.03612 -0.00434 0.03806 -0.00313 0.03917 C -0.00261 0.04 -0.00174 0.03973 -0.00104 0.04028 C -0.00052 0.04028 2.5E-6 0.04084 0.00052 0.04084 C 0.00104 0.0425 0.00191 0.04417 0.00208 0.04584 C 0.00243 0.05195 0.00173 0.05528 0.00104 0.06028 C 0.00139 0.06139 0.00156 0.0625 0.00208 0.06362 C 0.0026 0.065 0.00416 0.06584 0.00416 0.0675 C 0.00399 0.07167 0.00104 0.07695 -0.00052 0.08028 C 0.00052 0.08195 0.00139 0.08389 0.0026 0.08528 C 0.00312 0.08584 0.00399 0.08556 0.00469 0.08584 C 0.0085 0.08834 0.00781 0.08778 0.01094 0.09195 C 0.01076 0.09362 0.01076 0.09528 0.01041 0.09695 C 0.00972 0.09917 0.00816 0.10278 0.00729 0.10528 C 0.00712 0.10639 0.00642 0.11973 0.00625 0.12195 C 0.0059 0.12362 0.00538 0.125 0.00521 0.12695 C 0.00486 0.12778 0.00503 0.12917 0.00469 0.13028 C 0.00416 0.13139 0.0033 0.1325 0.0026 0.13362 C -0.00122 0.15389 0.00173 0.14612 -0.00417 0.15862 C -0.00452 0.16028 -0.00504 0.16167 -0.00521 0.16362 C -0.00556 0.16445 -0.00591 0.16556 -0.00573 0.16695 C -0.00573 0.16889 -0.00504 0.17084 -0.00469 0.1725 C -0.00347 0.18667 -0.00347 0.18556 -0.00261 0.20862 C -0.00243 0.21695 -0.00365 0.22612 -0.00209 0.23417 C -0.00174 0.23695 0.00104 0.23695 0.0026 0.23862 C 0.00312 0.23889 0.00364 0.23973 0.00416 0.24028 C 0.0059 0.24862 0.00521 0.24445 0.00364 0.2625 C 0.00347 0.26389 0.00295 0.26473 0.0026 0.26584 C 0.00278 0.26862 0.00243 0.27112 0.00312 0.27362 C 0.0033 0.27417 0.00416 0.27389 0.00469 0.27417 C 0.00503 0.275 0.00538 0.27584 0.00573 0.27695 C 0.00399 0.28723 0.0059 0.28056 0.00104 0.28862 C -0.00139 0.29223 0.00139 0.29028 -0.00156 0.29195 C -0.00139 0.29362 -0.00156 0.29528 -0.00104 0.29695 C -0.00087 0.2975 2.5E-6 0.29695 0.00052 0.2975 C 0.00087 0.29834 0.00069 0.29945 0.00104 0.30028 C 0.00121 0.30112 0.00173 0.30195 0.00208 0.3025 C 0.00156 0.31028 0.00243 0.31362 -0.00052 0.31917 C -0.00104 0.32 -0.00156 0.31973 -0.00209 0.32028 C -0.00035 0.32862 -0.00156 0.32556 0.00052 0.33028 C 0.00069 0.33084 0.00104 0.33167 0.00104 0.3325 C 0.00069 0.33612 2.5E-6 0.33584 -0.00156 0.33695 C 0.00087 0.3375 0.00347 0.33667 0.00573 0.33862 C 0.00642 0.33917 0.00434 0.34028 0.00364 0.34084 C 0.00295 0.34139 0.00225 0.34139 0.00156 0.34195 C 0.00104 0.34139 -0.00035 0.34112 2.5E-6 0.34028 C 0.00017 0.33917 0.00139 0.33889 0.00208 0.33917 C 0.0026 0.33973 0.0026 0.34362 0.0026 0.34445 L 0.00208 0.34084 L 0.00312 0.34195 " pathEditMode="relative" rAng="0" ptsTypes="AAAAAAAAAAAAAAAAAAAAAAAAAAAAAAAAAAAAAAAAAAAAAAAAAAAAAAAAAA">
                                      <p:cBhvr>
                                        <p:cTn id="403" dur="2800" fill="hold"/>
                                        <p:tgtEl>
                                          <p:spTgt spid="270"/>
                                        </p:tgtEl>
                                        <p:attrNameLst>
                                          <p:attrName>ppt_x</p:attrName>
                                          <p:attrName>ppt_y</p:attrName>
                                        </p:attrNameLst>
                                      </p:cBhvr>
                                      <p:rCtr x="399" y="16694"/>
                                    </p:animMotion>
                                  </p:childTnLst>
                                </p:cTn>
                              </p:par>
                              <p:par>
                                <p:cTn id="404" presetID="0" presetClass="path" presetSubtype="0" accel="50000" decel="50000" fill="hold" grpId="0" nodeType="withEffect">
                                  <p:stCondLst>
                                    <p:cond delay="0"/>
                                  </p:stCondLst>
                                  <p:childTnLst>
                                    <p:animMotion origin="layout" path="M -0.00157 0.01028 L -0.00157 0.01056 C -0.00139 0.01306 -0.00139 0.01584 -0.00105 0.01862 C -0.00105 0.01945 -0.00087 0.02028 -0.00052 0.02084 C -0.00018 0.02167 0.00052 0.02195 0.00104 0.0225 C 0.00139 0.02362 0.00191 0.02473 0.00208 0.02584 C 0.00208 0.02695 0.00173 0.02778 0.00156 0.02862 C 0.00034 0.03112 3.61111E-6 0.03084 -0.00157 0.03195 C -0.00226 0.0325 -0.00313 0.03334 -0.00365 0.03417 C -0.00469 0.03612 -0.00434 0.03806 -0.00313 0.03917 C -0.00261 0.04 -0.00174 0.03973 -0.00105 0.04028 C -0.00052 0.04028 3.61111E-6 0.04084 0.00052 0.04084 C 0.00104 0.0425 0.00191 0.04417 0.00208 0.04584 C 0.00243 0.05195 0.00173 0.05528 0.00104 0.06028 C 0.00139 0.06139 0.00156 0.0625 0.00208 0.06362 C 0.0026 0.065 0.00416 0.06584 0.00416 0.0675 C 0.00399 0.07167 0.00104 0.07695 -0.00052 0.08028 C 0.00052 0.08195 0.00139 0.08389 0.0026 0.08528 C 0.00312 0.08584 0.00399 0.08556 0.00468 0.08584 C 0.0085 0.08834 0.00781 0.08778 0.01093 0.09195 C 0.01076 0.09362 0.01076 0.09528 0.01041 0.09695 C 0.00972 0.09917 0.00816 0.10278 0.00729 0.10528 C 0.00711 0.10639 0.00642 0.11973 0.00625 0.12195 C 0.0059 0.12362 0.00538 0.125 0.0052 0.12695 C 0.00486 0.12778 0.00503 0.12917 0.00468 0.13028 C 0.00416 0.13139 0.0033 0.1325 0.0026 0.13362 C -0.00122 0.15389 0.00173 0.14612 -0.00417 0.15862 C -0.00452 0.16028 -0.00504 0.16167 -0.00521 0.16362 C -0.00556 0.16445 -0.00591 0.16556 -0.00573 0.16695 C -0.00573 0.16889 -0.00504 0.17084 -0.00469 0.1725 C -0.00348 0.18667 -0.00348 0.18556 -0.00261 0.20862 C -0.00243 0.21695 -0.00365 0.22612 -0.00209 0.23417 C -0.00174 0.23695 0.00104 0.23695 0.0026 0.23862 C 0.00312 0.23889 0.00364 0.23973 0.00416 0.24028 C 0.0059 0.24862 0.0052 0.24445 0.00364 0.2625 C 0.00347 0.26389 0.00295 0.26473 0.0026 0.26584 C 0.00277 0.26862 0.00243 0.27112 0.00312 0.27362 C 0.0033 0.27417 0.00416 0.27389 0.00468 0.27417 C 0.00503 0.275 0.00538 0.27584 0.00573 0.27695 C 0.00399 0.28723 0.0059 0.28056 0.00104 0.28862 C -0.00139 0.29223 0.00139 0.29028 -0.00157 0.29195 C -0.00139 0.29362 -0.00157 0.29528 -0.00105 0.29695 C -0.00087 0.2975 3.61111E-6 0.29695 0.00052 0.2975 C 0.00086 0.29834 0.00069 0.29945 0.00104 0.30028 C 0.00121 0.30112 0.00173 0.30195 0.00208 0.3025 C 0.00156 0.31028 0.00243 0.31362 -0.00052 0.31917 C -0.00105 0.32 -0.00157 0.31973 -0.00209 0.32028 C -0.00035 0.32862 -0.00157 0.32556 0.00052 0.33028 C 0.00069 0.33084 0.00104 0.33167 0.00104 0.3325 C 0.00069 0.33612 3.61111E-6 0.33584 -0.00157 0.33695 C 0.00086 0.3375 0.00347 0.33667 0.00573 0.33862 C 0.00642 0.33917 0.00434 0.34028 0.00364 0.34084 C 0.00295 0.34139 0.00225 0.34139 0.00156 0.34195 C 0.00104 0.34139 -0.00035 0.34112 3.61111E-6 0.34028 C 0.00017 0.33917 0.00139 0.33889 0.00208 0.33917 C 0.0026 0.33973 0.0026 0.34362 0.0026 0.34445 L 0.00208 0.34084 L 0.00312 0.34195 " pathEditMode="relative" rAng="0" ptsTypes="AAAAAAAAAAAAAAAAAAAAAAAAAAAAAAAAAAAAAAAAAAAAAAAAAAAAAAAAAA">
                                      <p:cBhvr>
                                        <p:cTn id="405" dur="2000" fill="hold"/>
                                        <p:tgtEl>
                                          <p:spTgt spid="271"/>
                                        </p:tgtEl>
                                        <p:attrNameLst>
                                          <p:attrName>ppt_x</p:attrName>
                                          <p:attrName>ppt_y</p:attrName>
                                        </p:attrNameLst>
                                      </p:cBhvr>
                                      <p:rCtr x="399" y="16694"/>
                                    </p:animMotion>
                                  </p:childTnLst>
                                </p:cTn>
                              </p:par>
                              <p:par>
                                <p:cTn id="406" presetID="0" presetClass="path" presetSubtype="0" accel="50000" decel="50000" fill="hold" grpId="0" nodeType="withEffect">
                                  <p:stCondLst>
                                    <p:cond delay="700"/>
                                  </p:stCondLst>
                                  <p:childTnLst>
                                    <p:animMotion origin="layout" path="M 2.77778E-6 2.22222E-6 L 2.77778E-6 0.00028 C 2.77778E-6 0.00583 0.00017 0.01222 0.00034 0.01805 C 0.00052 0.01944 0.00121 0.02055 0.00087 0.02139 C -0.00139 0.03028 -0.00122 0.02611 -0.00365 0.02972 C -0.00747 0.03528 -0.00695 0.03472 -0.00938 0.04083 C -0.00209 0.04528 -0.00434 0.04222 -0.00104 0.0475 C -0.00191 0.05028 -0.00278 0.05305 -0.00365 0.05583 C -0.004 0.05666 -0.00434 0.0575 -0.00469 0.05805 C -0.00608 0.06111 -0.00747 0.06361 -0.00886 0.06639 C -0.00903 0.06805 -0.01007 0.06972 -0.00938 0.07083 C -0.00834 0.0725 -0.00625 0.07222 -0.00469 0.07305 C -0.00417 0.07361 -0.00365 0.07416 -0.00313 0.07472 C -0.00417 0.07694 -0.00521 0.07889 -0.00625 0.08083 C -0.00677 0.08139 -0.00764 0.08083 -0.00782 0.08139 C -0.00851 0.08305 -0.00851 0.08472 -0.00886 0.08639 C -0.00729 0.08722 -0.00556 0.0875 -0.00417 0.08972 C -0.00347 0.09139 -0.00313 0.09305 -0.00261 0.09472 C -0.00191 0.09889 -0.00139 0.10333 -0.00052 0.1075 C -0.00035 0.10916 2.77778E-6 0.11083 0.00034 0.1125 C -0.00157 0.11694 -0.00382 0.12111 -0.00573 0.12583 C -0.00608 0.12639 -0.00608 0.1275 -0.00625 0.12805 C -0.00677 0.13028 -0.00729 0.13194 -0.00782 0.13416 C -0.00591 0.13861 -0.00347 0.14222 -0.00313 0.14805 C -0.00313 0.15139 -0.00347 0.15416 -0.00365 0.1575 C -0.00382 0.16361 -0.004 0.17028 -0.00417 0.17639 C -0.00469 0.18972 -0.00712 0.20278 -0.00573 0.21583 C -0.00521 0.22111 -0.00122 0.22416 0.00087 0.22805 C 0.00121 0.22972 0.00208 0.23139 0.00191 0.23305 C 0.00173 0.23528 0.00034 0.23694 2.77778E-6 0.23916 C -0.00052 0.24055 -0.00035 0.2425 -0.00052 0.24416 C 0.00104 0.2475 0.00156 0.24805 0.00243 0.2525 C 0.00295 0.25416 0.00312 0.25639 0.00347 0.25805 C 0.00364 0.26194 0.00382 0.26555 0.00399 0.26916 C 0.00416 0.27028 0.00468 0.27111 0.00451 0.2725 C 0.00382 0.27944 0.00295 0.27805 0.00087 0.28305 C 0.00052 0.28416 0.00017 0.28528 2.77778E-6 0.28639 C -0.00018 0.2875 -0.0007 0.29111 -0.00104 0.2925 C -0.00139 0.29333 -0.00174 0.29416 -0.00209 0.29472 C -0.00226 0.29583 -0.00278 0.29639 -0.00261 0.2975 C -0.00226 0.30055 -0.00052 0.30028 0.00087 0.30083 C 0.00121 0.30139 0.00208 0.30222 0.00191 0.30305 C 0.00173 0.30528 0.00052 0.30694 2.77778E-6 0.30916 C -0.00035 0.30972 -0.00052 0.31055 -0.00052 0.31139 C -0.00139 0.31611 -0.00157 0.32111 -0.00261 0.32583 C -0.00295 0.32694 -0.004 0.3275 -0.00469 0.32805 C -0.00365 0.32861 -0.00261 0.32889 -0.00157 0.32916 C -0.00035 0.32944 0.00139 0.32833 0.00243 0.32972 C 0.00312 0.33055 0.00156 0.33194 0.00087 0.3325 C -0.00018 0.33333 -0.00261 0.33416 -0.00261 0.33444 L -0.00261 0.33416 " pathEditMode="relative" rAng="0" ptsTypes="AAAAAAAAAAAAAAAAAAAAAAAAAAAAAAAAAAAAAAAAAAAAAAAAAAA">
                                      <p:cBhvr>
                                        <p:cTn id="407" dur="2800" fill="hold"/>
                                        <p:tgtEl>
                                          <p:spTgt spid="272"/>
                                        </p:tgtEl>
                                        <p:attrNameLst>
                                          <p:attrName>ppt_x</p:attrName>
                                          <p:attrName>ppt_y</p:attrName>
                                        </p:attrNameLst>
                                      </p:cBhvr>
                                      <p:rCtr x="-260" y="16722"/>
                                    </p:animMotion>
                                  </p:childTnLst>
                                </p:cTn>
                              </p:par>
                              <p:par>
                                <p:cTn id="408" presetID="0" presetClass="path" presetSubtype="0" accel="50000" decel="50000" fill="hold" grpId="0" nodeType="withEffect">
                                  <p:stCondLst>
                                    <p:cond delay="0"/>
                                  </p:stCondLst>
                                  <p:childTnLst>
                                    <p:animMotion origin="layout" path="M -0.00157 0.01028 L -0.00157 0.01056 C -0.00139 0.01306 -0.00139 0.01583 -0.00105 0.01861 C -0.00105 0.01945 -0.00087 0.02028 -0.00052 0.02083 C -0.00018 0.02167 0.00052 0.02195 0.00104 0.0225 C 0.00138 0.02361 0.00191 0.02472 0.00208 0.02583 C 0.00208 0.02695 0.00173 0.02778 0.00156 0.02861 C 0.00034 0.03111 4.16667E-6 0.03083 -0.00157 0.03195 C -0.00226 0.0325 -0.00313 0.03333 -0.00365 0.03417 C -0.00469 0.03611 -0.00434 0.03806 -0.00313 0.03917 C -0.00261 0.04 -0.00174 0.03972 -0.00105 0.04028 C -0.00052 0.04028 4.16667E-6 0.04083 0.00052 0.04083 C 0.00104 0.0425 0.00191 0.04417 0.00208 0.04583 C 0.00243 0.05195 0.00173 0.05528 0.00104 0.06028 C 0.00138 0.06139 0.00156 0.0625 0.00208 0.06361 C 0.0026 0.065 0.00416 0.06583 0.00416 0.0675 C 0.00399 0.07167 0.00104 0.07695 -0.00052 0.08028 C 0.00052 0.08195 0.00138 0.08389 0.0026 0.08528 C 0.00312 0.08583 0.00399 0.08556 0.00468 0.08583 C 0.0085 0.08833 0.00781 0.08778 0.01093 0.09195 C 0.01076 0.09361 0.01076 0.09528 0.01041 0.09695 C 0.00972 0.09917 0.00816 0.10278 0.00729 0.10528 C 0.00711 0.10639 0.00642 0.11972 0.00625 0.12195 C 0.0059 0.12361 0.00538 0.125 0.0052 0.12695 C 0.00486 0.12778 0.00503 0.12917 0.00468 0.13028 C 0.00416 0.13139 0.00329 0.1325 0.0026 0.13361 C -0.00122 0.15389 0.00173 0.14611 -0.00417 0.15861 C -0.00452 0.16028 -0.00504 0.16167 -0.00521 0.16361 C -0.00556 0.16445 -0.00591 0.16556 -0.00573 0.16695 C -0.00573 0.16889 -0.00504 0.17083 -0.00469 0.1725 C -0.00348 0.18667 -0.00348 0.18556 -0.00261 0.20861 C -0.00243 0.21695 -0.00365 0.22611 -0.00209 0.23417 C -0.00174 0.23695 0.00104 0.23695 0.0026 0.23861 C 0.00312 0.23889 0.00364 0.23972 0.00416 0.24028 C 0.0059 0.24861 0.0052 0.24445 0.00364 0.2625 C 0.00347 0.26389 0.00295 0.26472 0.0026 0.26583 C 0.00277 0.26861 0.00243 0.27111 0.00312 0.27361 C 0.00329 0.27417 0.00416 0.27389 0.00468 0.27417 C 0.00503 0.275 0.00538 0.27583 0.00573 0.27695 C 0.00399 0.28722 0.0059 0.28056 0.00104 0.28861 C -0.00139 0.29222 0.00138 0.29028 -0.00157 0.29195 C -0.00139 0.29361 -0.00157 0.29528 -0.00105 0.29695 C -0.00087 0.2975 4.16667E-6 0.29695 0.00052 0.2975 C 0.00086 0.29833 0.00069 0.29945 0.00104 0.30028 C 0.00121 0.30111 0.00173 0.30195 0.00208 0.3025 C 0.00156 0.31028 0.00243 0.31361 -0.00052 0.31917 C -0.00105 0.32 -0.00157 0.31972 -0.00209 0.32028 C -0.00035 0.32861 -0.00157 0.32556 0.00052 0.33028 C 0.00069 0.33083 0.00104 0.33167 0.00104 0.3325 C 0.00069 0.33611 4.16667E-6 0.33583 -0.00157 0.33695 C 0.00086 0.3375 0.00347 0.33667 0.00573 0.33861 C 0.00642 0.33917 0.00434 0.34028 0.00364 0.34083 C 0.00295 0.34139 0.00225 0.34139 0.00156 0.34195 C 0.00104 0.34139 -0.00035 0.34111 4.16667E-6 0.34028 C 0.00017 0.33917 0.00138 0.33889 0.00208 0.33917 C 0.0026 0.33972 0.0026 0.34361 0.0026 0.34445 L 0.00208 0.34083 L 0.00312 0.34195 " pathEditMode="relative" rAng="0" ptsTypes="AAAAAAAAAAAAAAAAAAAAAAAAAAAAAAAAAAAAAAAAAAAAAAAAAAAAAAAAAA">
                                      <p:cBhvr>
                                        <p:cTn id="409" dur="2000" fill="hold"/>
                                        <p:tgtEl>
                                          <p:spTgt spid="274"/>
                                        </p:tgtEl>
                                        <p:attrNameLst>
                                          <p:attrName>ppt_x</p:attrName>
                                          <p:attrName>ppt_y</p:attrName>
                                        </p:attrNameLst>
                                      </p:cBhvr>
                                      <p:rCtr x="399" y="16694"/>
                                    </p:animMotion>
                                  </p:childTnLst>
                                </p:cTn>
                              </p:par>
                              <p:par>
                                <p:cTn id="410" presetID="0" presetClass="path" presetSubtype="0" accel="50000" decel="50000" fill="hold" grpId="0" nodeType="withEffect">
                                  <p:stCondLst>
                                    <p:cond delay="0"/>
                                  </p:stCondLst>
                                  <p:childTnLst>
                                    <p:animMotion origin="layout" path="M -0.00052 0.00111 L -0.00052 0.00138 C -0.00052 0.00694 -0.00035 0.01333 -0.00017 0.01916 C 1.38889E-6 0.02055 0.00069 0.02166 0.00035 0.0225 C -0.00191 0.03138 -0.00174 0.02722 -0.00417 0.03083 C -0.00799 0.03638 -0.00747 0.03583 -0.0099 0.04194 C -0.00261 0.04638 -0.00486 0.04333 -0.00156 0.04861 C -0.00243 0.05138 -0.0033 0.05416 -0.00417 0.05694 C -0.00452 0.05777 -0.00486 0.05861 -0.00521 0.05916 C -0.0066 0.06222 -0.00799 0.06472 -0.00938 0.0675 C -0.00955 0.06916 -0.01059 0.07083 -0.0099 0.07194 C -0.00886 0.07361 -0.00677 0.07333 -0.00521 0.07416 C -0.00469 0.07472 -0.00417 0.07527 -0.00365 0.07583 C -0.00469 0.07805 -0.00573 0.08 -0.00677 0.08194 C -0.00729 0.0825 -0.00816 0.08194 -0.00833 0.0825 C -0.00903 0.08416 -0.00903 0.08583 -0.00938 0.0875 C -0.00781 0.08833 -0.00608 0.08861 -0.00469 0.09083 C -0.00399 0.0925 -0.00365 0.09416 -0.00313 0.09583 C -0.00243 0.1 -0.00191 0.10444 -0.00104 0.10861 C -0.00087 0.11027 -0.00052 0.11194 -0.00017 0.11361 C -0.00208 0.11805 -0.00434 0.12222 -0.00625 0.12694 C -0.0066 0.1275 -0.0066 0.12861 -0.00677 0.12916 C -0.00729 0.13138 -0.00781 0.13305 -0.00833 0.13527 C -0.00642 0.13972 -0.00399 0.14333 -0.00365 0.14916 C -0.00365 0.1525 -0.00399 0.15527 -0.00417 0.15861 C -0.00434 0.16472 -0.00452 0.17138 -0.00469 0.1775 C -0.00521 0.19083 -0.00764 0.20388 -0.00625 0.21694 C -0.00573 0.22222 -0.00174 0.22527 0.00035 0.22916 C 0.00069 0.23083 0.00156 0.2325 0.00139 0.23416 C 0.00121 0.23638 -0.00017 0.23805 -0.00052 0.24027 C -0.00104 0.24166 -0.00087 0.24361 -0.00104 0.24527 C 0.00052 0.24861 0.00104 0.24916 0.00191 0.25361 C 0.00243 0.25527 0.0026 0.2575 0.00295 0.25916 C 0.00312 0.26305 0.0033 0.26666 0.00347 0.27027 C 0.00364 0.27138 0.00417 0.27222 0.00399 0.27361 C 0.0033 0.28055 0.00243 0.27916 0.00035 0.28416 C 1.38889E-6 0.28527 -0.00035 0.28638 -0.00052 0.2875 C -0.0007 0.28861 -0.00122 0.29222 -0.00156 0.29361 C -0.00191 0.29444 -0.00226 0.29527 -0.00261 0.29583 C -0.00278 0.29694 -0.0033 0.2975 -0.00313 0.29861 C -0.00278 0.30166 -0.00104 0.30138 0.00035 0.30194 C 0.00069 0.3025 0.00156 0.30333 0.00139 0.30416 C 0.00121 0.30638 1.38889E-6 0.30805 -0.00052 0.31027 C -0.00087 0.31083 -0.00104 0.31166 -0.00104 0.3125 C -0.00191 0.31722 -0.00208 0.32222 -0.00313 0.32694 C -0.00347 0.32805 -0.00452 0.32861 -0.00521 0.32916 C -0.00417 0.32972 -0.00313 0.33 -0.00208 0.33027 C -0.00087 0.33055 0.00087 0.32944 0.00191 0.33083 C 0.0026 0.33166 0.00104 0.33305 0.00035 0.33361 C -0.0007 0.33444 -0.00313 0.33527 -0.00313 0.33555 L -0.00313 0.33527 " pathEditMode="relative" rAng="0" ptsTypes="AAAAAAAAAAAAAAAAAAAAAAAAAAAAAAAAAAAAAAAAAAAAAAAAAAA">
                                      <p:cBhvr>
                                        <p:cTn id="411" dur="2500" fill="hold"/>
                                        <p:tgtEl>
                                          <p:spTgt spid="273"/>
                                        </p:tgtEl>
                                        <p:attrNameLst>
                                          <p:attrName>ppt_x</p:attrName>
                                          <p:attrName>ppt_y</p:attrName>
                                        </p:attrNameLst>
                                      </p:cBhvr>
                                      <p:rCtr x="-260" y="16722"/>
                                    </p:animMotion>
                                  </p:childTnLst>
                                </p:cTn>
                              </p:par>
                              <p:par>
                                <p:cTn id="412" presetID="0" presetClass="path" presetSubtype="0" accel="50000" decel="50000" fill="hold" grpId="0" nodeType="withEffect">
                                  <p:stCondLst>
                                    <p:cond delay="1100"/>
                                  </p:stCondLst>
                                  <p:childTnLst>
                                    <p:animMotion origin="layout" path="M -0.00156 0.01027 L -0.00156 0.01055 C -0.00139 0.01305 -0.00139 0.01583 -0.00104 0.01861 C -0.00104 0.01944 -0.00086 0.02027 -0.00052 0.02083 C -0.00017 0.02166 0.00052 0.02194 0.00105 0.0225 C 0.00139 0.02361 0.00191 0.02472 0.00209 0.02583 C 0.00209 0.02694 0.00174 0.02777 0.00157 0.02861 C 0.00035 0.03111 -3.33333E-6 0.03083 -0.00156 0.03194 C -0.00225 0.0325 -0.00312 0.03333 -0.00364 0.03416 C -0.00468 0.03611 -0.00434 0.03805 -0.00312 0.03916 C -0.0026 0.04 -0.00173 0.03972 -0.00104 0.04027 C -0.00052 0.04027 -3.33333E-6 0.04083 0.00052 0.04083 C 0.00105 0.0425 0.00191 0.04416 0.00209 0.04583 C 0.00243 0.05194 0.00174 0.05527 0.00105 0.06027 C 0.00139 0.06139 0.00157 0.0625 0.00209 0.06361 C 0.00261 0.065 0.00417 0.06583 0.00417 0.0675 C 0.004 0.07166 0.00105 0.07694 -0.00052 0.08027 C 0.00052 0.08194 0.00139 0.08389 0.00261 0.08527 C 0.00313 0.08583 0.004 0.08555 0.00469 0.08583 C 0.00851 0.08833 0.00782 0.08777 0.01094 0.09194 C 0.01077 0.09361 0.01077 0.09527 0.01042 0.09694 C 0.00973 0.09916 0.00816 0.10277 0.0073 0.10527 C 0.00712 0.10639 0.00643 0.11972 0.00625 0.12194 C 0.00591 0.12361 0.00539 0.125 0.00521 0.12694 C 0.00486 0.12777 0.00504 0.12916 0.00469 0.13027 C 0.00417 0.13139 0.0033 0.1325 0.00261 0.13361 C -0.00121 0.15389 0.00174 0.14611 -0.00416 0.15861 C -0.00451 0.16027 -0.00503 0.16166 -0.0052 0.16361 C -0.00555 0.16444 -0.0059 0.16555 -0.00573 0.16694 C -0.00573 0.16889 -0.00503 0.17083 -0.00468 0.1725 C -0.00347 0.18666 -0.00347 0.18555 -0.0026 0.20861 C -0.00243 0.21694 -0.00364 0.22611 -0.00208 0.23416 C -0.00173 0.23694 0.00105 0.23694 0.00261 0.23861 C 0.00313 0.23889 0.00365 0.23972 0.00417 0.24027 C 0.00591 0.24861 0.00521 0.24444 0.00365 0.2625 C 0.00348 0.26389 0.00295 0.26472 0.00261 0.26583 C 0.00278 0.26861 0.00243 0.27111 0.00313 0.27361 C 0.0033 0.27416 0.00417 0.27389 0.00469 0.27416 C 0.00504 0.275 0.00539 0.27583 0.00573 0.27694 C 0.004 0.28722 0.00591 0.28055 0.00105 0.28861 C -0.00139 0.29222 0.00139 0.29027 -0.00156 0.29194 C -0.00139 0.29361 -0.00156 0.29527 -0.00104 0.29694 C -0.00086 0.2975 -3.33333E-6 0.29694 0.00052 0.2975 C 0.00087 0.29833 0.0007 0.29944 0.00105 0.30027 C 0.00122 0.30111 0.00174 0.30194 0.00209 0.3025 C 0.00157 0.31027 0.00243 0.31361 -0.00052 0.31916 C -0.00104 0.32 -0.00156 0.31972 -0.00208 0.32027 C -0.00034 0.32861 -0.00156 0.32555 0.00052 0.33027 C 0.0007 0.33083 0.00105 0.33166 0.00105 0.3325 C 0.0007 0.33611 -3.33333E-6 0.33583 -0.00156 0.33694 C 0.00087 0.3375 0.00348 0.33666 0.00573 0.33861 C 0.00643 0.33916 0.00434 0.34027 0.00365 0.34083 C 0.00295 0.34139 0.00226 0.34139 0.00157 0.34194 C 0.00105 0.34139 -0.00034 0.34111 -3.33333E-6 0.34027 C 0.00018 0.33916 0.00139 0.33889 0.00209 0.33916 C 0.00261 0.33972 0.00261 0.34361 0.00261 0.34444 L 0.00209 0.34083 L 0.00313 0.34194 " pathEditMode="relative" rAng="0" ptsTypes="AAAAAAAAAAAAAAAAAAAAAAAAAAAAAAAAAAAAAAAAAAAAAAAAAAAAAAAAAA">
                                      <p:cBhvr>
                                        <p:cTn id="413" dur="2000" fill="hold"/>
                                        <p:tgtEl>
                                          <p:spTgt spid="275"/>
                                        </p:tgtEl>
                                        <p:attrNameLst>
                                          <p:attrName>ppt_x</p:attrName>
                                          <p:attrName>ppt_y</p:attrName>
                                        </p:attrNameLst>
                                      </p:cBhvr>
                                      <p:rCtr x="399" y="16694"/>
                                    </p:animMotion>
                                  </p:childTnLst>
                                </p:cTn>
                              </p:par>
                              <p:par>
                                <p:cTn id="414" presetID="0" presetClass="path" presetSubtype="0" accel="50000" decel="50000" fill="hold" grpId="0" nodeType="withEffect">
                                  <p:stCondLst>
                                    <p:cond delay="0"/>
                                  </p:stCondLst>
                                  <p:childTnLst>
                                    <p:animMotion origin="layout" path="M -0.00156 0.01028 L -0.00156 0.01056 C -0.00139 0.01306 -0.00139 0.01584 -0.00104 0.01861 C -0.00104 0.01945 -0.00086 0.02028 -0.00052 0.02084 C -0.00017 0.02167 0.00052 0.02195 0.00105 0.0225 C 0.00139 0.02361 0.00191 0.02473 0.00209 0.02584 C 0.00209 0.02695 0.00174 0.02778 0.00157 0.02861 C 0.00035 0.03111 -3.33333E-6 0.03084 -0.00156 0.03195 C -0.00225 0.0325 -0.00312 0.03334 -0.00364 0.03417 C -0.00468 0.03611 -0.00434 0.03806 -0.00312 0.03917 C -0.0026 0.04 -0.00173 0.03973 -0.00104 0.04028 C -0.00052 0.04028 -3.33333E-6 0.04084 0.00052 0.04084 C 0.00105 0.0425 0.00191 0.04417 0.00209 0.04584 C 0.00243 0.05195 0.00174 0.05528 0.00105 0.06028 C 0.00139 0.06139 0.00157 0.0625 0.00209 0.06361 C 0.00261 0.065 0.00417 0.06584 0.00417 0.0675 C 0.004 0.07167 0.00105 0.07695 -0.00052 0.08028 C 0.00052 0.08195 0.00139 0.08389 0.00261 0.08528 C 0.00313 0.08584 0.004 0.08556 0.00469 0.08584 C 0.00851 0.08834 0.00782 0.08778 0.01094 0.09195 C 0.01077 0.09361 0.01077 0.09528 0.01042 0.09695 C 0.00973 0.09917 0.00816 0.10278 0.0073 0.10528 C 0.00712 0.10639 0.00643 0.11973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4 -0.00468 0.1725 C -0.00347 0.18667 -0.00347 0.18556 -0.0026 0.20861 C -0.00243 0.21695 -0.00364 0.22611 -0.00208 0.23417 C -0.00173 0.23695 0.00105 0.23695 0.00261 0.23861 C 0.00313 0.23889 0.00365 0.23973 0.00417 0.24028 C 0.00591 0.24861 0.00521 0.24445 0.00365 0.2625 C 0.00348 0.26389 0.00295 0.26473 0.00261 0.26584 C 0.00278 0.26861 0.00243 0.27111 0.00313 0.27361 C 0.0033 0.27417 0.00417 0.27389 0.00469 0.27417 C 0.00504 0.275 0.00539 0.27584 0.00573 0.27695 C 0.004 0.28723 0.00591 0.28056 0.00105 0.28861 C -0.00139 0.29223 0.00139 0.29028 -0.00156 0.29195 C -0.00139 0.29361 -0.00156 0.29528 -0.00104 0.29695 C -0.00086 0.2975 -3.33333E-6 0.29695 0.00052 0.2975 C 0.00087 0.29834 0.0007 0.29945 0.00105 0.30028 C 0.00122 0.30111 0.00174 0.30195 0.00209 0.3025 C 0.00157 0.31028 0.00243 0.31361 -0.00052 0.31917 C -0.00104 0.32 -0.00156 0.31973 -0.00208 0.32028 C -0.00034 0.32861 -0.00156 0.32556 0.00052 0.33028 C 0.0007 0.33084 0.00105 0.33167 0.00105 0.3325 C 0.0007 0.33611 -3.33333E-6 0.33584 -0.00156 0.33695 C 0.00087 0.3375 0.00348 0.33667 0.00573 0.33861 C 0.00643 0.33917 0.00434 0.34028 0.00365 0.34084 C 0.00295 0.34139 0.00226 0.34139 0.00157 0.34195 C 0.00105 0.34139 -0.00034 0.34111 -3.33333E-6 0.34028 C 0.00018 0.33917 0.00139 0.33889 0.00209 0.33917 C 0.00261 0.33973 0.00261 0.34361 0.00261 0.34445 L 0.00209 0.34084 L 0.00313 0.34195 " pathEditMode="relative" rAng="0" ptsTypes="AAAAAAAAAAAAAAAAAAAAAAAAAAAAAAAAAAAAAAAAAAAAAAAAAAAAAAAAAA">
                                      <p:cBhvr>
                                        <p:cTn id="415" dur="2700" fill="hold"/>
                                        <p:tgtEl>
                                          <p:spTgt spid="277"/>
                                        </p:tgtEl>
                                        <p:attrNameLst>
                                          <p:attrName>ppt_x</p:attrName>
                                          <p:attrName>ppt_y</p:attrName>
                                        </p:attrNameLst>
                                      </p:cBhvr>
                                      <p:rCtr x="399" y="16694"/>
                                    </p:animMotion>
                                  </p:childTnLst>
                                </p:cTn>
                              </p:par>
                              <p:par>
                                <p:cTn id="416" presetID="0" presetClass="path" presetSubtype="0" accel="50000" decel="50000" fill="hold" grpId="0" nodeType="withEffect">
                                  <p:stCondLst>
                                    <p:cond delay="0"/>
                                  </p:stCondLst>
                                  <p:childTnLst>
                                    <p:animMotion origin="layout" path="M -1.38889E-6 4.44444E-6 L -1.38889E-6 0.00027 C -1.38889E-6 0.00583 0.00018 0.01222 0.00035 0.01805 C 0.00052 0.01944 0.00122 0.02055 0.00087 0.02138 C -0.00139 0.03027 -0.00121 0.02611 -0.00364 0.02972 C -0.00746 0.03527 -0.00694 0.03472 -0.00937 0.04083 C -0.00208 0.04527 -0.00434 0.04222 -0.00104 0.0475 C -0.00191 0.05027 -0.00278 0.05305 -0.00364 0.05583 C -0.00399 0.05666 -0.00434 0.0575 -0.00469 0.05805 C -0.00607 0.06111 -0.00746 0.06361 -0.00885 0.06638 C -0.00903 0.06805 -0.01007 0.06972 -0.00937 0.07083 C -0.00833 0.0725 -0.00625 0.07222 -0.00469 0.07305 C -0.00417 0.07361 -0.00364 0.07416 -0.00312 0.07472 C -0.00417 0.07694 -0.00521 0.07888 -0.00625 0.08083 C -0.00677 0.08138 -0.00764 0.08083 -0.00781 0.08138 C -0.00851 0.08305 -0.00851 0.08472 -0.00885 0.08638 C -0.00729 0.08722 -0.00555 0.0875 -0.00417 0.08972 C -0.00347 0.09138 -0.00312 0.09305 -0.0026 0.09472 C -0.00191 0.09888 -0.00139 0.10333 -0.00052 0.1075 C -0.00035 0.10916 -1.38889E-6 0.11083 0.00035 0.1125 C -0.00156 0.11694 -0.00382 0.12111 -0.00573 0.12583 C -0.00607 0.12638 -0.00607 0.1275 -0.00625 0.12805 C -0.00677 0.13027 -0.00729 0.13194 -0.00781 0.13416 C -0.0059 0.13861 -0.00347 0.14222 -0.00312 0.14805 C -0.00312 0.15138 -0.00347 0.15416 -0.00364 0.1575 C -0.00382 0.16361 -0.00399 0.17027 -0.00417 0.17638 C -0.00469 0.18972 -0.00712 0.20277 -0.00573 0.21583 C -0.00521 0.22111 -0.00121 0.22416 0.00087 0.22805 C 0.00122 0.22972 0.00208 0.23138 0.00191 0.23305 C 0.00174 0.23527 0.00035 0.23694 -1.38889E-6 0.23916 C -0.00052 0.24055 -0.00035 0.2425 -0.00052 0.24416 C 0.00104 0.2475 0.00156 0.24805 0.00243 0.2525 C 0.00295 0.25416 0.00313 0.25638 0.00347 0.25805 C 0.00365 0.26194 0.00382 0.26555 0.00399 0.26916 C 0.00417 0.27027 0.00469 0.27111 0.00452 0.2725 C 0.00382 0.27944 0.00295 0.27805 0.00087 0.28305 C 0.00052 0.28416 0.00018 0.28527 -1.38889E-6 0.28638 C -0.00017 0.2875 -0.00069 0.29111 -0.00104 0.2925 C -0.00139 0.29333 -0.00173 0.29416 -0.00208 0.29472 C -0.00226 0.29583 -0.00278 0.29638 -0.0026 0.2975 C -0.00226 0.30055 -0.00052 0.30027 0.00087 0.30083 C 0.00122 0.30138 0.00208 0.30222 0.00191 0.30305 C 0.00174 0.30527 0.00052 0.30694 -1.38889E-6 0.30916 C -0.00035 0.30972 -0.00052 0.31055 -0.00052 0.31138 C -0.00139 0.31611 -0.00156 0.32111 -0.0026 0.32583 C -0.00295 0.32694 -0.00399 0.3275 -0.00469 0.32805 C -0.00364 0.32861 -0.0026 0.32888 -0.00156 0.32916 C -0.00035 0.32944 0.00139 0.32833 0.00243 0.32972 C 0.00313 0.33055 0.00156 0.33194 0.00087 0.3325 C -0.00017 0.33333 -0.0026 0.33416 -0.0026 0.33444 L -0.0026 0.33416 " pathEditMode="relative" rAng="0" ptsTypes="AAAAAAAAAAAAAAAAAAAAAAAAAAAAAAAAAAAAAAAAAAAAAAAAAAA">
                                      <p:cBhvr>
                                        <p:cTn id="417" dur="2500" fill="hold"/>
                                        <p:tgtEl>
                                          <p:spTgt spid="276"/>
                                        </p:tgtEl>
                                        <p:attrNameLst>
                                          <p:attrName>ppt_x</p:attrName>
                                          <p:attrName>ppt_y</p:attrName>
                                        </p:attrNameLst>
                                      </p:cBhvr>
                                      <p:rCtr x="-260" y="16722"/>
                                    </p:animMotion>
                                  </p:childTnLst>
                                </p:cTn>
                              </p:par>
                              <p:par>
                                <p:cTn id="418" presetID="0" presetClass="path" presetSubtype="0" accel="50000" decel="50000" fill="hold" grpId="0" nodeType="withEffect">
                                  <p:stCondLst>
                                    <p:cond delay="0"/>
                                  </p:stCondLst>
                                  <p:childTnLst>
                                    <p:animMotion origin="layout" path="M -0.00156 0.01027 L -0.00156 0.01055 C -0.00139 0.01305 -0.00139 0.01583 -0.00104 0.01861 C -0.00104 0.01944 -0.00087 0.02027 -0.00052 0.02083 C -0.00018 0.02166 0.00052 0.02194 0.00104 0.0225 C 0.00139 0.02361 0.00191 0.02472 0.00208 0.02583 C 0.00208 0.02694 0.00173 0.02777 0.00156 0.02861 C 0.00034 0.03111 2.5E-6 0.03083 -0.00156 0.03194 C -0.00226 0.0325 -0.00313 0.03333 -0.00365 0.03416 C -0.00469 0.03611 -0.00434 0.03805 -0.00313 0.03916 C -0.00261 0.04 -0.00174 0.03972 -0.00104 0.04027 C -0.00052 0.04027 2.5E-6 0.04083 0.00052 0.04083 C 0.00104 0.0425 0.00191 0.04416 0.00208 0.04583 C 0.00243 0.05194 0.00173 0.05527 0.00104 0.06027 C 0.00139 0.06139 0.00156 0.0625 0.00208 0.06361 C 0.0026 0.065 0.00416 0.06583 0.00416 0.0675 C 0.00399 0.07166 0.00104 0.07694 -0.00052 0.08027 C 0.00052 0.08194 0.00139 0.08389 0.0026 0.08527 C 0.00312 0.08583 0.00399 0.08555 0.00469 0.08583 C 0.0085 0.08833 0.00781 0.08777 0.01094 0.09194 C 0.01076 0.09361 0.01076 0.09527 0.01041 0.09694 C 0.00972 0.09916 0.00816 0.10277 0.00729 0.10527 C 0.00712 0.10639 0.00642 0.11972 0.00625 0.12194 C 0.0059 0.12361 0.00538 0.125 0.00521 0.12694 C 0.00486 0.12777 0.00503 0.12916 0.00469 0.13027 C 0.00416 0.13139 0.0033 0.1325 0.0026 0.13361 C -0.00122 0.15389 0.00173 0.14611 -0.00417 0.15861 C -0.00452 0.16027 -0.00504 0.16166 -0.00521 0.16361 C -0.00556 0.16444 -0.00591 0.16555 -0.00573 0.16694 C -0.00573 0.16889 -0.00504 0.17083 -0.00469 0.1725 C -0.00347 0.18666 -0.00347 0.18555 -0.00261 0.20861 C -0.00243 0.21694 -0.00365 0.22611 -0.00209 0.23416 C -0.00174 0.23694 0.00104 0.23694 0.0026 0.23861 C 0.00312 0.23889 0.00364 0.23972 0.00416 0.24027 C 0.0059 0.24861 0.00521 0.24444 0.00364 0.2625 C 0.00347 0.26389 0.00295 0.26472 0.0026 0.26583 C 0.00278 0.26861 0.00243 0.27111 0.00312 0.27361 C 0.0033 0.27416 0.00416 0.27389 0.00469 0.27416 C 0.00503 0.275 0.00538 0.27583 0.00573 0.27694 C 0.00399 0.28722 0.0059 0.28055 0.00104 0.28861 C -0.00139 0.29222 0.00139 0.29027 -0.00156 0.29194 C -0.00139 0.29361 -0.00156 0.29527 -0.00104 0.29694 C -0.00087 0.2975 2.5E-6 0.29694 0.00052 0.2975 C 0.00087 0.29833 0.00069 0.29944 0.00104 0.30027 C 0.00121 0.30111 0.00173 0.30194 0.00208 0.3025 C 0.00156 0.31027 0.00243 0.31361 -0.00052 0.31916 C -0.00104 0.32 -0.00156 0.31972 -0.00209 0.32027 C -0.00035 0.32861 -0.00156 0.32555 0.00052 0.33027 C 0.00069 0.33083 0.00104 0.33166 0.00104 0.3325 C 0.00069 0.33611 2.5E-6 0.33583 -0.00156 0.33694 C 0.00087 0.3375 0.00347 0.33666 0.00573 0.33861 C 0.00642 0.33916 0.00434 0.34027 0.00364 0.34083 C 0.00295 0.34139 0.00225 0.34139 0.00156 0.34194 C 0.00104 0.34139 -0.00035 0.34111 2.5E-6 0.34027 C 0.00017 0.33916 0.00139 0.33889 0.00208 0.33916 C 0.0026 0.33972 0.0026 0.34361 0.0026 0.34444 L 0.00208 0.34083 L 0.00312 0.34194 " pathEditMode="relative" rAng="0" ptsTypes="AAAAAAAAAAAAAAAAAAAAAAAAAAAAAAAAAAAAAAAAAAAAAAAAAAAAAAAAAA">
                                      <p:cBhvr>
                                        <p:cTn id="419" dur="2800" fill="hold"/>
                                        <p:tgtEl>
                                          <p:spTgt spid="278"/>
                                        </p:tgtEl>
                                        <p:attrNameLst>
                                          <p:attrName>ppt_x</p:attrName>
                                          <p:attrName>ppt_y</p:attrName>
                                        </p:attrNameLst>
                                      </p:cBhvr>
                                      <p:rCtr x="399" y="16694"/>
                                    </p:animMotion>
                                  </p:childTnLst>
                                </p:cTn>
                              </p:par>
                              <p:par>
                                <p:cTn id="420" presetID="0" presetClass="path" presetSubtype="0" accel="50000" decel="50000" fill="hold" grpId="0" nodeType="withEffect">
                                  <p:stCondLst>
                                    <p:cond delay="900"/>
                                  </p:stCondLst>
                                  <p:childTnLst>
                                    <p:animMotion origin="layout" path="M -0.00157 0.01222 L -0.00157 0.0125 C -0.00139 0.015 -0.00139 0.01778 -0.00105 0.02055 C -0.00105 0.02139 -0.00087 0.02222 -0.00052 0.02278 C -0.00018 0.02361 0.00052 0.02389 0.00104 0.02444 C 0.00139 0.02555 0.00191 0.02666 0.00208 0.02778 C 0.00208 0.02889 0.00173 0.02972 0.00156 0.03055 C 0.00034 0.03305 3.88889E-6 0.03278 -0.00157 0.03389 C -0.00226 0.03444 -0.00313 0.03528 -0.00365 0.03611 C -0.00469 0.03805 -0.00434 0.04 -0.00313 0.04111 C -0.00261 0.04194 -0.00174 0.04166 -0.00105 0.04222 C -0.00052 0.04222 3.88889E-6 0.04278 0.00052 0.04278 C 0.00104 0.04444 0.00191 0.04611 0.00208 0.04778 C 0.00243 0.05389 0.00173 0.05722 0.00104 0.06222 C 0.00139 0.06333 0.00156 0.06444 0.00208 0.06555 C 0.0026 0.06694 0.00416 0.06778 0.00416 0.06944 C 0.00399 0.07361 0.00104 0.07889 -0.00052 0.08222 C 0.00052 0.08389 0.00139 0.08583 0.0026 0.08722 C 0.00312 0.08778 0.00399 0.0875 0.00468 0.08778 C 0.0085 0.09028 0.00781 0.08972 0.01093 0.09389 C 0.01076 0.09555 0.01076 0.09722 0.01041 0.09889 C 0.00972 0.10111 0.00816 0.10472 0.00729 0.10722 C 0.00711 0.10833 0.00642 0.12166 0.00625 0.12389 C 0.0059 0.12555 0.00538 0.12694 0.0052 0.12889 C 0.00486 0.12972 0.00503 0.13111 0.00468 0.13222 C 0.00416 0.13333 0.00329 0.13444 0.0026 0.13555 C -0.00122 0.15583 0.00173 0.14805 -0.00417 0.16055 C -0.00452 0.16222 -0.00504 0.16361 -0.00521 0.16555 C -0.00556 0.16639 -0.00591 0.1675 -0.00573 0.16889 C -0.00573 0.17083 -0.00504 0.17278 -0.00469 0.17444 C -0.00348 0.18861 -0.00348 0.1875 -0.00261 0.21055 C -0.00243 0.21889 -0.00365 0.22805 -0.00209 0.23611 C -0.00174 0.23889 0.00104 0.23889 0.0026 0.24055 C 0.00312 0.24083 0.00364 0.24166 0.00416 0.24222 C 0.0059 0.25055 0.0052 0.24639 0.00364 0.26444 C 0.00347 0.26583 0.00295 0.26666 0.0026 0.26778 C 0.00277 0.27055 0.00243 0.27305 0.00312 0.27555 C 0.00329 0.27611 0.00416 0.27583 0.00468 0.27611 C 0.00503 0.27694 0.00538 0.27778 0.00573 0.27889 C 0.00399 0.28916 0.0059 0.2825 0.00104 0.29055 C -0.00139 0.29416 0.00139 0.29222 -0.00157 0.29389 C -0.00139 0.29555 -0.00157 0.29722 -0.00105 0.29889 C -0.00087 0.29944 3.88889E-6 0.29889 0.00052 0.29944 C 0.00086 0.30028 0.00069 0.30139 0.00104 0.30222 C 0.00121 0.30305 0.00173 0.30389 0.00208 0.30444 C 0.00156 0.31222 0.00243 0.31555 -0.00052 0.32111 C -0.00105 0.32194 -0.00157 0.32166 -0.00209 0.32222 C -0.00035 0.33055 -0.00157 0.3275 0.00052 0.33222 C 0.00069 0.33278 0.00104 0.33361 0.00104 0.33444 C 0.00069 0.33805 3.88889E-6 0.33778 -0.00157 0.33889 C 0.00086 0.33944 0.00347 0.33861 0.00573 0.34055 C 0.00642 0.34111 0.00434 0.34222 0.00364 0.34278 C 0.00295 0.34333 0.00225 0.34333 0.00156 0.34389 C 0.00104 0.34333 -0.00035 0.34305 3.88889E-6 0.34222 C 0.00017 0.34111 0.00139 0.34083 0.00208 0.34111 C 0.0026 0.34166 0.0026 0.34555 0.0026 0.34639 L 0.00208 0.34278 L 0.00312 0.34389 " pathEditMode="relative" rAng="0" ptsTypes="AAAAAAAAAAAAAAAAAAAAAAAAAAAAAAAAAAAAAAAAAAAAAAAAAAAAAAAAAA">
                                      <p:cBhvr>
                                        <p:cTn id="421" dur="2800" fill="hold"/>
                                        <p:tgtEl>
                                          <p:spTgt spid="279"/>
                                        </p:tgtEl>
                                        <p:attrNameLst>
                                          <p:attrName>ppt_x</p:attrName>
                                          <p:attrName>ppt_y</p:attrName>
                                        </p:attrNameLst>
                                      </p:cBhvr>
                                      <p:rCtr x="399" y="16694"/>
                                    </p:animMotion>
                                  </p:childTnLst>
                                </p:cTn>
                              </p:par>
                              <p:par>
                                <p:cTn id="422" presetID="0" presetClass="path" presetSubtype="0" accel="50000" decel="50000" fill="hold" grpId="0" nodeType="withEffect">
                                  <p:stCondLst>
                                    <p:cond delay="2000"/>
                                  </p:stCondLst>
                                  <p:childTnLst>
                                    <p:animMotion origin="layout" path="M -0.00157 0.01028 L -0.00157 0.01056 C -0.00139 0.01306 -0.00139 0.01584 -0.00105 0.01861 C -0.00105 0.01945 -0.00087 0.02028 -0.00052 0.02084 C -0.00018 0.02167 0.00052 0.02195 0.00104 0.0225 C 0.00138 0.02361 0.00191 0.02472 0.00208 0.02584 C 0.00208 0.02695 0.00173 0.02778 0.00156 0.02861 C 0.00034 0.03111 4.16667E-6 0.03084 -0.00157 0.03195 C -0.00226 0.0325 -0.00313 0.03334 -0.00365 0.03417 C -0.00469 0.03611 -0.00434 0.03806 -0.00313 0.03917 C -0.00261 0.04 -0.00174 0.03972 -0.00105 0.04028 C -0.00052 0.04028 4.16667E-6 0.04084 0.00052 0.04084 C 0.00104 0.0425 0.00191 0.04417 0.00208 0.04584 C 0.00243 0.05195 0.00173 0.05528 0.00104 0.06028 C 0.00138 0.06139 0.00156 0.0625 0.00208 0.06361 C 0.0026 0.065 0.00416 0.06584 0.00416 0.0675 C 0.00399 0.07167 0.00104 0.07695 -0.00052 0.08028 C 0.00052 0.08195 0.00138 0.08389 0.0026 0.08528 C 0.00312 0.08584 0.00399 0.08556 0.00468 0.08584 C 0.0085 0.08834 0.00781 0.08778 0.01093 0.09195 C 0.01076 0.09361 0.01076 0.09528 0.01041 0.09695 C 0.00972 0.09917 0.00816 0.10278 0.00729 0.10528 C 0.00711 0.10639 0.00642 0.11972 0.00625 0.12195 C 0.0059 0.12361 0.00538 0.125 0.0052 0.12695 C 0.00486 0.12778 0.00503 0.12917 0.00468 0.13028 C 0.00416 0.13139 0.00329 0.1325 0.0026 0.13361 C -0.00122 0.15389 0.00173 0.14611 -0.00417 0.15861 C -0.00452 0.16028 -0.00504 0.16167 -0.00521 0.16361 C -0.00556 0.16445 -0.00591 0.16556 -0.00573 0.16695 C -0.00573 0.16889 -0.00504 0.17084 -0.00469 0.1725 C -0.00348 0.18667 -0.00348 0.18556 -0.00261 0.20861 C -0.00243 0.21695 -0.00365 0.22611 -0.00209 0.23417 C -0.00174 0.23695 0.00104 0.23695 0.0026 0.23861 C 0.00312 0.23889 0.00364 0.23972 0.00416 0.24028 C 0.0059 0.24861 0.0052 0.24445 0.00364 0.2625 C 0.00347 0.26389 0.00295 0.26472 0.0026 0.26584 C 0.00277 0.26861 0.00243 0.27111 0.00312 0.27361 C 0.00329 0.27417 0.00416 0.27389 0.00468 0.27417 C 0.00503 0.275 0.00538 0.27584 0.00573 0.27695 C 0.00399 0.28722 0.0059 0.28056 0.00104 0.28861 C -0.00139 0.29222 0.00138 0.29028 -0.00157 0.29195 C -0.00139 0.29361 -0.00157 0.29528 -0.00105 0.29695 C -0.00087 0.2975 4.16667E-6 0.29695 0.00052 0.2975 C 0.00086 0.29834 0.00069 0.29945 0.00104 0.30028 C 0.00121 0.30111 0.00173 0.30195 0.00208 0.3025 C 0.00156 0.31028 0.00243 0.31361 -0.00052 0.31917 C -0.00105 0.32 -0.00157 0.31972 -0.00209 0.32028 C -0.00035 0.32861 -0.00157 0.32556 0.00052 0.33028 C 0.00069 0.33084 0.00104 0.33167 0.00104 0.3325 C 0.00069 0.33611 4.16667E-6 0.33584 -0.00157 0.33695 C 0.00086 0.3375 0.00347 0.33667 0.00573 0.33861 C 0.00642 0.33917 0.00434 0.34028 0.00364 0.34084 C 0.00295 0.34139 0.00225 0.34139 0.00156 0.34195 C 0.00104 0.34139 -0.00035 0.34111 4.16667E-6 0.34028 C 0.00017 0.33917 0.00138 0.33889 0.00208 0.33917 C 0.0026 0.33972 0.0026 0.34361 0.0026 0.34445 L 0.00208 0.34084 L 0.00312 0.34195 " pathEditMode="relative" rAng="0" ptsTypes="AAAAAAAAAAAAAAAAAAAAAAAAAAAAAAAAAAAAAAAAAAAAAAAAAAAAAAAAAA">
                                      <p:cBhvr>
                                        <p:cTn id="423" dur="2500" fill="hold"/>
                                        <p:tgtEl>
                                          <p:spTgt spid="280"/>
                                        </p:tgtEl>
                                        <p:attrNameLst>
                                          <p:attrName>ppt_x</p:attrName>
                                          <p:attrName>ppt_y</p:attrName>
                                        </p:attrNameLst>
                                      </p:cBhvr>
                                      <p:rCtr x="399" y="16694"/>
                                    </p:animMotion>
                                  </p:childTnLst>
                                </p:cTn>
                              </p:par>
                              <p:par>
                                <p:cTn id="424" presetID="0" presetClass="path" presetSubtype="0" accel="50000" decel="50000" fill="hold" grpId="0" nodeType="withEffect">
                                  <p:stCondLst>
                                    <p:cond delay="900"/>
                                  </p:stCondLst>
                                  <p:childTnLst>
                                    <p:animMotion origin="layout" path="M -0.00156 0.01028 L -0.00156 0.01055 C -0.00139 0.01305 -0.00139 0.01583 -0.00104 0.01861 C -0.00104 0.01944 -0.00087 0.02028 -0.00052 0.02083 C -0.00017 0.02167 0.00052 0.02194 0.00104 0.0225 C 0.00139 0.02361 0.00191 0.02472 0.00208 0.02583 C 0.00208 0.02694 0.00173 0.02778 0.00156 0.02861 C 0.00035 0.03111 1.38889E-6 0.03083 -0.00156 0.03194 C -0.00226 0.0325 -0.00313 0.03333 -0.00365 0.03417 C -0.00469 0.03611 -0.00434 0.03805 -0.00313 0.03917 C -0.00261 0.04 -0.00174 0.03972 -0.00104 0.04028 C -0.00052 0.04028 1.38889E-6 0.04083 0.00052 0.04083 C 0.00104 0.0425 0.00191 0.04417 0.00208 0.04583 C 0.00243 0.05194 0.00173 0.05528 0.00104 0.06028 C 0.00139 0.06139 0.00156 0.0625 0.00208 0.06361 C 0.0026 0.065 0.00417 0.06583 0.00417 0.0675 C 0.00399 0.07167 0.00104 0.07694 -0.00052 0.08028 C 0.00052 0.08194 0.00139 0.08389 0.0026 0.08528 C 0.00312 0.08583 0.00399 0.08555 0.00469 0.08583 C 0.00851 0.08833 0.00781 0.08778 0.01094 0.09194 C 0.01076 0.09361 0.01076 0.09528 0.01042 0.09694 C 0.00972 0.09917 0.00816 0.10278 0.00729 0.10528 C 0.00712 0.10639 0.00642 0.11972 0.00625 0.12194 C 0.0059 0.12361 0.00538 0.125 0.00521 0.12694 C 0.00486 0.12778 0.00503 0.12917 0.00469 0.13028 C 0.00417 0.13139 0.0033 0.1325 0.0026 0.13361 C -0.00122 0.15389 0.00173 0.14611 -0.00417 0.15861 C -0.00452 0.16028 -0.00504 0.16167 -0.00521 0.16361 C -0.00556 0.16444 -0.0059 0.16555 -0.00573 0.16694 C -0.00573 0.16889 -0.00504 0.17083 -0.00469 0.1725 C -0.00347 0.18667 -0.00347 0.18555 -0.00261 0.20861 C -0.00243 0.21694 -0.00365 0.22611 -0.00208 0.23417 C -0.00174 0.23694 0.00104 0.23694 0.0026 0.23861 C 0.00312 0.23889 0.00364 0.23972 0.00417 0.24028 C 0.0059 0.24861 0.00521 0.24444 0.00364 0.2625 C 0.00347 0.26389 0.00295 0.26472 0.0026 0.26583 C 0.00278 0.26861 0.00243 0.27111 0.00312 0.27361 C 0.0033 0.27417 0.00417 0.27389 0.00469 0.27417 C 0.00503 0.275 0.00538 0.27583 0.00573 0.27694 C 0.00399 0.28722 0.0059 0.28055 0.00104 0.28861 C -0.00139 0.29222 0.00139 0.29028 -0.00156 0.29194 C -0.00139 0.29361 -0.00156 0.29528 -0.00104 0.29694 C -0.00087 0.2975 1.38889E-6 0.29694 0.00052 0.2975 C 0.00087 0.29833 0.00069 0.29944 0.00104 0.30028 C 0.00121 0.30111 0.00173 0.30194 0.00208 0.3025 C 0.00156 0.31028 0.00243 0.31361 -0.00052 0.31917 C -0.00104 0.32 -0.00156 0.31972 -0.00208 0.32028 C -0.00035 0.32861 -0.00156 0.32555 0.00052 0.33028 C 0.00069 0.33083 0.00104 0.33167 0.00104 0.3325 C 0.00069 0.33611 1.38889E-6 0.33583 -0.00156 0.33694 C 0.00087 0.3375 0.00347 0.33667 0.00573 0.33861 C 0.00642 0.33917 0.00434 0.34028 0.00364 0.34083 C 0.00295 0.34139 0.00226 0.34139 0.00156 0.34194 C 0.00104 0.34139 -0.00035 0.34111 1.38889E-6 0.34028 C 0.00017 0.33917 0.00139 0.33889 0.00208 0.33917 C 0.0026 0.33972 0.0026 0.34361 0.0026 0.34444 L 0.00208 0.34083 L 0.00312 0.34194 " pathEditMode="relative" rAng="0" ptsTypes="AAAAAAAAAAAAAAAAAAAAAAAAAAAAAAAAAAAAAAAAAAAAAAAAAAAAAAAAAA">
                                      <p:cBhvr>
                                        <p:cTn id="425" dur="2800" fill="hold"/>
                                        <p:tgtEl>
                                          <p:spTgt spid="281"/>
                                        </p:tgtEl>
                                        <p:attrNameLst>
                                          <p:attrName>ppt_x</p:attrName>
                                          <p:attrName>ppt_y</p:attrName>
                                        </p:attrNameLst>
                                      </p:cBhvr>
                                      <p:rCtr x="399" y="16694"/>
                                    </p:animMotion>
                                  </p:childTnLst>
                                </p:cTn>
                              </p:par>
                              <p:par>
                                <p:cTn id="426" presetID="0" presetClass="path" presetSubtype="0" accel="50000" decel="50000" fill="hold" grpId="0" nodeType="withEffect">
                                  <p:stCondLst>
                                    <p:cond delay="2000"/>
                                  </p:stCondLst>
                                  <p:childTnLst>
                                    <p:animMotion origin="layout" path="M -0.00156 0.01028 L -0.00156 0.01056 C -0.00139 0.01306 -0.00139 0.01584 -0.00104 0.01861 C -0.00104 0.01945 -0.00086 0.02028 -0.00052 0.02084 C -0.00017 0.02167 0.00052 0.02195 0.00105 0.0225 C 0.00139 0.02361 0.00191 0.02473 0.00209 0.02584 C 0.00209 0.02695 0.00174 0.02778 0.00157 0.02861 C 0.00035 0.03111 -3.33333E-6 0.03084 -0.00156 0.03195 C -0.00225 0.0325 -0.00312 0.03334 -0.00364 0.03417 C -0.00468 0.03611 -0.00434 0.03806 -0.00312 0.03917 C -0.0026 0.04 -0.00173 0.03973 -0.00104 0.04028 C -0.00052 0.04028 -3.33333E-6 0.04084 0.00052 0.04084 C 0.00105 0.0425 0.00191 0.04417 0.00209 0.04584 C 0.00243 0.05195 0.00174 0.05528 0.00105 0.06028 C 0.00139 0.06139 0.00157 0.0625 0.00209 0.06361 C 0.00261 0.065 0.00417 0.06584 0.00417 0.0675 C 0.004 0.07167 0.00105 0.07695 -0.00052 0.08028 C 0.00052 0.08195 0.00139 0.08389 0.00261 0.08528 C 0.00313 0.08584 0.004 0.08556 0.00469 0.08584 C 0.00851 0.08834 0.00782 0.08778 0.01094 0.09195 C 0.01077 0.09361 0.01077 0.09528 0.01042 0.09695 C 0.00973 0.09917 0.00816 0.10278 0.0073 0.10528 C 0.00712 0.10639 0.00643 0.11973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4 -0.00468 0.1725 C -0.00347 0.18667 -0.00347 0.18556 -0.0026 0.20861 C -0.00243 0.21695 -0.00364 0.22611 -0.00208 0.23417 C -0.00173 0.23695 0.00105 0.23695 0.00261 0.23861 C 0.00313 0.23889 0.00365 0.23973 0.00417 0.24028 C 0.00591 0.24861 0.00521 0.24445 0.00365 0.2625 C 0.00348 0.26389 0.00295 0.26473 0.00261 0.26584 C 0.00278 0.26861 0.00243 0.27111 0.00313 0.27361 C 0.0033 0.27417 0.00417 0.27389 0.00469 0.27417 C 0.00504 0.275 0.00539 0.27584 0.00573 0.27695 C 0.004 0.28723 0.00591 0.28056 0.00105 0.28861 C -0.00139 0.29223 0.00139 0.29028 -0.00156 0.29195 C -0.00139 0.29361 -0.00156 0.29528 -0.00104 0.29695 C -0.00086 0.2975 -3.33333E-6 0.29695 0.00052 0.2975 C 0.00087 0.29834 0.0007 0.29945 0.00105 0.30028 C 0.00122 0.30111 0.00174 0.30195 0.00209 0.3025 C 0.00157 0.31028 0.00243 0.31361 -0.00052 0.31917 C -0.00104 0.32 -0.00156 0.31973 -0.00208 0.32028 C -0.00034 0.32861 -0.00156 0.32556 0.00052 0.33028 C 0.0007 0.33084 0.00105 0.33167 0.00105 0.3325 C 0.0007 0.33611 -3.33333E-6 0.33584 -0.00156 0.33695 C 0.00087 0.3375 0.00348 0.33667 0.00573 0.33861 C 0.00643 0.33917 0.00434 0.34028 0.00365 0.34084 C 0.00295 0.34139 0.00226 0.34139 0.00157 0.34195 C 0.00105 0.34139 -0.00034 0.34111 -3.33333E-6 0.34028 C 0.00018 0.33917 0.00139 0.33889 0.00209 0.33917 C 0.00261 0.33973 0.00261 0.34361 0.00261 0.34445 L 0.00209 0.34084 L 0.00313 0.34195 " pathEditMode="relative" rAng="0" ptsTypes="AAAAAAAAAAAAAAAAAAAAAAAAAAAAAAAAAAAAAAAAAAAAAAAAAAAAAAAAAA">
                                      <p:cBhvr>
                                        <p:cTn id="427" dur="3000" fill="hold"/>
                                        <p:tgtEl>
                                          <p:spTgt spid="283"/>
                                        </p:tgtEl>
                                        <p:attrNameLst>
                                          <p:attrName>ppt_x</p:attrName>
                                          <p:attrName>ppt_y</p:attrName>
                                        </p:attrNameLst>
                                      </p:cBhvr>
                                      <p:rCtr x="399" y="16694"/>
                                    </p:animMotion>
                                  </p:childTnLst>
                                </p:cTn>
                              </p:par>
                              <p:par>
                                <p:cTn id="428" presetID="0" presetClass="path" presetSubtype="0" accel="50000" decel="50000" fill="hold" grpId="0" nodeType="withEffect">
                                  <p:stCondLst>
                                    <p:cond delay="1700"/>
                                  </p:stCondLst>
                                  <p:childTnLst>
                                    <p:animMotion origin="layout" path="M -1.38889E-6 4.44444E-6 L -1.38889E-6 0.00027 C -1.38889E-6 0.00583 0.00018 0.01222 0.00035 0.01805 C 0.00052 0.01944 0.00122 0.02055 0.00087 0.02138 C -0.00139 0.03027 -0.00121 0.02611 -0.00364 0.02972 C -0.00746 0.03527 -0.00694 0.03472 -0.00937 0.04083 C -0.00208 0.04527 -0.00434 0.04222 -0.00104 0.0475 C -0.00191 0.05027 -0.00278 0.05305 -0.00364 0.05583 C -0.00399 0.05666 -0.00434 0.0575 -0.00469 0.05805 C -0.00607 0.06111 -0.00746 0.06361 -0.00885 0.06638 C -0.00903 0.06805 -0.01007 0.06972 -0.00937 0.07083 C -0.00833 0.0725 -0.00625 0.07222 -0.00469 0.07305 C -0.00417 0.07361 -0.00364 0.07416 -0.00312 0.07472 C -0.00417 0.07694 -0.00521 0.07888 -0.00625 0.08083 C -0.00677 0.08138 -0.00764 0.08083 -0.00781 0.08138 C -0.00851 0.08305 -0.00851 0.08472 -0.00885 0.08638 C -0.00729 0.08722 -0.00555 0.0875 -0.00417 0.08972 C -0.00347 0.09138 -0.00312 0.09305 -0.0026 0.09472 C -0.00191 0.09888 -0.00139 0.10333 -0.00052 0.1075 C -0.00035 0.10916 -1.38889E-6 0.11083 0.00035 0.1125 C -0.00156 0.11694 -0.00382 0.12111 -0.00573 0.12583 C -0.00607 0.12638 -0.00607 0.1275 -0.00625 0.12805 C -0.00677 0.13027 -0.00729 0.13194 -0.00781 0.13416 C -0.0059 0.13861 -0.00347 0.14222 -0.00312 0.14805 C -0.00312 0.15138 -0.00347 0.15416 -0.00364 0.1575 C -0.00382 0.16361 -0.00399 0.17027 -0.00417 0.17638 C -0.00469 0.18972 -0.00712 0.20277 -0.00573 0.21583 C -0.00521 0.22111 -0.00121 0.22416 0.00087 0.22805 C 0.00122 0.22972 0.00208 0.23138 0.00191 0.23305 C 0.00174 0.23527 0.00035 0.23694 -1.38889E-6 0.23916 C -0.00052 0.24055 -0.00035 0.2425 -0.00052 0.24416 C 0.00104 0.2475 0.00156 0.24805 0.00243 0.2525 C 0.00295 0.25416 0.00313 0.25638 0.00347 0.25805 C 0.00365 0.26194 0.00382 0.26555 0.00399 0.26916 C 0.00417 0.27027 0.00469 0.27111 0.00452 0.2725 C 0.00382 0.27944 0.00295 0.27805 0.00087 0.28305 C 0.00052 0.28416 0.00018 0.28527 -1.38889E-6 0.28638 C -0.00017 0.2875 -0.00069 0.29111 -0.00104 0.2925 C -0.00139 0.29333 -0.00173 0.29416 -0.00208 0.29472 C -0.00226 0.29583 -0.00278 0.29638 -0.0026 0.2975 C -0.00226 0.30055 -0.00052 0.30027 0.00087 0.30083 C 0.00122 0.30138 0.00208 0.30222 0.00191 0.30305 C 0.00174 0.30527 0.00052 0.30694 -1.38889E-6 0.30916 C -0.00035 0.30972 -0.00052 0.31055 -0.00052 0.31138 C -0.00139 0.31611 -0.00156 0.32111 -0.0026 0.32583 C -0.00295 0.32694 -0.00399 0.3275 -0.00469 0.32805 C -0.00364 0.32861 -0.0026 0.32888 -0.00156 0.32916 C -0.00035 0.32944 0.00139 0.32833 0.00243 0.32972 C 0.00313 0.33055 0.00156 0.33194 0.00087 0.3325 C -0.00017 0.33333 -0.0026 0.33416 -0.0026 0.33444 L -0.0026 0.33416 " pathEditMode="relative" rAng="0" ptsTypes="AAAAAAAAAAAAAAAAAAAAAAAAAAAAAAAAAAAAAAAAAAAAAAAAAAA">
                                      <p:cBhvr>
                                        <p:cTn id="429" dur="2900" fill="hold"/>
                                        <p:tgtEl>
                                          <p:spTgt spid="282"/>
                                        </p:tgtEl>
                                        <p:attrNameLst>
                                          <p:attrName>ppt_x</p:attrName>
                                          <p:attrName>ppt_y</p:attrName>
                                        </p:attrNameLst>
                                      </p:cBhvr>
                                      <p:rCtr x="-260" y="16722"/>
                                    </p:animMotion>
                                  </p:childTnLst>
                                </p:cTn>
                              </p:par>
                              <p:par>
                                <p:cTn id="430" presetID="0" presetClass="path" presetSubtype="0" accel="50000" decel="50000" fill="hold" grpId="0" nodeType="withEffect">
                                  <p:stCondLst>
                                    <p:cond delay="1700"/>
                                  </p:stCondLst>
                                  <p:childTnLst>
                                    <p:animMotion origin="layout" path="M -0.00156 0.01027 L -0.00156 0.01055 C -0.00139 0.01305 -0.00139 0.01583 -0.00104 0.01861 C -0.00104 0.01944 -0.00087 0.02027 -0.00052 0.02083 C -0.00018 0.02166 0.00052 0.02194 0.00104 0.0225 C 0.00139 0.02361 0.00191 0.02472 0.00208 0.02583 C 0.00208 0.02694 0.00173 0.02777 0.00156 0.02861 C 0.00034 0.03111 2.5E-6 0.03083 -0.00156 0.03194 C -0.00226 0.0325 -0.00313 0.03333 -0.00365 0.03416 C -0.00469 0.03611 -0.00434 0.03805 -0.00313 0.03916 C -0.00261 0.04 -0.00174 0.03972 -0.00104 0.04027 C -0.00052 0.04027 2.5E-6 0.04083 0.00052 0.04083 C 0.00104 0.0425 0.00191 0.04416 0.00208 0.04583 C 0.00243 0.05194 0.00173 0.05527 0.00104 0.06027 C 0.00139 0.06139 0.00156 0.0625 0.00208 0.06361 C 0.0026 0.065 0.00416 0.06583 0.00416 0.0675 C 0.00399 0.07166 0.00104 0.07694 -0.00052 0.08027 C 0.00052 0.08194 0.00139 0.08389 0.0026 0.08527 C 0.00312 0.08583 0.00399 0.08555 0.00469 0.08583 C 0.0085 0.08833 0.00781 0.08777 0.01094 0.09194 C 0.01076 0.09361 0.01076 0.09527 0.01041 0.09694 C 0.00972 0.09916 0.00816 0.10277 0.00729 0.10527 C 0.00712 0.10639 0.00642 0.11972 0.00625 0.12194 C 0.0059 0.12361 0.00538 0.125 0.00521 0.12694 C 0.00486 0.12777 0.00503 0.12916 0.00469 0.13027 C 0.00416 0.13139 0.0033 0.1325 0.0026 0.13361 C -0.00122 0.15389 0.00173 0.14611 -0.00417 0.15861 C -0.00452 0.16027 -0.00504 0.16166 -0.00521 0.16361 C -0.00556 0.16444 -0.00591 0.16555 -0.00573 0.16694 C -0.00573 0.16889 -0.00504 0.17083 -0.00469 0.1725 C -0.00347 0.18666 -0.00347 0.18555 -0.00261 0.20861 C -0.00243 0.21694 -0.00365 0.22611 -0.00209 0.23416 C -0.00174 0.23694 0.00104 0.23694 0.0026 0.23861 C 0.00312 0.23889 0.00364 0.23972 0.00416 0.24027 C 0.0059 0.24861 0.00521 0.24444 0.00364 0.2625 C 0.00347 0.26389 0.00295 0.26472 0.0026 0.26583 C 0.00278 0.26861 0.00243 0.27111 0.00312 0.27361 C 0.0033 0.27416 0.00416 0.27389 0.00469 0.27416 C 0.00503 0.275 0.00538 0.27583 0.00573 0.27694 C 0.00399 0.28722 0.0059 0.28055 0.00104 0.28861 C -0.00139 0.29222 0.00139 0.29027 -0.00156 0.29194 C -0.00139 0.29361 -0.00156 0.29527 -0.00104 0.29694 C -0.00087 0.2975 2.5E-6 0.29694 0.00052 0.2975 C 0.00087 0.29833 0.00069 0.29944 0.00104 0.30027 C 0.00121 0.30111 0.00173 0.30194 0.00208 0.3025 C 0.00156 0.31027 0.00243 0.31361 -0.00052 0.31916 C -0.00104 0.32 -0.00156 0.31972 -0.00209 0.32027 C -0.00035 0.32861 -0.00156 0.32555 0.00052 0.33027 C 0.00069 0.33083 0.00104 0.33166 0.00104 0.3325 C 0.00069 0.33611 2.5E-6 0.33583 -0.00156 0.33694 C 0.00087 0.3375 0.00347 0.33666 0.00573 0.33861 C 0.00642 0.33916 0.00434 0.34027 0.00364 0.34083 C 0.00295 0.34139 0.00225 0.34139 0.00156 0.34194 C 0.00104 0.34139 -0.00035 0.34111 2.5E-6 0.34027 C 0.00017 0.33916 0.00139 0.33889 0.00208 0.33916 C 0.0026 0.33972 0.0026 0.34361 0.0026 0.34444 L 0.00208 0.34083 L 0.00312 0.34194 " pathEditMode="relative" rAng="0" ptsTypes="AAAAAAAAAAAAAAAAAAAAAAAAAAAAAAAAAAAAAAAAAAAAAAAAAAAAAAAAAA">
                                      <p:cBhvr>
                                        <p:cTn id="431" dur="3000" fill="hold"/>
                                        <p:tgtEl>
                                          <p:spTgt spid="284"/>
                                        </p:tgtEl>
                                        <p:attrNameLst>
                                          <p:attrName>ppt_x</p:attrName>
                                          <p:attrName>ppt_y</p:attrName>
                                        </p:attrNameLst>
                                      </p:cBhvr>
                                      <p:rCtr x="399" y="16694"/>
                                    </p:animMotion>
                                  </p:childTnLst>
                                </p:cTn>
                              </p:par>
                              <p:par>
                                <p:cTn id="432" presetID="0" presetClass="path" presetSubtype="0" accel="50000" decel="50000" fill="hold" grpId="0" nodeType="withEffect">
                                  <p:stCondLst>
                                    <p:cond delay="0"/>
                                  </p:stCondLst>
                                  <p:childTnLst>
                                    <p:animMotion origin="layout" path="M 3.88889E-6 0.10055 L 3.88889E-6 0.10083 C 0.00017 0.10333 0.00017 0.10611 0.00052 0.10889 C 0.00052 0.10972 0.00069 0.11055 0.00104 0.11111 C 0.00139 0.11194 0.00208 0.11222 0.0026 0.11278 C 0.00295 0.11389 0.00347 0.115 0.00364 0.11611 C 0.00364 0.11722 0.00329 0.11805 0.00312 0.11889 C 0.00191 0.12139 0.00156 0.12111 3.88889E-6 0.12222 C -0.0007 0.12278 -0.00157 0.12361 -0.00209 0.12444 C -0.00313 0.12639 -0.00278 0.12833 -0.00157 0.12944 C -0.00105 0.13028 -0.00018 0.13 0.00052 0.13055 C 0.00104 0.13055 0.00156 0.13111 0.00208 0.13111 C 0.0026 0.13278 0.00347 0.13444 0.00364 0.13611 C 0.00399 0.14222 0.00329 0.14555 0.0026 0.15055 C 0.00295 0.15166 0.00312 0.15278 0.00364 0.15389 C 0.00416 0.15528 0.00573 0.15611 0.00573 0.15778 C 0.00555 0.16194 0.0026 0.16722 0.00104 0.17055 C 0.00208 0.17222 0.00295 0.17416 0.00416 0.17555 C 0.00468 0.17611 0.00555 0.17583 0.00625 0.17611 C 0.01007 0.17861 0.00937 0.17805 0.0125 0.18222 C 0.01232 0.18389 0.01232 0.18555 0.01198 0.18722 C 0.01128 0.18944 0.00972 0.19305 0.00885 0.19555 C 0.00868 0.19666 0.00798 0.21 0.00781 0.21222 C 0.00746 0.21389 0.00694 0.21528 0.00677 0.21722 C 0.00642 0.21805 0.00659 0.21944 0.00625 0.22055 C 0.00573 0.22166 0.00486 0.22278 0.00416 0.22389 C 0.00034 0.24416 0.00329 0.23639 -0.00261 0.24889 C -0.00296 0.25055 -0.00348 0.25194 -0.00365 0.25389 C -0.004 0.25472 -0.00434 0.25583 -0.00417 0.25722 C -0.00417 0.25916 -0.00348 0.26111 -0.00313 0.26278 C -0.00191 0.27694 -0.00191 0.27583 -0.00105 0.29889 C -0.00087 0.30722 -0.00209 0.31639 -0.00052 0.32444 C -0.00018 0.32722 0.0026 0.32722 0.00416 0.32889 C 0.00468 0.32916 0.0052 0.33 0.00573 0.33055 C 0.00746 0.33889 0.00677 0.33472 0.0052 0.35278 C 0.00503 0.35416 0.00451 0.355 0.00416 0.35611 C 0.00434 0.35889 0.00399 0.36139 0.00468 0.36389 C 0.00486 0.36444 0.00573 0.36416 0.00625 0.36444 C 0.00659 0.36528 0.00694 0.36611 0.00729 0.36722 C 0.00555 0.3775 0.00746 0.37083 0.0026 0.37889 C 0.00017 0.3825 0.00295 0.38055 3.88889E-6 0.38222 C 0.00017 0.38389 3.88889E-6 0.38555 0.00052 0.38722 C 0.00069 0.38778 0.00156 0.38722 0.00208 0.38778 C 0.00243 0.38861 0.00225 0.38972 0.0026 0.39055 C 0.00277 0.39139 0.00329 0.39222 0.00364 0.39278 C 0.00312 0.40055 0.00399 0.40389 0.00104 0.40944 C 0.00052 0.41028 3.88889E-6 0.41 -0.00052 0.41055 C 0.00121 0.41889 3.88889E-6 0.41583 0.00208 0.42055 C 0.00225 0.42111 0.0026 0.42194 0.0026 0.42278 C 0.00225 0.42639 0.00156 0.42611 3.88889E-6 0.42722 C 0.00243 0.42778 0.00503 0.42694 0.00729 0.42889 C 0.00798 0.42944 0.0059 0.43055 0.0052 0.43111 C 0.00451 0.43166 0.00382 0.43166 0.00312 0.43222 C 0.0026 0.43166 0.00121 0.43139 0.00156 0.43055 C 0.00173 0.42944 0.00295 0.42916 0.00364 0.42944 C 0.00416 0.43 0.00416 0.43389 0.00416 0.43472 L 0.00364 0.43111 L 0.00468 0.43222 " pathEditMode="relative" rAng="0" ptsTypes="AAAAAAAAAAAAAAAAAAAAAAAAAAAAAAAAAAAAAAAAAAAAAAAAAAAAAAAAAA">
                                      <p:cBhvr>
                                        <p:cTn id="433" dur="3100" fill="hold"/>
                                        <p:tgtEl>
                                          <p:spTgt spid="285"/>
                                        </p:tgtEl>
                                        <p:attrNameLst>
                                          <p:attrName>ppt_x</p:attrName>
                                          <p:attrName>ppt_y</p:attrName>
                                        </p:attrNameLst>
                                      </p:cBhvr>
                                      <p:rCtr x="399" y="16694"/>
                                    </p:animMotion>
                                  </p:childTnLst>
                                </p:cTn>
                              </p:par>
                              <p:par>
                                <p:cTn id="434" presetID="0" presetClass="path" presetSubtype="0" accel="50000" decel="50000" fill="hold" grpId="0" nodeType="withEffect">
                                  <p:stCondLst>
                                    <p:cond delay="2000"/>
                                  </p:stCondLst>
                                  <p:childTnLst>
                                    <p:animMotion origin="layout" path="M -0.00156 0.01028 L -0.00156 0.01055 C -0.00138 0.01305 -0.00138 0.01583 -0.00104 0.01861 C -0.00104 0.01944 -0.00086 0.02028 -0.00052 0.02083 C -0.00017 0.02166 0.00052 0.02194 0.00105 0.0225 C 0.00139 0.02361 0.00191 0.02472 0.00209 0.02583 C 0.00209 0.02694 0.00174 0.02778 0.00157 0.02861 C 0.00035 0.03111 -3.88889E-6 0.03083 -0.00156 0.03194 C -0.00225 0.0325 -0.00312 0.03333 -0.00364 0.03416 C -0.00468 0.03611 -0.00434 0.03805 -0.00312 0.03916 C -0.0026 0.04 -0.00173 0.03972 -0.00104 0.04028 C -0.00052 0.04028 -3.88889E-6 0.04083 0.00052 0.04083 C 0.00105 0.0425 0.00191 0.04416 0.00209 0.04583 C 0.00243 0.05194 0.00174 0.05528 0.00105 0.06028 C 0.00139 0.06139 0.00157 0.0625 0.00209 0.06361 C 0.00261 0.065 0.00417 0.06583 0.00417 0.0675 C 0.004 0.07166 0.00105 0.07694 -0.00052 0.08028 C 0.00052 0.08194 0.00139 0.08389 0.00261 0.08528 C 0.00313 0.08583 0.004 0.08555 0.00469 0.08583 C 0.00851 0.08833 0.00782 0.08778 0.01094 0.09194 C 0.01077 0.09361 0.01077 0.09528 0.01042 0.09694 C 0.00973 0.09916 0.00816 0.10278 0.0073 0.10528 C 0.00712 0.10639 0.00643 0.11972 0.00625 0.12194 C 0.00591 0.12361 0.00539 0.125 0.00521 0.12694 C 0.00487 0.12778 0.00504 0.12916 0.00469 0.13028 C 0.00417 0.13139 0.0033 0.1325 0.00261 0.13361 C -0.00121 0.15389 0.00174 0.14611 -0.00416 0.15861 C -0.00451 0.16028 -0.00503 0.16166 -0.0052 0.16361 C -0.00555 0.16444 -0.0059 0.16555 -0.00573 0.16694 C -0.00573 0.16889 -0.00503 0.17083 -0.00468 0.1725 C -0.00347 0.18666 -0.00347 0.18555 -0.0026 0.20861 C -0.00243 0.21694 -0.00364 0.22611 -0.00208 0.23416 C -0.00173 0.23694 0.00105 0.23694 0.00261 0.23861 C 0.00313 0.23889 0.00365 0.23972 0.00417 0.24028 C 0.00591 0.24861 0.00521 0.24444 0.00365 0.2625 C 0.00348 0.26389 0.00296 0.26472 0.00261 0.26583 C 0.00278 0.26861 0.00243 0.27111 0.00313 0.27361 C 0.0033 0.27416 0.00417 0.27389 0.00469 0.27416 C 0.00504 0.275 0.00539 0.27583 0.00573 0.27694 C 0.004 0.28722 0.00591 0.28055 0.00105 0.28861 C -0.00138 0.29222 0.00139 0.29028 -0.00156 0.29194 C -0.00138 0.29361 -0.00156 0.29528 -0.00104 0.29694 C -0.00086 0.2975 -3.88889E-6 0.29694 0.00052 0.2975 C 0.00087 0.29833 0.0007 0.29944 0.00105 0.30028 C 0.00122 0.30111 0.00174 0.30194 0.00209 0.3025 C 0.00157 0.31028 0.00243 0.31361 -0.00052 0.31916 C -0.00104 0.32 -0.00156 0.31972 -0.00208 0.32028 C -0.00034 0.32861 -0.00156 0.32555 0.00052 0.33028 C 0.0007 0.33083 0.00105 0.33166 0.00105 0.3325 C 0.0007 0.33611 -3.88889E-6 0.33583 -0.00156 0.33694 C 0.00087 0.3375 0.00348 0.33666 0.00573 0.33861 C 0.00643 0.33916 0.00434 0.34028 0.00365 0.34083 C 0.00296 0.34139 0.00226 0.34139 0.00157 0.34194 C 0.00105 0.34139 -0.00034 0.34111 -3.88889E-6 0.34028 C 0.00018 0.33916 0.00139 0.33889 0.00209 0.33916 C 0.00261 0.33972 0.00261 0.34361 0.00261 0.34444 L 0.00209 0.34083 L 0.00313 0.34194 " pathEditMode="relative" rAng="0" ptsTypes="AAAAAAAAAAAAAAAAAAAAAAAAAAAAAAAAAAAAAAAAAAAAAAAAAAAAAAAAAA">
                                      <p:cBhvr>
                                        <p:cTn id="435" dur="3000" fill="hold"/>
                                        <p:tgtEl>
                                          <p:spTgt spid="286"/>
                                        </p:tgtEl>
                                        <p:attrNameLst>
                                          <p:attrName>ppt_x</p:attrName>
                                          <p:attrName>ppt_y</p:attrName>
                                        </p:attrNameLst>
                                      </p:cBhvr>
                                      <p:rCtr x="399" y="16694"/>
                                    </p:animMotion>
                                  </p:childTnLst>
                                </p:cTn>
                              </p:par>
                              <p:par>
                                <p:cTn id="436" presetID="0" presetClass="path" presetSubtype="0" accel="50000" decel="50000" fill="hold" grpId="0" nodeType="withEffect">
                                  <p:stCondLst>
                                    <p:cond delay="3000"/>
                                  </p:stCondLst>
                                  <p:childTnLst>
                                    <p:animMotion origin="layout" path="M -0.00156 0.01028 L -0.00156 0.01056 C -0.00139 0.01306 -0.00139 0.01584 -0.00104 0.01861 C -0.00104 0.01945 -0.00086 0.02028 -0.00052 0.02084 C -0.00017 0.02167 0.00052 0.02195 0.00105 0.0225 C 0.00139 0.02361 0.00191 0.02473 0.00209 0.02584 C 0.00209 0.02695 0.00174 0.02778 0.00157 0.02861 C 0.00035 0.03111 -3.61111E-6 0.03084 -0.00156 0.03195 C -0.00225 0.0325 -0.00312 0.03334 -0.00364 0.03417 C -0.00468 0.03611 -0.00434 0.03806 -0.00312 0.03917 C -0.0026 0.04 -0.00173 0.03973 -0.00104 0.04028 C -0.00052 0.04028 -3.61111E-6 0.04084 0.00052 0.04084 C 0.00105 0.0425 0.00191 0.04417 0.00209 0.04584 C 0.00243 0.05195 0.00174 0.05528 0.00105 0.06028 C 0.00139 0.06139 0.00157 0.0625 0.00209 0.06361 C 0.00261 0.065 0.00417 0.06584 0.00417 0.0675 C 0.004 0.07167 0.00105 0.07695 -0.00052 0.08028 C 0.00052 0.08195 0.00139 0.08389 0.00261 0.08528 C 0.00313 0.08584 0.004 0.08556 0.00469 0.08584 C 0.00851 0.08834 0.00782 0.08778 0.01094 0.09195 C 0.01077 0.09361 0.01077 0.09528 0.01042 0.09695 C 0.00973 0.09917 0.00816 0.10278 0.0073 0.10528 C 0.00712 0.10639 0.00643 0.11973 0.00625 0.12195 C 0.00591 0.12361 0.00539 0.125 0.00521 0.12695 C 0.00486 0.12778 0.00504 0.12917 0.00469 0.13028 C 0.00417 0.13139 0.0033 0.1325 0.00261 0.13361 C -0.00121 0.15389 0.00174 0.14611 -0.00416 0.15861 C -0.00451 0.16028 -0.00503 0.16167 -0.0052 0.16361 C -0.00555 0.16445 -0.0059 0.16556 -0.00573 0.16695 C -0.00573 0.16889 -0.00503 0.17084 -0.00468 0.1725 C -0.00347 0.18667 -0.00347 0.18556 -0.0026 0.20861 C -0.00243 0.21695 -0.00364 0.22611 -0.00208 0.23417 C -0.00173 0.23695 0.00105 0.23695 0.00261 0.23861 C 0.00313 0.23889 0.00365 0.23973 0.00417 0.24028 C 0.00591 0.24861 0.00521 0.24445 0.00365 0.2625 C 0.00348 0.26389 0.00296 0.26473 0.00261 0.26584 C 0.00278 0.26861 0.00243 0.27111 0.00313 0.27361 C 0.0033 0.27417 0.00417 0.27389 0.00469 0.27417 C 0.00504 0.275 0.00539 0.27584 0.00573 0.27695 C 0.004 0.28723 0.00591 0.28056 0.00105 0.28861 C -0.00139 0.29223 0.00139 0.29028 -0.00156 0.29195 C -0.00139 0.29361 -0.00156 0.29528 -0.00104 0.29695 C -0.00086 0.2975 -3.61111E-6 0.29695 0.00052 0.2975 C 0.00087 0.29834 0.0007 0.29945 0.00105 0.30028 C 0.00122 0.30111 0.00174 0.30195 0.00209 0.3025 C 0.00157 0.31028 0.00243 0.31361 -0.00052 0.31917 C -0.00104 0.32 -0.00156 0.31973 -0.00208 0.32028 C -0.00034 0.32861 -0.00156 0.32556 0.00052 0.33028 C 0.0007 0.33084 0.00105 0.33167 0.00105 0.3325 C 0.0007 0.33611 -3.61111E-6 0.33584 -0.00156 0.33695 C 0.00087 0.3375 0.00348 0.33667 0.00573 0.33861 C 0.00643 0.33917 0.00434 0.34028 0.00365 0.34084 C 0.00296 0.34139 0.00226 0.34139 0.00157 0.34195 C 0.00105 0.34139 -0.00034 0.34111 -3.61111E-6 0.34028 C 0.00018 0.33917 0.00139 0.33889 0.00209 0.33917 C 0.00261 0.33973 0.00261 0.34361 0.00261 0.34445 L 0.00209 0.34084 L 0.00313 0.34195 " pathEditMode="relative" rAng="0" ptsTypes="AAAAAAAAAAAAAAAAAAAAAAAAAAAAAAAAAAAAAAAAAAAAAAAAAAAAAAAAAA">
                                      <p:cBhvr>
                                        <p:cTn id="437" dur="3200" fill="hold"/>
                                        <p:tgtEl>
                                          <p:spTgt spid="288"/>
                                        </p:tgtEl>
                                        <p:attrNameLst>
                                          <p:attrName>ppt_x</p:attrName>
                                          <p:attrName>ppt_y</p:attrName>
                                        </p:attrNameLst>
                                      </p:cBhvr>
                                      <p:rCtr x="399" y="16694"/>
                                    </p:animMotion>
                                  </p:childTnLst>
                                </p:cTn>
                              </p:par>
                              <p:par>
                                <p:cTn id="438" presetID="0" presetClass="path" presetSubtype="0" accel="50000" decel="50000" fill="hold" grpId="0" nodeType="withEffect">
                                  <p:stCondLst>
                                    <p:cond delay="0"/>
                                  </p:stCondLst>
                                  <p:childTnLst>
                                    <p:animMotion origin="layout" path="M -0.01424 0.07 L -0.01424 0.07028 C -0.01424 0.07583 -0.01407 0.08222 -0.01389 0.08805 C -0.01372 0.08944 -0.01302 0.09055 -0.01337 0.09139 C -0.01563 0.10028 -0.01545 0.09611 -0.01789 0.09972 C -0.0217 0.10528 -0.02118 0.10472 -0.02361 0.11083 C -0.01632 0.11528 -0.01858 0.11222 -0.01528 0.1175 C -0.01615 0.12028 -0.01702 0.12305 -0.01789 0.12583 C -0.01823 0.12666 -0.01858 0.1275 -0.01893 0.12805 C -0.02032 0.13111 -0.0217 0.13361 -0.02309 0.13639 C -0.02327 0.13805 -0.02431 0.13972 -0.02361 0.14083 C -0.02257 0.1425 -0.02049 0.14222 -0.01893 0.14305 C -0.01841 0.14361 -0.01789 0.14416 -0.01736 0.14472 C -0.01841 0.14694 -0.01945 0.14889 -0.02049 0.15083 C -0.02101 0.15139 -0.02188 0.15083 -0.02205 0.15139 C -0.02275 0.15305 -0.02275 0.15472 -0.02309 0.15639 C -0.02153 0.15722 -0.0198 0.1575 -0.01841 0.15972 C -0.01771 0.16139 -0.01736 0.16305 -0.01684 0.16472 C -0.01615 0.16889 -0.01563 0.17333 -0.01476 0.1775 C -0.01459 0.17916 -0.01424 0.18083 -0.01389 0.1825 C -0.0158 0.18694 -0.01806 0.19111 -0.01997 0.19583 C -0.02032 0.19639 -0.02032 0.1975 -0.02049 0.19805 C -0.02101 0.20028 -0.02153 0.20194 -0.02205 0.20416 C -0.02014 0.20861 -0.01771 0.21222 -0.01736 0.21805 C -0.01736 0.22139 -0.01771 0.22416 -0.01789 0.2275 C -0.01806 0.23361 -0.01823 0.24028 -0.01841 0.24639 C -0.01893 0.25972 -0.02136 0.27278 -0.01997 0.28583 C -0.01945 0.29111 -0.01545 0.29416 -0.01337 0.29805 C -0.01302 0.29972 -0.01216 0.30139 -0.01233 0.30305 C -0.0125 0.30528 -0.01389 0.30694 -0.01424 0.30916 C -0.01476 0.31055 -0.01459 0.3125 -0.01476 0.31416 C -0.0132 0.3175 -0.01268 0.31805 -0.01181 0.3225 C -0.01129 0.32416 -0.01111 0.32639 -0.01077 0.32805 C -0.01059 0.33194 -0.01042 0.33555 -0.01025 0.33916 C -0.01007 0.34028 -0.00955 0.34111 -0.00973 0.3425 C -0.01042 0.34944 -0.01129 0.34805 -0.01337 0.35305 C -0.01372 0.35416 -0.01407 0.35528 -0.01424 0.35639 C -0.01441 0.3575 -0.01493 0.36111 -0.01528 0.3625 C -0.01563 0.36333 -0.01598 0.36416 -0.01632 0.36472 C -0.0165 0.36583 -0.01702 0.36639 -0.01684 0.3675 C -0.0165 0.37055 -0.01476 0.37028 -0.01337 0.37083 C -0.01302 0.37139 -0.01216 0.37222 -0.01233 0.37305 C -0.0125 0.37528 -0.01372 0.37694 -0.01424 0.37916 C -0.01459 0.37972 -0.01476 0.38055 -0.01476 0.38139 C -0.01563 0.38611 -0.0158 0.39111 -0.01684 0.39583 C -0.01719 0.39694 -0.01823 0.3975 -0.01893 0.39805 C -0.01789 0.39861 -0.01684 0.39889 -0.0158 0.39916 C -0.01459 0.39944 -0.01285 0.39833 -0.01181 0.39972 C -0.01111 0.40055 -0.01268 0.40194 -0.01337 0.4025 C -0.01441 0.40333 -0.01684 0.40416 -0.01684 0.40444 L -0.01684 0.40416 " pathEditMode="relative" rAng="0" ptsTypes="AAAAAAAAAAAAAAAAAAAAAAAAAAAAAAAAAAAAAAAAAAAAAAAAAAA">
                                      <p:cBhvr>
                                        <p:cTn id="439" dur="3000" fill="hold"/>
                                        <p:tgtEl>
                                          <p:spTgt spid="287"/>
                                        </p:tgtEl>
                                        <p:attrNameLst>
                                          <p:attrName>ppt_x</p:attrName>
                                          <p:attrName>ppt_y</p:attrName>
                                        </p:attrNameLst>
                                      </p:cBhvr>
                                      <p:rCtr x="-260" y="16722"/>
                                    </p:animMotion>
                                  </p:childTnLst>
                                </p:cTn>
                              </p:par>
                            </p:childTnLst>
                          </p:cTn>
                        </p:par>
                        <p:par>
                          <p:cTn id="440" fill="hold">
                            <p:stCondLst>
                              <p:cond delay="2000"/>
                            </p:stCondLst>
                            <p:childTnLst>
                              <p:par>
                                <p:cTn id="441" presetID="22" presetClass="entr" presetSubtype="8" fill="hold" nodeType="afterEffect">
                                  <p:stCondLst>
                                    <p:cond delay="0"/>
                                  </p:stCondLst>
                                  <p:childTnLst>
                                    <p:set>
                                      <p:cBhvr>
                                        <p:cTn id="442" dur="1" fill="hold">
                                          <p:stCondLst>
                                            <p:cond delay="0"/>
                                          </p:stCondLst>
                                        </p:cTn>
                                        <p:tgtEl>
                                          <p:spTgt spid="289"/>
                                        </p:tgtEl>
                                        <p:attrNameLst>
                                          <p:attrName>style.visibility</p:attrName>
                                        </p:attrNameLst>
                                      </p:cBhvr>
                                      <p:to>
                                        <p:strVal val="visible"/>
                                      </p:to>
                                    </p:set>
                                    <p:animEffect transition="in" filter="wipe(left)">
                                      <p:cBhvr>
                                        <p:cTn id="443" dur="1000"/>
                                        <p:tgtEl>
                                          <p:spTgt spid="289"/>
                                        </p:tgtEl>
                                      </p:cBhvr>
                                    </p:animEffect>
                                  </p:childTnLst>
                                </p:cTn>
                              </p:par>
                            </p:childTnLst>
                          </p:cTn>
                        </p:par>
                        <p:par>
                          <p:cTn id="444" fill="hold">
                            <p:stCondLst>
                              <p:cond delay="3000"/>
                            </p:stCondLst>
                            <p:childTnLst>
                              <p:par>
                                <p:cTn id="445" presetID="22" presetClass="entr" presetSubtype="4" fill="hold" grpId="0" nodeType="afterEffect">
                                  <p:stCondLst>
                                    <p:cond delay="0"/>
                                  </p:stCondLst>
                                  <p:childTnLst>
                                    <p:set>
                                      <p:cBhvr>
                                        <p:cTn id="446" dur="1" fill="hold">
                                          <p:stCondLst>
                                            <p:cond delay="0"/>
                                          </p:stCondLst>
                                        </p:cTn>
                                        <p:tgtEl>
                                          <p:spTgt spid="6"/>
                                        </p:tgtEl>
                                        <p:attrNameLst>
                                          <p:attrName>style.visibility</p:attrName>
                                        </p:attrNameLst>
                                      </p:cBhvr>
                                      <p:to>
                                        <p:strVal val="visible"/>
                                      </p:to>
                                    </p:set>
                                    <p:animEffect transition="in" filter="wipe(down)">
                                      <p:cBhvr>
                                        <p:cTn id="4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5" grpId="0" animBg="1"/>
      <p:bldP spid="175" grpId="1" animBg="1"/>
      <p:bldP spid="175" grpId="2" animBg="1"/>
      <p:bldP spid="177" grpId="0" animBg="1"/>
      <p:bldP spid="177" grpId="1" animBg="1"/>
      <p:bldP spid="177" grpId="2" animBg="1"/>
      <p:bldP spid="138" grpId="0" animBg="1"/>
      <p:bldP spid="138" grpId="1" animBg="1"/>
      <p:bldP spid="138" grpId="2" animBg="1"/>
      <p:bldP spid="139" grpId="0" animBg="1"/>
      <p:bldP spid="139" grpId="1" animBg="1"/>
      <p:bldP spid="139" grpId="2" animBg="1"/>
      <p:bldP spid="141" grpId="0" animBg="1"/>
      <p:bldP spid="141" grpId="1" animBg="1"/>
      <p:bldP spid="141" grpId="2" animBg="1"/>
      <p:bldP spid="143" grpId="0" animBg="1"/>
      <p:bldP spid="143" grpId="1" animBg="1"/>
      <p:bldP spid="143" grpId="2" animBg="1"/>
      <p:bldP spid="144" grpId="0" animBg="1"/>
      <p:bldP spid="144" grpId="1" animBg="1"/>
      <p:bldP spid="144" grpId="2" animBg="1"/>
      <p:bldP spid="145" grpId="0" animBg="1"/>
      <p:bldP spid="145" grpId="1" animBg="1"/>
      <p:bldP spid="145" grpId="2" animBg="1"/>
      <p:bldP spid="146" grpId="0" animBg="1"/>
      <p:bldP spid="146" grpId="1" animBg="1"/>
      <p:bldP spid="146" grpId="2" animBg="1"/>
      <p:bldP spid="147" grpId="0" animBg="1"/>
      <p:bldP spid="147" grpId="1" animBg="1"/>
      <p:bldP spid="147" grpId="2" animBg="1"/>
      <p:bldP spid="148" grpId="0" animBg="1"/>
      <p:bldP spid="148" grpId="1" animBg="1"/>
      <p:bldP spid="148" grpId="2" animBg="1"/>
      <p:bldP spid="149" grpId="0" animBg="1"/>
      <p:bldP spid="149" grpId="1" animBg="1"/>
      <p:bldP spid="149" grpId="2" animBg="1"/>
      <p:bldP spid="150" grpId="0" animBg="1"/>
      <p:bldP spid="150" grpId="1" animBg="1"/>
      <p:bldP spid="150" grpId="2" animBg="1"/>
      <p:bldP spid="151" grpId="0" animBg="1"/>
      <p:bldP spid="151" grpId="1" animBg="1"/>
      <p:bldP spid="151" grpId="2" animBg="1"/>
      <p:bldP spid="152" grpId="0" animBg="1"/>
      <p:bldP spid="152" grpId="1" animBg="1"/>
      <p:bldP spid="152" grpId="2" animBg="1"/>
      <p:bldP spid="153" grpId="0" animBg="1"/>
      <p:bldP spid="153" grpId="1" animBg="1"/>
      <p:bldP spid="153" grpId="2" animBg="1"/>
      <p:bldP spid="154" grpId="0" animBg="1"/>
      <p:bldP spid="154" grpId="1" animBg="1"/>
      <p:bldP spid="154" grpId="2" animBg="1"/>
      <p:bldP spid="155" grpId="0" animBg="1"/>
      <p:bldP spid="155" grpId="1" animBg="1"/>
      <p:bldP spid="155" grpId="2" animBg="1"/>
      <p:bldP spid="156" grpId="0" animBg="1"/>
      <p:bldP spid="156" grpId="1" animBg="1"/>
      <p:bldP spid="156" grpId="2" animBg="1"/>
      <p:bldP spid="157" grpId="0" animBg="1"/>
      <p:bldP spid="157" grpId="1" animBg="1"/>
      <p:bldP spid="157" grpId="2" animBg="1"/>
      <p:bldP spid="257" grpId="0" animBg="1"/>
      <p:bldP spid="257" grpId="1" animBg="1"/>
      <p:bldP spid="257" grpId="2" animBg="1"/>
      <p:bldP spid="258" grpId="0" animBg="1"/>
      <p:bldP spid="258" grpId="1" animBg="1"/>
      <p:bldP spid="258" grpId="2" animBg="1"/>
      <p:bldP spid="259" grpId="0" animBg="1"/>
      <p:bldP spid="259" grpId="1" animBg="1"/>
      <p:bldP spid="259" grpId="2" animBg="1"/>
      <p:bldP spid="260" grpId="0" animBg="1"/>
      <p:bldP spid="260" grpId="1" animBg="1"/>
      <p:bldP spid="260" grpId="2" animBg="1"/>
      <p:bldP spid="261" grpId="0" animBg="1"/>
      <p:bldP spid="261" grpId="1" animBg="1"/>
      <p:bldP spid="261" grpId="2" animBg="1"/>
      <p:bldP spid="262" grpId="0" animBg="1"/>
      <p:bldP spid="262" grpId="1" animBg="1"/>
      <p:bldP spid="262" grpId="2" animBg="1"/>
      <p:bldP spid="263" grpId="0" animBg="1"/>
      <p:bldP spid="263" grpId="1" animBg="1"/>
      <p:bldP spid="263" grpId="2" animBg="1"/>
      <p:bldP spid="264" grpId="0" animBg="1"/>
      <p:bldP spid="264" grpId="1" animBg="1"/>
      <p:bldP spid="264" grpId="2" animBg="1"/>
      <p:bldP spid="265" grpId="0" animBg="1"/>
      <p:bldP spid="265" grpId="1" animBg="1"/>
      <p:bldP spid="265" grpId="2" animBg="1"/>
      <p:bldP spid="266" grpId="0" animBg="1"/>
      <p:bldP spid="266" grpId="1" animBg="1"/>
      <p:bldP spid="266" grpId="2" animBg="1"/>
      <p:bldP spid="267" grpId="0" animBg="1"/>
      <p:bldP spid="267" grpId="1" animBg="1"/>
      <p:bldP spid="267" grpId="2" animBg="1"/>
      <p:bldP spid="268" grpId="0" animBg="1"/>
      <p:bldP spid="268" grpId="1" animBg="1"/>
      <p:bldP spid="268" grpId="2" animBg="1"/>
      <p:bldP spid="269" grpId="0" animBg="1"/>
      <p:bldP spid="269" grpId="1" animBg="1"/>
      <p:bldP spid="269" grpId="2" animBg="1"/>
      <p:bldP spid="270" grpId="0" animBg="1"/>
      <p:bldP spid="270" grpId="1" animBg="1"/>
      <p:bldP spid="270" grpId="2" animBg="1"/>
      <p:bldP spid="271" grpId="0" animBg="1"/>
      <p:bldP spid="271" grpId="1" animBg="1"/>
      <p:bldP spid="271" grpId="2" animBg="1"/>
      <p:bldP spid="272" grpId="0" animBg="1"/>
      <p:bldP spid="272" grpId="1" animBg="1"/>
      <p:bldP spid="272" grpId="2" animBg="1"/>
      <p:bldP spid="273" grpId="0" animBg="1"/>
      <p:bldP spid="273" grpId="1" animBg="1"/>
      <p:bldP spid="273" grpId="2" animBg="1"/>
      <p:bldP spid="274" grpId="0" animBg="1"/>
      <p:bldP spid="274" grpId="1" animBg="1"/>
      <p:bldP spid="274" grpId="2" animBg="1"/>
      <p:bldP spid="275" grpId="0" animBg="1"/>
      <p:bldP spid="275" grpId="1" animBg="1"/>
      <p:bldP spid="275" grpId="2" animBg="1"/>
      <p:bldP spid="276" grpId="0" animBg="1"/>
      <p:bldP spid="276" grpId="1" animBg="1"/>
      <p:bldP spid="276" grpId="2" animBg="1"/>
      <p:bldP spid="277" grpId="0" animBg="1"/>
      <p:bldP spid="277" grpId="1" animBg="1"/>
      <p:bldP spid="277" grpId="2" animBg="1"/>
      <p:bldP spid="278" grpId="0" animBg="1"/>
      <p:bldP spid="278" grpId="1" animBg="1"/>
      <p:bldP spid="278" grpId="2" animBg="1"/>
      <p:bldP spid="279" grpId="0" animBg="1"/>
      <p:bldP spid="279" grpId="1" animBg="1"/>
      <p:bldP spid="279" grpId="2" animBg="1"/>
      <p:bldP spid="280" grpId="0" animBg="1"/>
      <p:bldP spid="280" grpId="1" animBg="1"/>
      <p:bldP spid="280" grpId="2" animBg="1"/>
      <p:bldP spid="281" grpId="0" animBg="1"/>
      <p:bldP spid="281" grpId="1" animBg="1"/>
      <p:bldP spid="281" grpId="2" animBg="1"/>
      <p:bldP spid="282" grpId="0" animBg="1"/>
      <p:bldP spid="282" grpId="1" animBg="1"/>
      <p:bldP spid="282" grpId="2" animBg="1"/>
      <p:bldP spid="283" grpId="0" animBg="1"/>
      <p:bldP spid="283" grpId="1" animBg="1"/>
      <p:bldP spid="283" grpId="2" animBg="1"/>
      <p:bldP spid="284" grpId="0" animBg="1"/>
      <p:bldP spid="284" grpId="1" animBg="1"/>
      <p:bldP spid="284" grpId="2" animBg="1"/>
      <p:bldP spid="285" grpId="0" animBg="1"/>
      <p:bldP spid="285" grpId="1" animBg="1"/>
      <p:bldP spid="285" grpId="2" animBg="1"/>
      <p:bldP spid="286" grpId="0" animBg="1"/>
      <p:bldP spid="286" grpId="1" animBg="1"/>
      <p:bldP spid="286" grpId="2" animBg="1"/>
      <p:bldP spid="287" grpId="0" animBg="1"/>
      <p:bldP spid="287" grpId="1" animBg="1"/>
      <p:bldP spid="287" grpId="2" animBg="1"/>
      <p:bldP spid="288" grpId="0" animBg="1"/>
      <p:bldP spid="288" grpId="1" animBg="1"/>
      <p:bldP spid="288" grpId="2" animBg="1"/>
      <p:bldP spid="6" grpId="0" animBg="1"/>
      <p:bldP spid="2" grpId="0" animBg="1"/>
      <p:bldP spid="16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5538" name="组合 18"/>
          <p:cNvGrpSpPr/>
          <p:nvPr/>
        </p:nvGrpSpPr>
        <p:grpSpPr bwMode="auto">
          <a:xfrm>
            <a:off x="-25400" y="4360863"/>
            <a:ext cx="9180513" cy="1587500"/>
            <a:chOff x="0" y="0"/>
            <a:chExt cx="9181274" cy="1588274"/>
          </a:xfrm>
        </p:grpSpPr>
        <p:sp>
          <p:nvSpPr>
            <p:cNvPr id="6556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556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cxnSp>
        <p:nvCxnSpPr>
          <p:cNvPr id="65539"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65540"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65541" name="TextBox 20"/>
          <p:cNvSpPr txBox="1">
            <a:spLocks noChangeArrowheads="1"/>
          </p:cNvSpPr>
          <p:nvPr/>
        </p:nvSpPr>
        <p:spPr bwMode="auto">
          <a:xfrm>
            <a:off x="34925" y="4945732"/>
            <a:ext cx="115252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700" dirty="0" smtClean="0">
                <a:solidFill>
                  <a:srgbClr val="FFFFFF"/>
                </a:solidFill>
                <a:latin typeface="Franklin Gothic Medium" panose="020B0603020102020204" pitchFamily="34" charset="0"/>
                <a:ea typeface="微软雅黑" panose="020B0503020204020204" pitchFamily="34" charset="-122"/>
              </a:rPr>
              <a:t>缺陷局限</a:t>
            </a:r>
            <a:endParaRPr lang="zh-CN" altLang="en-US" sz="1700" dirty="0">
              <a:solidFill>
                <a:srgbClr val="FFFFFF"/>
              </a:solidFill>
              <a:latin typeface="Franklin Gothic Medium" panose="020B0603020102020204" pitchFamily="34" charset="0"/>
              <a:ea typeface="微软雅黑" panose="020B0503020204020204" pitchFamily="34" charset="-122"/>
            </a:endParaRPr>
          </a:p>
        </p:txBody>
      </p:sp>
      <p:sp>
        <p:nvSpPr>
          <p:cNvPr id="65542" name="TextBox 22"/>
          <p:cNvSpPr txBox="1">
            <a:spLocks noChangeArrowheads="1"/>
          </p:cNvSpPr>
          <p:nvPr/>
        </p:nvSpPr>
        <p:spPr bwMode="auto">
          <a:xfrm>
            <a:off x="2412430"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lumMod val="65000"/>
                  </a:schemeClr>
                </a:solidFill>
                <a:latin typeface="Franklin Gothic Medium" panose="020B0603020102020204" pitchFamily="34" charset="0"/>
                <a:ea typeface="微软雅黑" panose="020B0503020204020204" pitchFamily="34" charset="-122"/>
              </a:rPr>
              <a:t>填料工序</a:t>
            </a:r>
            <a:endParaRPr lang="zh-CN" altLang="en-US" sz="1400" dirty="0">
              <a:solidFill>
                <a:schemeClr val="bg1">
                  <a:lumMod val="65000"/>
                </a:schemeClr>
              </a:solidFill>
              <a:latin typeface="Franklin Gothic Medium" panose="020B0603020102020204" pitchFamily="34" charset="0"/>
              <a:ea typeface="微软雅黑" panose="020B0503020204020204" pitchFamily="34" charset="-122"/>
            </a:endParaRPr>
          </a:p>
        </p:txBody>
      </p:sp>
      <p:sp>
        <p:nvSpPr>
          <p:cNvPr id="65543" name="TextBox 40"/>
          <p:cNvSpPr txBox="1">
            <a:spLocks noChangeArrowheads="1"/>
          </p:cNvSpPr>
          <p:nvPr/>
        </p:nvSpPr>
        <p:spPr bwMode="auto">
          <a:xfrm>
            <a:off x="5724128"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压片工序</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cxnSp>
        <p:nvCxnSpPr>
          <p:cNvPr id="65546" name="直接连接符 25"/>
          <p:cNvCxnSpPr>
            <a:cxnSpLocks noChangeShapeType="1"/>
          </p:cNvCxnSpPr>
          <p:nvPr/>
        </p:nvCxnSpPr>
        <p:spPr bwMode="auto">
          <a:xfrm flipH="1">
            <a:off x="-107950" y="3361556"/>
            <a:ext cx="1383366"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smtClean="0">
                <a:solidFill>
                  <a:srgbClr val="FFFFFF"/>
                </a:solidFill>
                <a:latin typeface="微软雅黑" panose="020B0503020204020204" pitchFamily="34" charset="-122"/>
                <a:ea typeface="微软雅黑" panose="020B0503020204020204" pitchFamily="34" charset="-122"/>
              </a:rPr>
              <a:t>旋转式压片机</a:t>
            </a:r>
            <a:endParaRPr lang="zh-CN" altLang="en-US" sz="1600" dirty="0">
              <a:solidFill>
                <a:srgbClr val="FFFFFF"/>
              </a:solidFill>
              <a:latin typeface="微软雅黑" panose="020B0503020204020204" pitchFamily="34" charset="-122"/>
              <a:ea typeface="微软雅黑" panose="020B0503020204020204" pitchFamily="34" charset="-122"/>
            </a:endParaRP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sp>
        <p:nvSpPr>
          <p:cNvPr id="3" name="矩形 2"/>
          <p:cNvSpPr/>
          <p:nvPr/>
        </p:nvSpPr>
        <p:spPr>
          <a:xfrm>
            <a:off x="837227" y="1132876"/>
            <a:ext cx="5624696" cy="1255728"/>
          </a:xfrm>
          <a:prstGeom prst="rect">
            <a:avLst/>
          </a:prstGeom>
        </p:spPr>
        <p:txBody>
          <a:bodyPr wrap="square">
            <a:spAutoFit/>
          </a:bodyPr>
          <a:lstStyle/>
          <a:p>
            <a:pPr>
              <a:lnSpc>
                <a:spcPct val="140000"/>
              </a:lnSpc>
            </a:pPr>
            <a:r>
              <a:rPr lang="zh-CN" altLang="en-US" dirty="0" smtClean="0">
                <a:latin typeface="微软雅黑" panose="020B0503020204020204" pitchFamily="34" charset="-122"/>
                <a:ea typeface="微软雅黑" panose="020B0503020204020204" pitchFamily="34" charset="-122"/>
              </a:rPr>
              <a:t>       当压片机转速加快</a:t>
            </a:r>
            <a:r>
              <a:rPr lang="zh-CN" altLang="en-US" dirty="0">
                <a:latin typeface="微软雅黑" panose="020B0503020204020204" pitchFamily="34" charset="-122"/>
                <a:ea typeface="微软雅黑" panose="020B0503020204020204" pitchFamily="34" charset="-122"/>
              </a:rPr>
              <a:t>时，每片被压制时间缩短，单位时间</a:t>
            </a:r>
            <a:r>
              <a:rPr lang="zh-CN" altLang="en-US" dirty="0" smtClean="0">
                <a:latin typeface="微软雅黑" panose="020B0503020204020204" pitchFamily="34" charset="-122"/>
                <a:ea typeface="微软雅黑" panose="020B0503020204020204" pitchFamily="34" charset="-122"/>
              </a:rPr>
              <a:t>形变量增大，增大松片、裂片的发生率，导致</a:t>
            </a:r>
            <a:r>
              <a:rPr lang="zh-CN" altLang="en-US" dirty="0">
                <a:latin typeface="微软雅黑" panose="020B0503020204020204" pitchFamily="34" charset="-122"/>
                <a:ea typeface="微软雅黑" panose="020B0503020204020204" pitchFamily="34" charset="-122"/>
              </a:rPr>
              <a:t>片剂良品率下降。</a:t>
            </a:r>
            <a:endParaRPr lang="zh-CN" altLang="en-US"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3965" t="16287" r="5281" b="15449"/>
          <a:stretch>
            <a:fillRect/>
          </a:stretch>
        </p:blipFill>
        <p:spPr>
          <a:xfrm rot="10800000">
            <a:off x="1332192" y="2338832"/>
            <a:ext cx="4968000" cy="2772000"/>
          </a:xfrm>
          <a:prstGeom prst="rect">
            <a:avLst/>
          </a:prstGeom>
          <a:effectLst>
            <a:softEdge rad="127000"/>
          </a:effectLst>
        </p:spPr>
      </p:pic>
      <p:cxnSp>
        <p:nvCxnSpPr>
          <p:cNvPr id="171" name="直接连接符 2"/>
          <p:cNvCxnSpPr>
            <a:cxnSpLocks noChangeShapeType="1"/>
          </p:cNvCxnSpPr>
          <p:nvPr/>
        </p:nvCxnSpPr>
        <p:spPr bwMode="auto">
          <a:xfrm>
            <a:off x="3973822" y="3937620"/>
            <a:ext cx="2488101" cy="1"/>
          </a:xfrm>
          <a:prstGeom prst="line">
            <a:avLst/>
          </a:prstGeom>
          <a:noFill/>
          <a:ln w="12700">
            <a:solidFill>
              <a:srgbClr val="808080"/>
            </a:solidFill>
            <a:round/>
            <a:headEnd type="oval"/>
            <a:tailEnd type="oval" w="med" len="med"/>
          </a:ln>
          <a:extLst>
            <a:ext uri="{909E8E84-426E-40DD-AFC4-6F175D3DCCD1}">
              <a14:hiddenFill xmlns:a14="http://schemas.microsoft.com/office/drawing/2010/main">
                <a:noFill/>
              </a14:hiddenFill>
            </a:ext>
          </a:extLst>
        </p:spPr>
      </p:cxnSp>
      <p:sp>
        <p:nvSpPr>
          <p:cNvPr id="172" name="圆角矩形 60"/>
          <p:cNvSpPr>
            <a:spLocks noChangeArrowheads="1"/>
          </p:cNvSpPr>
          <p:nvPr/>
        </p:nvSpPr>
        <p:spPr bwMode="auto">
          <a:xfrm>
            <a:off x="6493547" y="2388604"/>
            <a:ext cx="2340000" cy="2628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6588224" y="2837130"/>
            <a:ext cx="2245321" cy="830997"/>
            <a:chOff x="6588224" y="2837130"/>
            <a:chExt cx="2245321" cy="830997"/>
          </a:xfrm>
        </p:grpSpPr>
        <p:sp>
          <p:nvSpPr>
            <p:cNvPr id="14" name="文本框 13"/>
            <p:cNvSpPr txBox="1"/>
            <p:nvPr/>
          </p:nvSpPr>
          <p:spPr>
            <a:xfrm>
              <a:off x="6588224" y="2837130"/>
              <a:ext cx="2245321" cy="830997"/>
            </a:xfrm>
            <a:prstGeom prst="rect">
              <a:avLst/>
            </a:prstGeom>
            <a:noFill/>
          </p:spPr>
          <p:txBody>
            <a:bodyPr wrap="square" rtlCol="0">
              <a:spAutoFit/>
            </a:bodyPr>
            <a:lstStyle/>
            <a:p>
              <a:pPr>
                <a:lnSpc>
                  <a:spcPct val="150000"/>
                </a:lnSpc>
              </a:pPr>
              <a:r>
                <a:rPr lang="en-US" altLang="zh-CN" dirty="0" smtClean="0"/>
                <a:t>           </a:t>
              </a:r>
              <a:r>
                <a:rPr lang="zh-CN" altLang="en-US" sz="1400" dirty="0" smtClean="0">
                  <a:latin typeface="黑体" panose="02010609060101010101" charset="-122"/>
                  <a:ea typeface="黑体" panose="02010609060101010101" charset="-122"/>
                </a:rPr>
                <a:t>硬度不够、表面有麻孔、加压即易碎。</a:t>
              </a:r>
              <a:endParaRPr lang="zh-CN" altLang="en-US" sz="1400" dirty="0">
                <a:latin typeface="黑体" panose="02010609060101010101" charset="-122"/>
                <a:ea typeface="黑体" panose="02010609060101010101" charset="-122"/>
              </a:endParaRPr>
            </a:p>
          </p:txBody>
        </p:sp>
        <p:sp>
          <p:nvSpPr>
            <p:cNvPr id="173" name="TextBox 66"/>
            <p:cNvSpPr txBox="1">
              <a:spLocks noChangeArrowheads="1"/>
            </p:cNvSpPr>
            <p:nvPr/>
          </p:nvSpPr>
          <p:spPr bwMode="auto">
            <a:xfrm>
              <a:off x="6588224" y="2837130"/>
              <a:ext cx="706779"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松片</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grpSp>
      <p:grpSp>
        <p:nvGrpSpPr>
          <p:cNvPr id="23" name="组合 22"/>
          <p:cNvGrpSpPr/>
          <p:nvPr/>
        </p:nvGrpSpPr>
        <p:grpSpPr>
          <a:xfrm>
            <a:off x="3649575" y="2970650"/>
            <a:ext cx="2799975" cy="174882"/>
            <a:chOff x="3649575" y="3017769"/>
            <a:chExt cx="2799975" cy="174882"/>
          </a:xfrm>
        </p:grpSpPr>
        <p:cxnSp>
          <p:nvCxnSpPr>
            <p:cNvPr id="170" name="直接连接符 2"/>
            <p:cNvCxnSpPr>
              <a:cxnSpLocks noChangeShapeType="1"/>
            </p:cNvCxnSpPr>
            <p:nvPr/>
          </p:nvCxnSpPr>
          <p:spPr bwMode="auto">
            <a:xfrm flipV="1">
              <a:off x="4298070" y="3017769"/>
              <a:ext cx="2151480" cy="19416"/>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174" name="直接连接符 2"/>
            <p:cNvCxnSpPr>
              <a:cxnSpLocks noChangeShapeType="1"/>
            </p:cNvCxnSpPr>
            <p:nvPr/>
          </p:nvCxnSpPr>
          <p:spPr bwMode="auto">
            <a:xfrm flipH="1">
              <a:off x="3649575" y="3038424"/>
              <a:ext cx="648495" cy="154227"/>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grpSp>
        <p:nvGrpSpPr>
          <p:cNvPr id="26" name="组合 25"/>
          <p:cNvGrpSpPr/>
          <p:nvPr/>
        </p:nvGrpSpPr>
        <p:grpSpPr>
          <a:xfrm>
            <a:off x="6588223" y="3753534"/>
            <a:ext cx="2245323" cy="832158"/>
            <a:chOff x="6588223" y="3753534"/>
            <a:chExt cx="2245323" cy="832158"/>
          </a:xfrm>
        </p:grpSpPr>
        <p:sp>
          <p:nvSpPr>
            <p:cNvPr id="184" name="文本框 183"/>
            <p:cNvSpPr txBox="1"/>
            <p:nvPr/>
          </p:nvSpPr>
          <p:spPr>
            <a:xfrm>
              <a:off x="6588223" y="3754695"/>
              <a:ext cx="2245323" cy="830997"/>
            </a:xfrm>
            <a:prstGeom prst="rect">
              <a:avLst/>
            </a:prstGeom>
            <a:noFill/>
          </p:spPr>
          <p:txBody>
            <a:bodyPr wrap="square" rtlCol="0">
              <a:spAutoFit/>
            </a:bodyPr>
            <a:lstStyle/>
            <a:p>
              <a:pPr>
                <a:lnSpc>
                  <a:spcPct val="150000"/>
                </a:lnSpc>
              </a:pPr>
              <a:r>
                <a:rPr lang="en-US" altLang="zh-CN" dirty="0" smtClean="0"/>
                <a:t>           </a:t>
              </a:r>
              <a:r>
                <a:rPr lang="zh-CN" altLang="en-US" sz="1400" dirty="0" smtClean="0">
                  <a:latin typeface="黑体" panose="02010609060101010101" charset="-122"/>
                  <a:ea typeface="黑体" panose="02010609060101010101" charset="-122"/>
                </a:rPr>
                <a:t>震动或放置后，片剂从顶部或腰部裂开。</a:t>
              </a:r>
              <a:endParaRPr lang="zh-CN" altLang="en-US" sz="1400" dirty="0">
                <a:latin typeface="黑体" panose="02010609060101010101" charset="-122"/>
                <a:ea typeface="黑体" panose="02010609060101010101" charset="-122"/>
              </a:endParaRPr>
            </a:p>
          </p:txBody>
        </p:sp>
        <p:sp>
          <p:nvSpPr>
            <p:cNvPr id="183" name="TextBox 66"/>
            <p:cNvSpPr txBox="1">
              <a:spLocks noChangeArrowheads="1"/>
            </p:cNvSpPr>
            <p:nvPr/>
          </p:nvSpPr>
          <p:spPr bwMode="auto">
            <a:xfrm>
              <a:off x="6588224" y="3753534"/>
              <a:ext cx="706779"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smtClean="0">
                  <a:solidFill>
                    <a:schemeClr val="bg1"/>
                  </a:solidFill>
                  <a:latin typeface="Franklin Gothic Medium" panose="020B0603020102020204" pitchFamily="34" charset="0"/>
                  <a:ea typeface="微软雅黑" panose="020B0503020204020204" pitchFamily="34" charset="-122"/>
                </a:rPr>
                <a:t>裂片</a:t>
              </a:r>
              <a:endParaRPr lang="zh-CN" altLang="en-US" sz="2000" dirty="0">
                <a:solidFill>
                  <a:schemeClr val="bg1"/>
                </a:solidFill>
                <a:latin typeface="Franklin Gothic Medium" panose="020B0603020102020204" pitchFamily="34" charset="0"/>
                <a:ea typeface="微软雅黑" panose="020B0503020204020204" pitchFamily="34" charset="-122"/>
              </a:endParaRPr>
            </a:p>
          </p:txBody>
        </p:sp>
      </p:grpSp>
      <p:sp>
        <p:nvSpPr>
          <p:cNvPr id="45" name="灯片编号占位符 44"/>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172"/>
                                        </p:tgtEl>
                                        <p:attrNameLst>
                                          <p:attrName>style.visibility</p:attrName>
                                        </p:attrNameLst>
                                      </p:cBhvr>
                                      <p:to>
                                        <p:strVal val="visible"/>
                                      </p:to>
                                    </p:set>
                                    <p:animEffect transition="in" filter="wipe(left)">
                                      <p:cBhvr>
                                        <p:cTn id="19" dur="500"/>
                                        <p:tgtEl>
                                          <p:spTgt spid="172"/>
                                        </p:tgtEl>
                                      </p:cBhvr>
                                    </p:animEffect>
                                  </p:childTnLst>
                                </p:cTn>
                              </p:par>
                            </p:childTnLst>
                          </p:cTn>
                        </p:par>
                        <p:par>
                          <p:cTn id="20" fill="hold">
                            <p:stCondLst>
                              <p:cond delay="2500"/>
                            </p:stCondLst>
                            <p:childTnLst>
                              <p:par>
                                <p:cTn id="21" presetID="22" presetClass="entr" presetSubtype="8" fill="hold" nodeType="afterEffect">
                                  <p:stCondLst>
                                    <p:cond delay="25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par>
                          <p:cTn id="24" fill="hold">
                            <p:stCondLst>
                              <p:cond delay="3250"/>
                            </p:stCondLst>
                            <p:childTnLst>
                              <p:par>
                                <p:cTn id="25" presetID="22" presetClass="entr" presetSubtype="8" fill="hold" nodeType="afterEffect">
                                  <p:stCondLst>
                                    <p:cond delay="0"/>
                                  </p:stCondLst>
                                  <p:childTnLst>
                                    <p:set>
                                      <p:cBhvr>
                                        <p:cTn id="26" dur="1" fill="hold">
                                          <p:stCondLst>
                                            <p:cond delay="0"/>
                                          </p:stCondLst>
                                        </p:cTn>
                                        <p:tgtEl>
                                          <p:spTgt spid="171"/>
                                        </p:tgtEl>
                                        <p:attrNameLst>
                                          <p:attrName>style.visibility</p:attrName>
                                        </p:attrNameLst>
                                      </p:cBhvr>
                                      <p:to>
                                        <p:strVal val="visible"/>
                                      </p:to>
                                    </p:set>
                                    <p:animEffect transition="in" filter="wipe(left)">
                                      <p:cBhvr>
                                        <p:cTn id="27" dur="1000"/>
                                        <p:tgtEl>
                                          <p:spTgt spid="171"/>
                                        </p:tgtEl>
                                      </p:cBhvr>
                                    </p:animEffect>
                                  </p:childTnLst>
                                </p:cTn>
                              </p:par>
                            </p:childTnLst>
                          </p:cTn>
                        </p:par>
                        <p:par>
                          <p:cTn id="28" fill="hold">
                            <p:stCondLst>
                              <p:cond delay="4250"/>
                            </p:stCondLst>
                            <p:childTnLst>
                              <p:par>
                                <p:cTn id="29" presetID="22" presetClass="entr" presetSubtype="8" fill="hold" nodeType="afterEffect">
                                  <p:stCondLst>
                                    <p:cond delay="250"/>
                                  </p:stCondLst>
                                  <p:childTnLst>
                                    <p:set>
                                      <p:cBhvr>
                                        <p:cTn id="30" dur="1" fill="hold">
                                          <p:stCondLst>
                                            <p:cond delay="0"/>
                                          </p:stCondLst>
                                        </p:cTn>
                                        <p:tgtEl>
                                          <p:spTgt spid="26"/>
                                        </p:tgtEl>
                                        <p:attrNameLst>
                                          <p:attrName>style.visibility</p:attrName>
                                        </p:attrNameLst>
                                      </p:cBhvr>
                                      <p:to>
                                        <p:strVal val="visible"/>
                                      </p:to>
                                    </p:set>
                                    <p:animEffect transition="in" filter="wipe(left)">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7" name="TextBox 11"/>
          <p:cNvSpPr txBox="1">
            <a:spLocks noChangeArrowheads="1"/>
          </p:cNvSpPr>
          <p:nvPr/>
        </p:nvSpPr>
        <p:spPr bwMode="auto">
          <a:xfrm>
            <a:off x="-900113"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grpSp>
        <p:nvGrpSpPr>
          <p:cNvPr id="15" name="组合 14"/>
          <p:cNvGrpSpPr/>
          <p:nvPr/>
        </p:nvGrpSpPr>
        <p:grpSpPr>
          <a:xfrm>
            <a:off x="107501" y="121192"/>
            <a:ext cx="1245600" cy="1188000"/>
            <a:chOff x="5811837" y="729796"/>
            <a:chExt cx="528638" cy="511175"/>
          </a:xfrm>
        </p:grpSpPr>
        <p:sp>
          <p:nvSpPr>
            <p:cNvPr id="16" name="Freeform 7"/>
            <p:cNvSpPr>
              <a:spLocks noEditPoints="1" noChangeArrowheads="1"/>
            </p:cNvSpPr>
            <p:nvPr/>
          </p:nvSpPr>
          <p:spPr bwMode="auto">
            <a:xfrm>
              <a:off x="5811837" y="729796"/>
              <a:ext cx="528638" cy="511175"/>
            </a:xfrm>
            <a:custGeom>
              <a:avLst/>
              <a:gdLst>
                <a:gd name="T0" fmla="*/ 415105 w 298"/>
                <a:gd name="T1" fmla="*/ 436629 h 288"/>
                <a:gd name="T2" fmla="*/ 109985 w 298"/>
                <a:gd name="T3" fmla="*/ 434854 h 288"/>
                <a:gd name="T4" fmla="*/ 83376 w 298"/>
                <a:gd name="T5" fmla="*/ 101170 h 288"/>
                <a:gd name="T6" fmla="*/ 111759 w 298"/>
                <a:gd name="T7" fmla="*/ 74546 h 288"/>
                <a:gd name="T8" fmla="*/ 416879 w 298"/>
                <a:gd name="T9" fmla="*/ 74546 h 288"/>
                <a:gd name="T10" fmla="*/ 443488 w 298"/>
                <a:gd name="T11" fmla="*/ 408230 h 288"/>
                <a:gd name="T12" fmla="*/ 415105 w 298"/>
                <a:gd name="T13" fmla="*/ 436629 h 288"/>
                <a:gd name="T14" fmla="*/ 115307 w 298"/>
                <a:gd name="T15" fmla="*/ 78096 h 288"/>
                <a:gd name="T16" fmla="*/ 86924 w 298"/>
                <a:gd name="T17" fmla="*/ 104720 h 288"/>
                <a:gd name="T18" fmla="*/ 113533 w 298"/>
                <a:gd name="T19" fmla="*/ 431304 h 288"/>
                <a:gd name="T20" fmla="*/ 411557 w 298"/>
                <a:gd name="T21" fmla="*/ 433079 h 288"/>
                <a:gd name="T22" fmla="*/ 439940 w 298"/>
                <a:gd name="T23" fmla="*/ 404680 h 288"/>
                <a:gd name="T24" fmla="*/ 413331 w 298"/>
                <a:gd name="T25" fmla="*/ 78096 h 288"/>
                <a:gd name="T26" fmla="*/ 115307 w 298"/>
                <a:gd name="T27" fmla="*/ 78096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8"/>
                <a:gd name="T43" fmla="*/ 0 h 288"/>
                <a:gd name="T44" fmla="*/ 298 w 298"/>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8" h="288">
                  <a:moveTo>
                    <a:pt x="234" y="246"/>
                  </a:moveTo>
                  <a:cubicBezTo>
                    <a:pt x="184" y="288"/>
                    <a:pt x="112" y="287"/>
                    <a:pt x="62" y="245"/>
                  </a:cubicBezTo>
                  <a:cubicBezTo>
                    <a:pt x="7" y="198"/>
                    <a:pt x="0" y="113"/>
                    <a:pt x="47" y="57"/>
                  </a:cubicBezTo>
                  <a:cubicBezTo>
                    <a:pt x="52" y="52"/>
                    <a:pt x="58" y="46"/>
                    <a:pt x="63" y="42"/>
                  </a:cubicBezTo>
                  <a:cubicBezTo>
                    <a:pt x="113" y="0"/>
                    <a:pt x="185" y="0"/>
                    <a:pt x="235" y="42"/>
                  </a:cubicBezTo>
                  <a:cubicBezTo>
                    <a:pt x="291" y="90"/>
                    <a:pt x="298" y="174"/>
                    <a:pt x="250" y="230"/>
                  </a:cubicBezTo>
                  <a:cubicBezTo>
                    <a:pt x="245" y="236"/>
                    <a:pt x="240" y="241"/>
                    <a:pt x="234" y="246"/>
                  </a:cubicBezTo>
                  <a:close/>
                  <a:moveTo>
                    <a:pt x="65" y="44"/>
                  </a:moveTo>
                  <a:cubicBezTo>
                    <a:pt x="60" y="49"/>
                    <a:pt x="54" y="54"/>
                    <a:pt x="49" y="59"/>
                  </a:cubicBezTo>
                  <a:cubicBezTo>
                    <a:pt x="3" y="114"/>
                    <a:pt x="10" y="196"/>
                    <a:pt x="64" y="243"/>
                  </a:cubicBezTo>
                  <a:cubicBezTo>
                    <a:pt x="113" y="284"/>
                    <a:pt x="184" y="284"/>
                    <a:pt x="232" y="244"/>
                  </a:cubicBezTo>
                  <a:cubicBezTo>
                    <a:pt x="238" y="239"/>
                    <a:pt x="243" y="234"/>
                    <a:pt x="248" y="228"/>
                  </a:cubicBezTo>
                  <a:cubicBezTo>
                    <a:pt x="294" y="173"/>
                    <a:pt x="288" y="91"/>
                    <a:pt x="233" y="44"/>
                  </a:cubicBezTo>
                  <a:cubicBezTo>
                    <a:pt x="184" y="3"/>
                    <a:pt x="114" y="3"/>
                    <a:pt x="65" y="44"/>
                  </a:cubicBezTo>
                  <a:close/>
                </a:path>
              </a:pathLst>
            </a:custGeom>
            <a:solidFill>
              <a:srgbClr val="F83003"/>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nvGrpSpPr>
            <p:cNvPr id="17" name="组合 16"/>
            <p:cNvGrpSpPr/>
            <p:nvPr/>
          </p:nvGrpSpPr>
          <p:grpSpPr>
            <a:xfrm>
              <a:off x="5834856" y="742950"/>
              <a:ext cx="482600" cy="479425"/>
              <a:chOff x="4222750" y="1219200"/>
              <a:chExt cx="482600" cy="479425"/>
            </a:xfrm>
          </p:grpSpPr>
          <p:sp>
            <p:nvSpPr>
              <p:cNvPr id="18" name="Freeform 8"/>
              <p:cNvSpPr>
                <a:spLocks noChangeArrowheads="1"/>
              </p:cNvSpPr>
              <p:nvPr/>
            </p:nvSpPr>
            <p:spPr bwMode="auto">
              <a:xfrm>
                <a:off x="4222750" y="1219200"/>
                <a:ext cx="482600" cy="479425"/>
              </a:xfrm>
              <a:custGeom>
                <a:avLst/>
                <a:gdLst>
                  <a:gd name="T0" fmla="*/ 381094 w 271"/>
                  <a:gd name="T1" fmla="*/ 77840 h 271"/>
                  <a:gd name="T2" fmla="*/ 406025 w 271"/>
                  <a:gd name="T3" fmla="*/ 378587 h 271"/>
                  <a:gd name="T4" fmla="*/ 101506 w 271"/>
                  <a:gd name="T5" fmla="*/ 403354 h 271"/>
                  <a:gd name="T6" fmla="*/ 78356 w 271"/>
                  <a:gd name="T7" fmla="*/ 100838 h 271"/>
                  <a:gd name="T8" fmla="*/ 381094 w 271"/>
                  <a:gd name="T9" fmla="*/ 77840 h 271"/>
                  <a:gd name="T10" fmla="*/ 0 60000 65536"/>
                  <a:gd name="T11" fmla="*/ 0 60000 65536"/>
                  <a:gd name="T12" fmla="*/ 0 60000 65536"/>
                  <a:gd name="T13" fmla="*/ 0 60000 65536"/>
                  <a:gd name="T14" fmla="*/ 0 60000 65536"/>
                  <a:gd name="T15" fmla="*/ 0 w 271"/>
                  <a:gd name="T16" fmla="*/ 0 h 271"/>
                  <a:gd name="T17" fmla="*/ 271 w 271"/>
                  <a:gd name="T18" fmla="*/ 271 h 271"/>
                </a:gdLst>
                <a:ahLst/>
                <a:cxnLst>
                  <a:cxn ang="T10">
                    <a:pos x="T0" y="T1"/>
                  </a:cxn>
                  <a:cxn ang="T11">
                    <a:pos x="T2" y="T3"/>
                  </a:cxn>
                  <a:cxn ang="T12">
                    <a:pos x="T4" y="T5"/>
                  </a:cxn>
                  <a:cxn ang="T13">
                    <a:pos x="T6" y="T7"/>
                  </a:cxn>
                  <a:cxn ang="T14">
                    <a:pos x="T8" y="T9"/>
                  </a:cxn>
                </a:cxnLst>
                <a:rect l="T15" t="T16" r="T17" b="T18"/>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solidFill>
                <a:srgbClr val="F83003"/>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87"/>
              <p:cNvSpPr>
                <a:spLocks noEditPoints="1" noChangeArrowheads="1"/>
              </p:cNvSpPr>
              <p:nvPr/>
            </p:nvSpPr>
            <p:spPr bwMode="auto">
              <a:xfrm>
                <a:off x="4313238" y="1352550"/>
                <a:ext cx="323850" cy="212725"/>
              </a:xfrm>
              <a:custGeom>
                <a:avLst/>
                <a:gdLst>
                  <a:gd name="T0" fmla="*/ 323850 w 162"/>
                  <a:gd name="T1" fmla="*/ 24082 h 106"/>
                  <a:gd name="T2" fmla="*/ 173919 w 162"/>
                  <a:gd name="T3" fmla="*/ 0 h 106"/>
                  <a:gd name="T4" fmla="*/ 9995 w 162"/>
                  <a:gd name="T5" fmla="*/ 24082 h 106"/>
                  <a:gd name="T6" fmla="*/ 9995 w 162"/>
                  <a:gd name="T7" fmla="*/ 110376 h 106"/>
                  <a:gd name="T8" fmla="*/ 5997 w 162"/>
                  <a:gd name="T9" fmla="*/ 120410 h 106"/>
                  <a:gd name="T10" fmla="*/ 15993 w 162"/>
                  <a:gd name="T11" fmla="*/ 132451 h 106"/>
                  <a:gd name="T12" fmla="*/ 27987 w 162"/>
                  <a:gd name="T13" fmla="*/ 120410 h 106"/>
                  <a:gd name="T14" fmla="*/ 21990 w 162"/>
                  <a:gd name="T15" fmla="*/ 110376 h 106"/>
                  <a:gd name="T16" fmla="*/ 21990 w 162"/>
                  <a:gd name="T17" fmla="*/ 56192 h 106"/>
                  <a:gd name="T18" fmla="*/ 173919 w 162"/>
                  <a:gd name="T19" fmla="*/ 78267 h 106"/>
                  <a:gd name="T20" fmla="*/ 323850 w 162"/>
                  <a:gd name="T21" fmla="*/ 54185 h 106"/>
                  <a:gd name="T22" fmla="*/ 323850 w 162"/>
                  <a:gd name="T23" fmla="*/ 24082 h 106"/>
                  <a:gd name="T24" fmla="*/ 25988 w 162"/>
                  <a:gd name="T25" fmla="*/ 136465 h 106"/>
                  <a:gd name="T26" fmla="*/ 7996 w 162"/>
                  <a:gd name="T27" fmla="*/ 136465 h 106"/>
                  <a:gd name="T28" fmla="*/ 0 w 162"/>
                  <a:gd name="T29" fmla="*/ 188643 h 106"/>
                  <a:gd name="T30" fmla="*/ 5997 w 162"/>
                  <a:gd name="T31" fmla="*/ 190650 h 106"/>
                  <a:gd name="T32" fmla="*/ 7996 w 162"/>
                  <a:gd name="T33" fmla="*/ 184629 h 106"/>
                  <a:gd name="T34" fmla="*/ 7996 w 162"/>
                  <a:gd name="T35" fmla="*/ 190650 h 106"/>
                  <a:gd name="T36" fmla="*/ 17992 w 162"/>
                  <a:gd name="T37" fmla="*/ 192657 h 106"/>
                  <a:gd name="T38" fmla="*/ 19991 w 162"/>
                  <a:gd name="T39" fmla="*/ 186636 h 106"/>
                  <a:gd name="T40" fmla="*/ 21990 w 162"/>
                  <a:gd name="T41" fmla="*/ 190650 h 106"/>
                  <a:gd name="T42" fmla="*/ 23989 w 162"/>
                  <a:gd name="T43" fmla="*/ 190650 h 106"/>
                  <a:gd name="T44" fmla="*/ 25988 w 162"/>
                  <a:gd name="T45" fmla="*/ 166568 h 106"/>
                  <a:gd name="T46" fmla="*/ 27987 w 162"/>
                  <a:gd name="T47" fmla="*/ 190650 h 106"/>
                  <a:gd name="T48" fmla="*/ 33984 w 162"/>
                  <a:gd name="T49" fmla="*/ 188643 h 106"/>
                  <a:gd name="T50" fmla="*/ 25988 w 162"/>
                  <a:gd name="T51" fmla="*/ 136465 h 106"/>
                  <a:gd name="T52" fmla="*/ 59972 w 162"/>
                  <a:gd name="T53" fmla="*/ 188643 h 106"/>
                  <a:gd name="T54" fmla="*/ 59972 w 162"/>
                  <a:gd name="T55" fmla="*/ 74253 h 106"/>
                  <a:gd name="T56" fmla="*/ 173919 w 162"/>
                  <a:gd name="T57" fmla="*/ 90308 h 106"/>
                  <a:gd name="T58" fmla="*/ 281869 w 162"/>
                  <a:gd name="T59" fmla="*/ 74253 h 106"/>
                  <a:gd name="T60" fmla="*/ 281869 w 162"/>
                  <a:gd name="T61" fmla="*/ 186636 h 106"/>
                  <a:gd name="T62" fmla="*/ 171920 w 162"/>
                  <a:gd name="T63" fmla="*/ 212725 h 106"/>
                  <a:gd name="T64" fmla="*/ 59972 w 162"/>
                  <a:gd name="T65" fmla="*/ 188643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06"/>
                  <a:gd name="T101" fmla="*/ 162 w 162"/>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06">
                    <a:moveTo>
                      <a:pt x="162" y="12"/>
                    </a:moveTo>
                    <a:cubicBezTo>
                      <a:pt x="87" y="0"/>
                      <a:pt x="87" y="0"/>
                      <a:pt x="87" y="0"/>
                    </a:cubicBezTo>
                    <a:cubicBezTo>
                      <a:pt x="5" y="12"/>
                      <a:pt x="5" y="12"/>
                      <a:pt x="5" y="12"/>
                    </a:cubicBezTo>
                    <a:cubicBezTo>
                      <a:pt x="5" y="27"/>
                      <a:pt x="5" y="41"/>
                      <a:pt x="5" y="55"/>
                    </a:cubicBezTo>
                    <a:cubicBezTo>
                      <a:pt x="4" y="56"/>
                      <a:pt x="3" y="58"/>
                      <a:pt x="3" y="60"/>
                    </a:cubicBezTo>
                    <a:cubicBezTo>
                      <a:pt x="3" y="63"/>
                      <a:pt x="5" y="66"/>
                      <a:pt x="8" y="66"/>
                    </a:cubicBezTo>
                    <a:cubicBezTo>
                      <a:pt x="12" y="66"/>
                      <a:pt x="14" y="63"/>
                      <a:pt x="14" y="60"/>
                    </a:cubicBezTo>
                    <a:cubicBezTo>
                      <a:pt x="14" y="58"/>
                      <a:pt x="13" y="56"/>
                      <a:pt x="11" y="55"/>
                    </a:cubicBezTo>
                    <a:cubicBezTo>
                      <a:pt x="11" y="28"/>
                      <a:pt x="11" y="28"/>
                      <a:pt x="11" y="28"/>
                    </a:cubicBezTo>
                    <a:cubicBezTo>
                      <a:pt x="87" y="39"/>
                      <a:pt x="87" y="39"/>
                      <a:pt x="87" y="39"/>
                    </a:cubicBezTo>
                    <a:cubicBezTo>
                      <a:pt x="162" y="27"/>
                      <a:pt x="162" y="27"/>
                      <a:pt x="162" y="27"/>
                    </a:cubicBezTo>
                    <a:cubicBezTo>
                      <a:pt x="162" y="12"/>
                      <a:pt x="162" y="12"/>
                      <a:pt x="162" y="12"/>
                    </a:cubicBezTo>
                    <a:close/>
                    <a:moveTo>
                      <a:pt x="13" y="68"/>
                    </a:moveTo>
                    <a:cubicBezTo>
                      <a:pt x="10" y="69"/>
                      <a:pt x="7" y="69"/>
                      <a:pt x="4" y="68"/>
                    </a:cubicBezTo>
                    <a:cubicBezTo>
                      <a:pt x="3" y="77"/>
                      <a:pt x="1" y="85"/>
                      <a:pt x="0" y="94"/>
                    </a:cubicBezTo>
                    <a:cubicBezTo>
                      <a:pt x="1" y="94"/>
                      <a:pt x="2" y="94"/>
                      <a:pt x="3" y="95"/>
                    </a:cubicBezTo>
                    <a:cubicBezTo>
                      <a:pt x="4" y="92"/>
                      <a:pt x="4" y="92"/>
                      <a:pt x="4" y="92"/>
                    </a:cubicBezTo>
                    <a:cubicBezTo>
                      <a:pt x="4" y="95"/>
                      <a:pt x="4" y="95"/>
                      <a:pt x="4" y="95"/>
                    </a:cubicBezTo>
                    <a:cubicBezTo>
                      <a:pt x="6" y="95"/>
                      <a:pt x="8" y="96"/>
                      <a:pt x="9" y="96"/>
                    </a:cubicBezTo>
                    <a:cubicBezTo>
                      <a:pt x="10" y="93"/>
                      <a:pt x="10" y="93"/>
                      <a:pt x="10" y="93"/>
                    </a:cubicBezTo>
                    <a:cubicBezTo>
                      <a:pt x="11" y="95"/>
                      <a:pt x="11" y="95"/>
                      <a:pt x="11" y="95"/>
                    </a:cubicBezTo>
                    <a:cubicBezTo>
                      <a:pt x="12" y="95"/>
                      <a:pt x="12" y="95"/>
                      <a:pt x="12" y="95"/>
                    </a:cubicBezTo>
                    <a:cubicBezTo>
                      <a:pt x="13" y="83"/>
                      <a:pt x="13" y="83"/>
                      <a:pt x="13" y="83"/>
                    </a:cubicBezTo>
                    <a:cubicBezTo>
                      <a:pt x="14" y="95"/>
                      <a:pt x="14" y="95"/>
                      <a:pt x="14" y="95"/>
                    </a:cubicBezTo>
                    <a:cubicBezTo>
                      <a:pt x="15" y="94"/>
                      <a:pt x="16" y="94"/>
                      <a:pt x="17" y="94"/>
                    </a:cubicBezTo>
                    <a:cubicBezTo>
                      <a:pt x="16" y="85"/>
                      <a:pt x="14" y="77"/>
                      <a:pt x="13" y="68"/>
                    </a:cubicBezTo>
                    <a:close/>
                    <a:moveTo>
                      <a:pt x="30" y="94"/>
                    </a:moveTo>
                    <a:cubicBezTo>
                      <a:pt x="30" y="37"/>
                      <a:pt x="30" y="37"/>
                      <a:pt x="30" y="37"/>
                    </a:cubicBezTo>
                    <a:cubicBezTo>
                      <a:pt x="87" y="45"/>
                      <a:pt x="87" y="45"/>
                      <a:pt x="87" y="45"/>
                    </a:cubicBezTo>
                    <a:cubicBezTo>
                      <a:pt x="141" y="37"/>
                      <a:pt x="141" y="37"/>
                      <a:pt x="141" y="37"/>
                    </a:cubicBezTo>
                    <a:cubicBezTo>
                      <a:pt x="141" y="93"/>
                      <a:pt x="141" y="93"/>
                      <a:pt x="141" y="93"/>
                    </a:cubicBezTo>
                    <a:cubicBezTo>
                      <a:pt x="122" y="93"/>
                      <a:pt x="104" y="98"/>
                      <a:pt x="86" y="106"/>
                    </a:cubicBezTo>
                    <a:cubicBezTo>
                      <a:pt x="68" y="97"/>
                      <a:pt x="49" y="94"/>
                      <a:pt x="30" y="94"/>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grpSp>
        <p:nvGrpSpPr>
          <p:cNvPr id="20" name="组合 18"/>
          <p:cNvGrpSpPr/>
          <p:nvPr/>
        </p:nvGrpSpPr>
        <p:grpSpPr bwMode="auto">
          <a:xfrm>
            <a:off x="-25400" y="4360863"/>
            <a:ext cx="9180513" cy="1587500"/>
            <a:chOff x="0" y="0"/>
            <a:chExt cx="9181274" cy="1588274"/>
          </a:xfrm>
        </p:grpSpPr>
        <p:sp>
          <p:nvSpPr>
            <p:cNvPr id="2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23" name="TextBox 20"/>
          <p:cNvSpPr txBox="1">
            <a:spLocks noChangeArrowheads="1"/>
          </p:cNvSpPr>
          <p:nvPr/>
        </p:nvSpPr>
        <p:spPr bwMode="auto">
          <a:xfrm>
            <a:off x="34925" y="4945732"/>
            <a:ext cx="115252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700" dirty="0" smtClean="0">
                <a:solidFill>
                  <a:srgbClr val="FFFFFF"/>
                </a:solidFill>
                <a:latin typeface="Franklin Gothic Medium" panose="020B0603020102020204" pitchFamily="34" charset="0"/>
                <a:ea typeface="微软雅黑" panose="020B0503020204020204" pitchFamily="34" charset="-122"/>
              </a:rPr>
              <a:t>重点回顾</a:t>
            </a:r>
            <a:endParaRPr lang="zh-CN" altLang="en-US" sz="1700" dirty="0">
              <a:solidFill>
                <a:srgbClr val="FFFFFF"/>
              </a:solidFill>
              <a:latin typeface="Franklin Gothic Medium" panose="020B0603020102020204" pitchFamily="34" charset="0"/>
              <a:ea typeface="微软雅黑" panose="020B0503020204020204" pitchFamily="34" charset="-122"/>
            </a:endParaRPr>
          </a:p>
        </p:txBody>
      </p:sp>
      <p:sp>
        <p:nvSpPr>
          <p:cNvPr id="24" name="TextBox 22"/>
          <p:cNvSpPr txBox="1">
            <a:spLocks noChangeArrowheads="1"/>
          </p:cNvSpPr>
          <p:nvPr/>
        </p:nvSpPr>
        <p:spPr bwMode="auto">
          <a:xfrm>
            <a:off x="2412430"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结构原理</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25" name="TextBox 40"/>
          <p:cNvSpPr txBox="1">
            <a:spLocks noChangeArrowheads="1"/>
          </p:cNvSpPr>
          <p:nvPr/>
        </p:nvSpPr>
        <p:spPr bwMode="auto">
          <a:xfrm>
            <a:off x="5724128"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lumMod val="65000"/>
                  </a:schemeClr>
                </a:solidFill>
                <a:latin typeface="Franklin Gothic Medium" panose="020B0603020102020204" pitchFamily="34" charset="0"/>
                <a:ea typeface="微软雅黑" panose="020B0503020204020204" pitchFamily="34" charset="-122"/>
              </a:rPr>
              <a:t>缺陷不足</a:t>
            </a:r>
            <a:endParaRPr lang="zh-CN" altLang="en-US" sz="1400" dirty="0">
              <a:solidFill>
                <a:schemeClr val="bg1">
                  <a:lumMod val="65000"/>
                </a:schemeClr>
              </a:solidFill>
              <a:latin typeface="Franklin Gothic Medium" panose="020B0603020102020204" pitchFamily="34" charset="0"/>
              <a:ea typeface="微软雅黑" panose="020B0503020204020204" pitchFamily="34" charset="-122"/>
            </a:endParaRPr>
          </a:p>
        </p:txBody>
      </p:sp>
      <p:sp>
        <p:nvSpPr>
          <p:cNvPr id="34" name="TextBox 64"/>
          <p:cNvSpPr txBox="1">
            <a:spLocks noChangeArrowheads="1"/>
          </p:cNvSpPr>
          <p:nvPr/>
        </p:nvSpPr>
        <p:spPr bwMode="auto">
          <a:xfrm>
            <a:off x="3451984" y="1691650"/>
            <a:ext cx="13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机座、电机</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35" name="TextBox 64"/>
          <p:cNvSpPr txBox="1">
            <a:spLocks noChangeArrowheads="1"/>
          </p:cNvSpPr>
          <p:nvPr/>
        </p:nvSpPr>
        <p:spPr bwMode="auto">
          <a:xfrm>
            <a:off x="1470842" y="2129552"/>
            <a:ext cx="13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转盘、料斗</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36" name="TextBox 64"/>
          <p:cNvSpPr txBox="1">
            <a:spLocks noChangeArrowheads="1"/>
          </p:cNvSpPr>
          <p:nvPr/>
        </p:nvSpPr>
        <p:spPr bwMode="auto">
          <a:xfrm>
            <a:off x="2947166" y="1224478"/>
            <a:ext cx="18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smtClean="0">
                <a:solidFill>
                  <a:schemeClr val="bg1"/>
                </a:solidFill>
                <a:latin typeface="Franklin Gothic Medium" panose="020B0603020102020204" pitchFamily="34" charset="0"/>
                <a:ea typeface="微软雅黑" panose="020B0503020204020204" pitchFamily="34" charset="-122"/>
              </a:rPr>
              <a:t>上下冲</a:t>
            </a:r>
            <a:r>
              <a:rPr lang="zh-CN" altLang="en-US" dirty="0">
                <a:solidFill>
                  <a:schemeClr val="bg1"/>
                </a:solidFill>
                <a:latin typeface="Franklin Gothic Medium" panose="020B0603020102020204" pitchFamily="34" charset="0"/>
                <a:ea typeface="微软雅黑" panose="020B0503020204020204" pitchFamily="34" charset="-122"/>
              </a:rPr>
              <a:t>头、中模</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37" name="TextBox 64"/>
          <p:cNvSpPr txBox="1">
            <a:spLocks noChangeArrowheads="1"/>
          </p:cNvSpPr>
          <p:nvPr/>
        </p:nvSpPr>
        <p:spPr bwMode="auto">
          <a:xfrm>
            <a:off x="1482753" y="2589643"/>
            <a:ext cx="18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chemeClr val="bg1"/>
                </a:solidFill>
                <a:latin typeface="Franklin Gothic Medium" panose="020B0603020102020204" pitchFamily="34" charset="0"/>
                <a:ea typeface="微软雅黑" panose="020B0503020204020204" pitchFamily="34" charset="-122"/>
              </a:rPr>
              <a:t>月形栅式加料器</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38" name="TextBox 64"/>
          <p:cNvSpPr txBox="1">
            <a:spLocks noChangeArrowheads="1"/>
          </p:cNvSpPr>
          <p:nvPr/>
        </p:nvSpPr>
        <p:spPr bwMode="auto">
          <a:xfrm>
            <a:off x="3452034" y="2589643"/>
            <a:ext cx="13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上下压轮</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39" name="TextBox 64"/>
          <p:cNvSpPr txBox="1">
            <a:spLocks noChangeArrowheads="1"/>
          </p:cNvSpPr>
          <p:nvPr/>
        </p:nvSpPr>
        <p:spPr bwMode="auto">
          <a:xfrm>
            <a:off x="2947166" y="2151741"/>
            <a:ext cx="18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压力调节装置</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40" name="TextBox 64"/>
          <p:cNvSpPr txBox="1">
            <a:spLocks noChangeArrowheads="1"/>
          </p:cNvSpPr>
          <p:nvPr/>
        </p:nvSpPr>
        <p:spPr bwMode="auto">
          <a:xfrm>
            <a:off x="1470842" y="1226944"/>
            <a:ext cx="13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填充轨道</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41" name="TextBox 64"/>
          <p:cNvSpPr txBox="1">
            <a:spLocks noChangeArrowheads="1"/>
          </p:cNvSpPr>
          <p:nvPr/>
        </p:nvSpPr>
        <p:spPr bwMode="auto">
          <a:xfrm>
            <a:off x="1482753" y="1678248"/>
            <a:ext cx="1872000" cy="396000"/>
          </a:xfrm>
          <a:prstGeom prst="rect">
            <a:avLst/>
          </a:prstGeom>
          <a:solidFill>
            <a:srgbClr val="0070C0"/>
          </a:solidFill>
          <a:ln>
            <a:noFill/>
          </a:ln>
          <a:effectLst>
            <a:softEdge rad="12700"/>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Franklin Gothic Medium" panose="020B0603020102020204" pitchFamily="34" charset="0"/>
                <a:ea typeface="微软雅黑" panose="020B0503020204020204" pitchFamily="34" charset="-122"/>
              </a:rPr>
              <a:t>片重调节装置</a:t>
            </a:r>
            <a:endParaRPr lang="zh-CN" altLang="en-US" dirty="0">
              <a:solidFill>
                <a:schemeClr val="bg1"/>
              </a:solidFill>
              <a:latin typeface="Franklin Gothic Medium" panose="020B0603020102020204" pitchFamily="34" charset="0"/>
              <a:ea typeface="微软雅黑" panose="020B0503020204020204" pitchFamily="34" charset="-122"/>
            </a:endParaRPr>
          </a:p>
        </p:txBody>
      </p:sp>
      <p:sp>
        <p:nvSpPr>
          <p:cNvPr id="42" name="圆角矩形 60"/>
          <p:cNvSpPr>
            <a:spLocks noChangeAspect="1" noChangeArrowheads="1"/>
          </p:cNvSpPr>
          <p:nvPr/>
        </p:nvSpPr>
        <p:spPr bwMode="auto">
          <a:xfrm>
            <a:off x="1353100" y="1101152"/>
            <a:ext cx="3596719" cy="1980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4" name="矩形 3"/>
          <p:cNvSpPr/>
          <p:nvPr/>
        </p:nvSpPr>
        <p:spPr>
          <a:xfrm>
            <a:off x="5112551" y="3191406"/>
            <a:ext cx="3452215" cy="1754326"/>
          </a:xfrm>
          <a:prstGeom prst="rect">
            <a:avLst/>
          </a:prstGeom>
        </p:spPr>
        <p:txBody>
          <a:bodyPr wrap="square">
            <a:spAutoFit/>
          </a:bodyPr>
          <a:lstStyle/>
          <a:p>
            <a:pPr eaLnBrk="1" hangingPunct="1">
              <a:lnSpc>
                <a:spcPct val="150000"/>
              </a:lnSpc>
            </a:pPr>
            <a:r>
              <a:rPr lang="zh-CN" altLang="en-US" sz="1600" dirty="0" smtClean="0">
                <a:solidFill>
                  <a:srgbClr val="0070C0"/>
                </a:solidFill>
                <a:latin typeface="Franklin Gothic Medium" panose="020B0603020102020204" pitchFamily="34" charset="0"/>
                <a:ea typeface="微软雅黑" panose="020B0503020204020204" pitchFamily="34" charset="-122"/>
              </a:rPr>
              <a:t>         </a:t>
            </a:r>
            <a:r>
              <a:rPr lang="zh-CN" altLang="en-US" dirty="0" smtClean="0">
                <a:solidFill>
                  <a:srgbClr val="0070C0"/>
                </a:solidFill>
                <a:latin typeface="Franklin Gothic Medium" panose="020B0603020102020204" pitchFamily="34" charset="0"/>
                <a:ea typeface="微软雅黑" panose="020B0503020204020204" pitchFamily="34" charset="-122"/>
              </a:rPr>
              <a:t>颗粒流入</a:t>
            </a:r>
            <a:r>
              <a:rPr lang="zh-CN" altLang="en-US" dirty="0">
                <a:solidFill>
                  <a:srgbClr val="0070C0"/>
                </a:solidFill>
                <a:latin typeface="Franklin Gothic Medium" panose="020B0603020102020204" pitchFamily="34" charset="0"/>
                <a:ea typeface="微软雅黑" panose="020B0503020204020204" pitchFamily="34" charset="-122"/>
              </a:rPr>
              <a:t>位于其</a:t>
            </a:r>
            <a:r>
              <a:rPr lang="zh-CN" altLang="en-US" dirty="0" smtClean="0">
                <a:solidFill>
                  <a:srgbClr val="0070C0"/>
                </a:solidFill>
                <a:latin typeface="Franklin Gothic Medium" panose="020B0603020102020204" pitchFamily="34" charset="0"/>
                <a:ea typeface="微软雅黑" panose="020B0503020204020204" pitchFamily="34" charset="-122"/>
              </a:rPr>
              <a:t>下方中</a:t>
            </a:r>
            <a:r>
              <a:rPr lang="zh-CN" altLang="en-US" dirty="0">
                <a:solidFill>
                  <a:srgbClr val="0070C0"/>
                </a:solidFill>
                <a:latin typeface="Franklin Gothic Medium" panose="020B0603020102020204" pitchFamily="34" charset="0"/>
                <a:ea typeface="微软雅黑" panose="020B0503020204020204" pitchFamily="34" charset="-122"/>
              </a:rPr>
              <a:t>模孔中，</a:t>
            </a:r>
            <a:r>
              <a:rPr lang="zh-CN" altLang="en-US" dirty="0" smtClean="0">
                <a:solidFill>
                  <a:srgbClr val="0070C0"/>
                </a:solidFill>
                <a:latin typeface="Franklin Gothic Medium" panose="020B0603020102020204" pitchFamily="34" charset="0"/>
                <a:ea typeface="微软雅黑" panose="020B0503020204020204" pitchFamily="34" charset="-122"/>
              </a:rPr>
              <a:t>当冲头转动</a:t>
            </a:r>
            <a:r>
              <a:rPr lang="zh-CN" altLang="en-US" dirty="0">
                <a:solidFill>
                  <a:srgbClr val="0070C0"/>
                </a:solidFill>
                <a:latin typeface="Franklin Gothic Medium" panose="020B0603020102020204" pitchFamily="34" charset="0"/>
                <a:ea typeface="微软雅黑" panose="020B0503020204020204" pitchFamily="34" charset="-122"/>
              </a:rPr>
              <a:t>到两个压轮</a:t>
            </a:r>
            <a:r>
              <a:rPr lang="zh-CN" altLang="en-US" dirty="0" smtClean="0">
                <a:solidFill>
                  <a:srgbClr val="0070C0"/>
                </a:solidFill>
                <a:latin typeface="Franklin Gothic Medium" panose="020B0603020102020204" pitchFamily="34" charset="0"/>
                <a:ea typeface="微软雅黑" panose="020B0503020204020204" pitchFamily="34" charset="-122"/>
              </a:rPr>
              <a:t>之间</a:t>
            </a:r>
            <a:r>
              <a:rPr lang="zh-CN" altLang="en-US" dirty="0">
                <a:solidFill>
                  <a:srgbClr val="0070C0"/>
                </a:solidFill>
                <a:latin typeface="Franklin Gothic Medium" panose="020B0603020102020204" pitchFamily="34" charset="0"/>
                <a:ea typeface="微软雅黑" panose="020B0503020204020204" pitchFamily="34" charset="-122"/>
              </a:rPr>
              <a:t>时，将颗粒压成片。随后下冲抬起</a:t>
            </a:r>
            <a:r>
              <a:rPr lang="zh-CN" altLang="en-US" dirty="0" smtClean="0">
                <a:solidFill>
                  <a:srgbClr val="0070C0"/>
                </a:solidFill>
                <a:latin typeface="Franklin Gothic Medium" panose="020B0603020102020204" pitchFamily="34" charset="0"/>
                <a:ea typeface="微软雅黑" panose="020B0503020204020204" pitchFamily="34" charset="-122"/>
              </a:rPr>
              <a:t>，将</a:t>
            </a:r>
            <a:r>
              <a:rPr lang="zh-CN" altLang="en-US" dirty="0">
                <a:solidFill>
                  <a:srgbClr val="0070C0"/>
                </a:solidFill>
                <a:latin typeface="Franklin Gothic Medium" panose="020B0603020102020204" pitchFamily="34" charset="0"/>
                <a:ea typeface="微软雅黑" panose="020B0503020204020204" pitchFamily="34" charset="-122"/>
              </a:rPr>
              <a:t>片剂</a:t>
            </a:r>
            <a:r>
              <a:rPr lang="zh-CN" altLang="en-US" dirty="0" smtClean="0">
                <a:solidFill>
                  <a:srgbClr val="0070C0"/>
                </a:solidFill>
                <a:latin typeface="Franklin Gothic Medium" panose="020B0603020102020204" pitchFamily="34" charset="0"/>
                <a:ea typeface="微软雅黑" panose="020B0503020204020204" pitchFamily="34" charset="-122"/>
              </a:rPr>
              <a:t>推出。</a:t>
            </a:r>
            <a:endParaRPr lang="zh-CN" altLang="en-US" dirty="0">
              <a:solidFill>
                <a:srgbClr val="0070C0"/>
              </a:solidFill>
              <a:latin typeface="Franklin Gothic Medium" panose="020B0603020102020204" pitchFamily="34" charset="0"/>
              <a:ea typeface="微软雅黑" panose="020B0503020204020204" pitchFamily="34" charset="-122"/>
            </a:endParaRPr>
          </a:p>
        </p:txBody>
      </p:sp>
      <p:sp>
        <p:nvSpPr>
          <p:cNvPr id="44" name="圆角矩形 60"/>
          <p:cNvSpPr>
            <a:spLocks noChangeAspect="1" noChangeArrowheads="1"/>
          </p:cNvSpPr>
          <p:nvPr/>
        </p:nvSpPr>
        <p:spPr bwMode="auto">
          <a:xfrm>
            <a:off x="5033441" y="3079569"/>
            <a:ext cx="3531325" cy="1944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26" name="灯片编号占位符 25"/>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500"/>
                                        <p:tgtEl>
                                          <p:spTgt spid="40"/>
                                        </p:tgtEl>
                                      </p:cBhvr>
                                    </p:animEffect>
                                  </p:childTnLst>
                                </p:cTn>
                              </p:par>
                            </p:childTnLst>
                          </p:cTn>
                        </p:par>
                        <p:par>
                          <p:cTn id="12" fill="hold">
                            <p:stCondLst>
                              <p:cond delay="1000"/>
                            </p:stCondLst>
                            <p:childTnLst>
                              <p:par>
                                <p:cTn id="13" presetID="22" presetClass="entr" presetSubtype="8" fill="hold" grpId="0" nodeType="afterEffect">
                                  <p:stCondLst>
                                    <p:cond delay="25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p:stCondLst>
                              <p:cond delay="1750"/>
                            </p:stCondLst>
                            <p:childTnLst>
                              <p:par>
                                <p:cTn id="17" presetID="22" presetClass="entr" presetSubtype="8" fill="hold" grpId="0" nodeType="afterEffect">
                                  <p:stCondLst>
                                    <p:cond delay="250"/>
                                  </p:stCondLst>
                                  <p:childTnLst>
                                    <p:set>
                                      <p:cBhvr>
                                        <p:cTn id="18" dur="1" fill="hold">
                                          <p:stCondLst>
                                            <p:cond delay="0"/>
                                          </p:stCondLst>
                                        </p:cTn>
                                        <p:tgtEl>
                                          <p:spTgt spid="41"/>
                                        </p:tgtEl>
                                        <p:attrNameLst>
                                          <p:attrName>style.visibility</p:attrName>
                                        </p:attrNameLst>
                                      </p:cBhvr>
                                      <p:to>
                                        <p:strVal val="visible"/>
                                      </p:to>
                                    </p:set>
                                    <p:animEffect transition="in" filter="wipe(left)">
                                      <p:cBhvr>
                                        <p:cTn id="19" dur="500"/>
                                        <p:tgtEl>
                                          <p:spTgt spid="41"/>
                                        </p:tgtEl>
                                      </p:cBhvr>
                                    </p:animEffect>
                                  </p:childTnLst>
                                </p:cTn>
                              </p:par>
                            </p:childTnLst>
                          </p:cTn>
                        </p:par>
                        <p:par>
                          <p:cTn id="20" fill="hold">
                            <p:stCondLst>
                              <p:cond delay="2500"/>
                            </p:stCondLst>
                            <p:childTnLst>
                              <p:par>
                                <p:cTn id="21" presetID="22" presetClass="entr" presetSubtype="8" fill="hold" grpId="0" nodeType="afterEffect">
                                  <p:stCondLst>
                                    <p:cond delay="250"/>
                                  </p:stCondLst>
                                  <p:childTnLst>
                                    <p:set>
                                      <p:cBhvr>
                                        <p:cTn id="22" dur="1" fill="hold">
                                          <p:stCondLst>
                                            <p:cond delay="0"/>
                                          </p:stCondLst>
                                        </p:cTn>
                                        <p:tgtEl>
                                          <p:spTgt spid="34"/>
                                        </p:tgtEl>
                                        <p:attrNameLst>
                                          <p:attrName>style.visibility</p:attrName>
                                        </p:attrNameLst>
                                      </p:cBhvr>
                                      <p:to>
                                        <p:strVal val="visible"/>
                                      </p:to>
                                    </p:set>
                                    <p:animEffect transition="in" filter="wipe(left)">
                                      <p:cBhvr>
                                        <p:cTn id="23" dur="500"/>
                                        <p:tgtEl>
                                          <p:spTgt spid="34"/>
                                        </p:tgtEl>
                                      </p:cBhvr>
                                    </p:animEffect>
                                  </p:childTnLst>
                                </p:cTn>
                              </p:par>
                            </p:childTnLst>
                          </p:cTn>
                        </p:par>
                        <p:par>
                          <p:cTn id="24" fill="hold">
                            <p:stCondLst>
                              <p:cond delay="3250"/>
                            </p:stCondLst>
                            <p:childTnLst>
                              <p:par>
                                <p:cTn id="25" presetID="22" presetClass="entr" presetSubtype="8" fill="hold" grpId="0" nodeType="afterEffect">
                                  <p:stCondLst>
                                    <p:cond delay="25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par>
                          <p:cTn id="28" fill="hold">
                            <p:stCondLst>
                              <p:cond delay="4000"/>
                            </p:stCondLst>
                            <p:childTnLst>
                              <p:par>
                                <p:cTn id="29" presetID="22" presetClass="entr" presetSubtype="8" fill="hold" grpId="0" nodeType="afterEffect">
                                  <p:stCondLst>
                                    <p:cond delay="250"/>
                                  </p:stCondLst>
                                  <p:childTnLst>
                                    <p:set>
                                      <p:cBhvr>
                                        <p:cTn id="30" dur="1" fill="hold">
                                          <p:stCondLst>
                                            <p:cond delay="0"/>
                                          </p:stCondLst>
                                        </p:cTn>
                                        <p:tgtEl>
                                          <p:spTgt spid="39"/>
                                        </p:tgtEl>
                                        <p:attrNameLst>
                                          <p:attrName>style.visibility</p:attrName>
                                        </p:attrNameLst>
                                      </p:cBhvr>
                                      <p:to>
                                        <p:strVal val="visible"/>
                                      </p:to>
                                    </p:set>
                                    <p:animEffect transition="in" filter="wipe(left)">
                                      <p:cBhvr>
                                        <p:cTn id="31" dur="500"/>
                                        <p:tgtEl>
                                          <p:spTgt spid="39"/>
                                        </p:tgtEl>
                                      </p:cBhvr>
                                    </p:animEffect>
                                  </p:childTnLst>
                                </p:cTn>
                              </p:par>
                            </p:childTnLst>
                          </p:cTn>
                        </p:par>
                        <p:par>
                          <p:cTn id="32" fill="hold">
                            <p:stCondLst>
                              <p:cond delay="4750"/>
                            </p:stCondLst>
                            <p:childTnLst>
                              <p:par>
                                <p:cTn id="33" presetID="22" presetClass="entr" presetSubtype="8" fill="hold" grpId="0" nodeType="afterEffect">
                                  <p:stCondLst>
                                    <p:cond delay="250"/>
                                  </p:stCondLst>
                                  <p:childTnLst>
                                    <p:set>
                                      <p:cBhvr>
                                        <p:cTn id="34" dur="1" fill="hold">
                                          <p:stCondLst>
                                            <p:cond delay="0"/>
                                          </p:stCondLst>
                                        </p:cTn>
                                        <p:tgtEl>
                                          <p:spTgt spid="37"/>
                                        </p:tgtEl>
                                        <p:attrNameLst>
                                          <p:attrName>style.visibility</p:attrName>
                                        </p:attrNameLst>
                                      </p:cBhvr>
                                      <p:to>
                                        <p:strVal val="visible"/>
                                      </p:to>
                                    </p:set>
                                    <p:animEffect transition="in" filter="wipe(left)">
                                      <p:cBhvr>
                                        <p:cTn id="35" dur="500"/>
                                        <p:tgtEl>
                                          <p:spTgt spid="37"/>
                                        </p:tgtEl>
                                      </p:cBhvr>
                                    </p:animEffect>
                                  </p:childTnLst>
                                </p:cTn>
                              </p:par>
                            </p:childTnLst>
                          </p:cTn>
                        </p:par>
                        <p:par>
                          <p:cTn id="36" fill="hold">
                            <p:stCondLst>
                              <p:cond delay="5500"/>
                            </p:stCondLst>
                            <p:childTnLst>
                              <p:par>
                                <p:cTn id="37" presetID="22" presetClass="entr" presetSubtype="8" fill="hold" grpId="0" nodeType="afterEffect">
                                  <p:stCondLst>
                                    <p:cond delay="250"/>
                                  </p:stCondLst>
                                  <p:childTnLst>
                                    <p:set>
                                      <p:cBhvr>
                                        <p:cTn id="38" dur="1" fill="hold">
                                          <p:stCondLst>
                                            <p:cond delay="0"/>
                                          </p:stCondLst>
                                        </p:cTn>
                                        <p:tgtEl>
                                          <p:spTgt spid="38"/>
                                        </p:tgtEl>
                                        <p:attrNameLst>
                                          <p:attrName>style.visibility</p:attrName>
                                        </p:attrNameLst>
                                      </p:cBhvr>
                                      <p:to>
                                        <p:strVal val="visible"/>
                                      </p:to>
                                    </p:set>
                                    <p:animEffect transition="in" filter="wipe(left)">
                                      <p:cBhvr>
                                        <p:cTn id="39" dur="500"/>
                                        <p:tgtEl>
                                          <p:spTgt spid="38"/>
                                        </p:tgtEl>
                                      </p:cBhvr>
                                    </p:animEffect>
                                  </p:childTnLst>
                                </p:cTn>
                              </p:par>
                            </p:childTnLst>
                          </p:cTn>
                        </p:par>
                        <p:par>
                          <p:cTn id="40" fill="hold">
                            <p:stCondLst>
                              <p:cond delay="6250"/>
                            </p:stCondLst>
                            <p:childTnLst>
                              <p:par>
                                <p:cTn id="41" presetID="26" presetClass="emph" presetSubtype="0" fill="hold" grpId="1" nodeType="afterEffect">
                                  <p:stCondLst>
                                    <p:cond delay="250"/>
                                  </p:stCondLst>
                                  <p:childTnLst>
                                    <p:animEffect transition="out" filter="fade">
                                      <p:cBhvr>
                                        <p:cTn id="42" dur="500" tmFilter="0, 0; .2, .5; .8, .5; 1, 0"/>
                                        <p:tgtEl>
                                          <p:spTgt spid="39"/>
                                        </p:tgtEl>
                                      </p:cBhvr>
                                    </p:animEffect>
                                    <p:animScale>
                                      <p:cBhvr>
                                        <p:cTn id="43" dur="250" autoRev="1" fill="hold"/>
                                        <p:tgtEl>
                                          <p:spTgt spid="39"/>
                                        </p:tgtEl>
                                      </p:cBhvr>
                                      <p:by x="105000" y="105000"/>
                                    </p:animScale>
                                  </p:childTnLst>
                                </p:cTn>
                              </p:par>
                            </p:childTnLst>
                          </p:cTn>
                        </p:par>
                        <p:par>
                          <p:cTn id="44" fill="hold">
                            <p:stCondLst>
                              <p:cond delay="7000"/>
                            </p:stCondLst>
                            <p:childTnLst>
                              <p:par>
                                <p:cTn id="45" presetID="26" presetClass="emph" presetSubtype="0" fill="hold" grpId="1" nodeType="afterEffect">
                                  <p:stCondLst>
                                    <p:cond delay="250"/>
                                  </p:stCondLst>
                                  <p:childTnLst>
                                    <p:animEffect transition="out" filter="fade">
                                      <p:cBhvr>
                                        <p:cTn id="46" dur="500" tmFilter="0, 0; .2, .5; .8, .5; 1, 0"/>
                                        <p:tgtEl>
                                          <p:spTgt spid="41"/>
                                        </p:tgtEl>
                                      </p:cBhvr>
                                    </p:animEffect>
                                    <p:animScale>
                                      <p:cBhvr>
                                        <p:cTn id="47" dur="250" autoRev="1" fill="hold"/>
                                        <p:tgtEl>
                                          <p:spTgt spid="41"/>
                                        </p:tgtEl>
                                      </p:cBhvr>
                                      <p:by x="105000" y="105000"/>
                                    </p:animScale>
                                  </p:childTnLst>
                                </p:cTn>
                              </p:par>
                            </p:childTnLst>
                          </p:cTn>
                        </p:par>
                        <p:par>
                          <p:cTn id="48" fill="hold">
                            <p:stCondLst>
                              <p:cond delay="7750"/>
                            </p:stCondLst>
                            <p:childTnLst>
                              <p:par>
                                <p:cTn id="49" presetID="22" presetClass="entr" presetSubtype="8" fill="hold" grpId="0" nodeType="afterEffect">
                                  <p:stCondLst>
                                    <p:cond delay="25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par>
                                <p:cTn id="52" presetID="22" presetClass="entr" presetSubtype="8" fill="hold" grpId="0" nodeType="withEffect">
                                  <p:stCondLst>
                                    <p:cond delay="500"/>
                                  </p:stCondLst>
                                  <p:childTnLst>
                                    <p:set>
                                      <p:cBhvr>
                                        <p:cTn id="53" dur="1" fill="hold">
                                          <p:stCondLst>
                                            <p:cond delay="0"/>
                                          </p:stCondLst>
                                        </p:cTn>
                                        <p:tgtEl>
                                          <p:spTgt spid="4"/>
                                        </p:tgtEl>
                                        <p:attrNameLst>
                                          <p:attrName>style.visibility</p:attrName>
                                        </p:attrNameLst>
                                      </p:cBhvr>
                                      <p:to>
                                        <p:strVal val="visible"/>
                                      </p:to>
                                    </p:set>
                                    <p:animEffect transition="in" filter="wipe(left)">
                                      <p:cBhvr>
                                        <p:cTn id="5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autoUpdateAnimBg="0"/>
      <p:bldP spid="35" grpId="0" animBg="1" autoUpdateAnimBg="0"/>
      <p:bldP spid="36" grpId="0" animBg="1" autoUpdateAnimBg="0"/>
      <p:bldP spid="37" grpId="0" animBg="1" autoUpdateAnimBg="0"/>
      <p:bldP spid="38" grpId="0" animBg="1" autoUpdateAnimBg="0"/>
      <p:bldP spid="39" grpId="0" animBg="1" autoUpdateAnimBg="0"/>
      <p:bldP spid="39" grpId="1" animBg="1"/>
      <p:bldP spid="40" grpId="0" animBg="1" autoUpdateAnimBg="0"/>
      <p:bldP spid="41" grpId="0" animBg="1" autoUpdateAnimBg="0"/>
      <p:bldP spid="41" grpId="1" animBg="1"/>
      <p:bldP spid="42" grpId="0" animBg="1"/>
      <p:bldP spid="4" grpId="0"/>
      <p:bldP spid="44"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l="14326" r="13800"/>
          <a:stretch>
            <a:fillRect/>
          </a:stretch>
        </p:blipFill>
        <p:spPr>
          <a:xfrm>
            <a:off x="6948264" y="2187322"/>
            <a:ext cx="2088000" cy="2905125"/>
          </a:xfrm>
          <a:prstGeom prst="rect">
            <a:avLst/>
          </a:prstGeom>
          <a:effectLst>
            <a:softEdge rad="25400"/>
          </a:effectLst>
        </p:spPr>
      </p:pic>
      <p:sp>
        <p:nvSpPr>
          <p:cNvPr id="58377" name="TextBox 11"/>
          <p:cNvSpPr txBox="1">
            <a:spLocks noChangeArrowheads="1"/>
          </p:cNvSpPr>
          <p:nvPr/>
        </p:nvSpPr>
        <p:spPr bwMode="auto">
          <a:xfrm>
            <a:off x="-900113"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grpSp>
        <p:nvGrpSpPr>
          <p:cNvPr id="15" name="组合 14"/>
          <p:cNvGrpSpPr/>
          <p:nvPr/>
        </p:nvGrpSpPr>
        <p:grpSpPr>
          <a:xfrm>
            <a:off x="107501" y="121192"/>
            <a:ext cx="1245600" cy="1188000"/>
            <a:chOff x="5811837" y="729796"/>
            <a:chExt cx="528638" cy="511175"/>
          </a:xfrm>
        </p:grpSpPr>
        <p:sp>
          <p:nvSpPr>
            <p:cNvPr id="16" name="Freeform 7"/>
            <p:cNvSpPr>
              <a:spLocks noEditPoints="1" noChangeArrowheads="1"/>
            </p:cNvSpPr>
            <p:nvPr/>
          </p:nvSpPr>
          <p:spPr bwMode="auto">
            <a:xfrm>
              <a:off x="5811837" y="729796"/>
              <a:ext cx="528638" cy="511175"/>
            </a:xfrm>
            <a:custGeom>
              <a:avLst/>
              <a:gdLst>
                <a:gd name="T0" fmla="*/ 415105 w 298"/>
                <a:gd name="T1" fmla="*/ 436629 h 288"/>
                <a:gd name="T2" fmla="*/ 109985 w 298"/>
                <a:gd name="T3" fmla="*/ 434854 h 288"/>
                <a:gd name="T4" fmla="*/ 83376 w 298"/>
                <a:gd name="T5" fmla="*/ 101170 h 288"/>
                <a:gd name="T6" fmla="*/ 111759 w 298"/>
                <a:gd name="T7" fmla="*/ 74546 h 288"/>
                <a:gd name="T8" fmla="*/ 416879 w 298"/>
                <a:gd name="T9" fmla="*/ 74546 h 288"/>
                <a:gd name="T10" fmla="*/ 443488 w 298"/>
                <a:gd name="T11" fmla="*/ 408230 h 288"/>
                <a:gd name="T12" fmla="*/ 415105 w 298"/>
                <a:gd name="T13" fmla="*/ 436629 h 288"/>
                <a:gd name="T14" fmla="*/ 115307 w 298"/>
                <a:gd name="T15" fmla="*/ 78096 h 288"/>
                <a:gd name="T16" fmla="*/ 86924 w 298"/>
                <a:gd name="T17" fmla="*/ 104720 h 288"/>
                <a:gd name="T18" fmla="*/ 113533 w 298"/>
                <a:gd name="T19" fmla="*/ 431304 h 288"/>
                <a:gd name="T20" fmla="*/ 411557 w 298"/>
                <a:gd name="T21" fmla="*/ 433079 h 288"/>
                <a:gd name="T22" fmla="*/ 439940 w 298"/>
                <a:gd name="T23" fmla="*/ 404680 h 288"/>
                <a:gd name="T24" fmla="*/ 413331 w 298"/>
                <a:gd name="T25" fmla="*/ 78096 h 288"/>
                <a:gd name="T26" fmla="*/ 115307 w 298"/>
                <a:gd name="T27" fmla="*/ 78096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8"/>
                <a:gd name="T43" fmla="*/ 0 h 288"/>
                <a:gd name="T44" fmla="*/ 298 w 298"/>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8" h="288">
                  <a:moveTo>
                    <a:pt x="234" y="246"/>
                  </a:moveTo>
                  <a:cubicBezTo>
                    <a:pt x="184" y="288"/>
                    <a:pt x="112" y="287"/>
                    <a:pt x="62" y="245"/>
                  </a:cubicBezTo>
                  <a:cubicBezTo>
                    <a:pt x="7" y="198"/>
                    <a:pt x="0" y="113"/>
                    <a:pt x="47" y="57"/>
                  </a:cubicBezTo>
                  <a:cubicBezTo>
                    <a:pt x="52" y="52"/>
                    <a:pt x="58" y="46"/>
                    <a:pt x="63" y="42"/>
                  </a:cubicBezTo>
                  <a:cubicBezTo>
                    <a:pt x="113" y="0"/>
                    <a:pt x="185" y="0"/>
                    <a:pt x="235" y="42"/>
                  </a:cubicBezTo>
                  <a:cubicBezTo>
                    <a:pt x="291" y="90"/>
                    <a:pt x="298" y="174"/>
                    <a:pt x="250" y="230"/>
                  </a:cubicBezTo>
                  <a:cubicBezTo>
                    <a:pt x="245" y="236"/>
                    <a:pt x="240" y="241"/>
                    <a:pt x="234" y="246"/>
                  </a:cubicBezTo>
                  <a:close/>
                  <a:moveTo>
                    <a:pt x="65" y="44"/>
                  </a:moveTo>
                  <a:cubicBezTo>
                    <a:pt x="60" y="49"/>
                    <a:pt x="54" y="54"/>
                    <a:pt x="49" y="59"/>
                  </a:cubicBezTo>
                  <a:cubicBezTo>
                    <a:pt x="3" y="114"/>
                    <a:pt x="10" y="196"/>
                    <a:pt x="64" y="243"/>
                  </a:cubicBezTo>
                  <a:cubicBezTo>
                    <a:pt x="113" y="284"/>
                    <a:pt x="184" y="284"/>
                    <a:pt x="232" y="244"/>
                  </a:cubicBezTo>
                  <a:cubicBezTo>
                    <a:pt x="238" y="239"/>
                    <a:pt x="243" y="234"/>
                    <a:pt x="248" y="228"/>
                  </a:cubicBezTo>
                  <a:cubicBezTo>
                    <a:pt x="294" y="173"/>
                    <a:pt x="288" y="91"/>
                    <a:pt x="233" y="44"/>
                  </a:cubicBezTo>
                  <a:cubicBezTo>
                    <a:pt x="184" y="3"/>
                    <a:pt x="114" y="3"/>
                    <a:pt x="65" y="44"/>
                  </a:cubicBezTo>
                  <a:close/>
                </a:path>
              </a:pathLst>
            </a:custGeom>
            <a:solidFill>
              <a:srgbClr val="F83003"/>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nvGrpSpPr>
            <p:cNvPr id="17" name="组合 16"/>
            <p:cNvGrpSpPr/>
            <p:nvPr/>
          </p:nvGrpSpPr>
          <p:grpSpPr>
            <a:xfrm>
              <a:off x="5834856" y="742950"/>
              <a:ext cx="482600" cy="479425"/>
              <a:chOff x="4222750" y="1219200"/>
              <a:chExt cx="482600" cy="479425"/>
            </a:xfrm>
          </p:grpSpPr>
          <p:sp>
            <p:nvSpPr>
              <p:cNvPr id="18" name="Freeform 8"/>
              <p:cNvSpPr>
                <a:spLocks noChangeArrowheads="1"/>
              </p:cNvSpPr>
              <p:nvPr/>
            </p:nvSpPr>
            <p:spPr bwMode="auto">
              <a:xfrm>
                <a:off x="4222750" y="1219200"/>
                <a:ext cx="482600" cy="479425"/>
              </a:xfrm>
              <a:custGeom>
                <a:avLst/>
                <a:gdLst>
                  <a:gd name="T0" fmla="*/ 381094 w 271"/>
                  <a:gd name="T1" fmla="*/ 77840 h 271"/>
                  <a:gd name="T2" fmla="*/ 406025 w 271"/>
                  <a:gd name="T3" fmla="*/ 378587 h 271"/>
                  <a:gd name="T4" fmla="*/ 101506 w 271"/>
                  <a:gd name="T5" fmla="*/ 403354 h 271"/>
                  <a:gd name="T6" fmla="*/ 78356 w 271"/>
                  <a:gd name="T7" fmla="*/ 100838 h 271"/>
                  <a:gd name="T8" fmla="*/ 381094 w 271"/>
                  <a:gd name="T9" fmla="*/ 77840 h 271"/>
                  <a:gd name="T10" fmla="*/ 0 60000 65536"/>
                  <a:gd name="T11" fmla="*/ 0 60000 65536"/>
                  <a:gd name="T12" fmla="*/ 0 60000 65536"/>
                  <a:gd name="T13" fmla="*/ 0 60000 65536"/>
                  <a:gd name="T14" fmla="*/ 0 60000 65536"/>
                  <a:gd name="T15" fmla="*/ 0 w 271"/>
                  <a:gd name="T16" fmla="*/ 0 h 271"/>
                  <a:gd name="T17" fmla="*/ 271 w 271"/>
                  <a:gd name="T18" fmla="*/ 271 h 271"/>
                </a:gdLst>
                <a:ahLst/>
                <a:cxnLst>
                  <a:cxn ang="T10">
                    <a:pos x="T0" y="T1"/>
                  </a:cxn>
                  <a:cxn ang="T11">
                    <a:pos x="T2" y="T3"/>
                  </a:cxn>
                  <a:cxn ang="T12">
                    <a:pos x="T4" y="T5"/>
                  </a:cxn>
                  <a:cxn ang="T13">
                    <a:pos x="T6" y="T7"/>
                  </a:cxn>
                  <a:cxn ang="T14">
                    <a:pos x="T8" y="T9"/>
                  </a:cxn>
                </a:cxnLst>
                <a:rect l="T15" t="T16" r="T17" b="T18"/>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solidFill>
                <a:srgbClr val="F83003"/>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87"/>
              <p:cNvSpPr>
                <a:spLocks noEditPoints="1" noChangeArrowheads="1"/>
              </p:cNvSpPr>
              <p:nvPr/>
            </p:nvSpPr>
            <p:spPr bwMode="auto">
              <a:xfrm>
                <a:off x="4313238" y="1352550"/>
                <a:ext cx="323850" cy="212725"/>
              </a:xfrm>
              <a:custGeom>
                <a:avLst/>
                <a:gdLst>
                  <a:gd name="T0" fmla="*/ 323850 w 162"/>
                  <a:gd name="T1" fmla="*/ 24082 h 106"/>
                  <a:gd name="T2" fmla="*/ 173919 w 162"/>
                  <a:gd name="T3" fmla="*/ 0 h 106"/>
                  <a:gd name="T4" fmla="*/ 9995 w 162"/>
                  <a:gd name="T5" fmla="*/ 24082 h 106"/>
                  <a:gd name="T6" fmla="*/ 9995 w 162"/>
                  <a:gd name="T7" fmla="*/ 110376 h 106"/>
                  <a:gd name="T8" fmla="*/ 5997 w 162"/>
                  <a:gd name="T9" fmla="*/ 120410 h 106"/>
                  <a:gd name="T10" fmla="*/ 15993 w 162"/>
                  <a:gd name="T11" fmla="*/ 132451 h 106"/>
                  <a:gd name="T12" fmla="*/ 27987 w 162"/>
                  <a:gd name="T13" fmla="*/ 120410 h 106"/>
                  <a:gd name="T14" fmla="*/ 21990 w 162"/>
                  <a:gd name="T15" fmla="*/ 110376 h 106"/>
                  <a:gd name="T16" fmla="*/ 21990 w 162"/>
                  <a:gd name="T17" fmla="*/ 56192 h 106"/>
                  <a:gd name="T18" fmla="*/ 173919 w 162"/>
                  <a:gd name="T19" fmla="*/ 78267 h 106"/>
                  <a:gd name="T20" fmla="*/ 323850 w 162"/>
                  <a:gd name="T21" fmla="*/ 54185 h 106"/>
                  <a:gd name="T22" fmla="*/ 323850 w 162"/>
                  <a:gd name="T23" fmla="*/ 24082 h 106"/>
                  <a:gd name="T24" fmla="*/ 25988 w 162"/>
                  <a:gd name="T25" fmla="*/ 136465 h 106"/>
                  <a:gd name="T26" fmla="*/ 7996 w 162"/>
                  <a:gd name="T27" fmla="*/ 136465 h 106"/>
                  <a:gd name="T28" fmla="*/ 0 w 162"/>
                  <a:gd name="T29" fmla="*/ 188643 h 106"/>
                  <a:gd name="T30" fmla="*/ 5997 w 162"/>
                  <a:gd name="T31" fmla="*/ 190650 h 106"/>
                  <a:gd name="T32" fmla="*/ 7996 w 162"/>
                  <a:gd name="T33" fmla="*/ 184629 h 106"/>
                  <a:gd name="T34" fmla="*/ 7996 w 162"/>
                  <a:gd name="T35" fmla="*/ 190650 h 106"/>
                  <a:gd name="T36" fmla="*/ 17992 w 162"/>
                  <a:gd name="T37" fmla="*/ 192657 h 106"/>
                  <a:gd name="T38" fmla="*/ 19991 w 162"/>
                  <a:gd name="T39" fmla="*/ 186636 h 106"/>
                  <a:gd name="T40" fmla="*/ 21990 w 162"/>
                  <a:gd name="T41" fmla="*/ 190650 h 106"/>
                  <a:gd name="T42" fmla="*/ 23989 w 162"/>
                  <a:gd name="T43" fmla="*/ 190650 h 106"/>
                  <a:gd name="T44" fmla="*/ 25988 w 162"/>
                  <a:gd name="T45" fmla="*/ 166568 h 106"/>
                  <a:gd name="T46" fmla="*/ 27987 w 162"/>
                  <a:gd name="T47" fmla="*/ 190650 h 106"/>
                  <a:gd name="T48" fmla="*/ 33984 w 162"/>
                  <a:gd name="T49" fmla="*/ 188643 h 106"/>
                  <a:gd name="T50" fmla="*/ 25988 w 162"/>
                  <a:gd name="T51" fmla="*/ 136465 h 106"/>
                  <a:gd name="T52" fmla="*/ 59972 w 162"/>
                  <a:gd name="T53" fmla="*/ 188643 h 106"/>
                  <a:gd name="T54" fmla="*/ 59972 w 162"/>
                  <a:gd name="T55" fmla="*/ 74253 h 106"/>
                  <a:gd name="T56" fmla="*/ 173919 w 162"/>
                  <a:gd name="T57" fmla="*/ 90308 h 106"/>
                  <a:gd name="T58" fmla="*/ 281869 w 162"/>
                  <a:gd name="T59" fmla="*/ 74253 h 106"/>
                  <a:gd name="T60" fmla="*/ 281869 w 162"/>
                  <a:gd name="T61" fmla="*/ 186636 h 106"/>
                  <a:gd name="T62" fmla="*/ 171920 w 162"/>
                  <a:gd name="T63" fmla="*/ 212725 h 106"/>
                  <a:gd name="T64" fmla="*/ 59972 w 162"/>
                  <a:gd name="T65" fmla="*/ 188643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06"/>
                  <a:gd name="T101" fmla="*/ 162 w 162"/>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06">
                    <a:moveTo>
                      <a:pt x="162" y="12"/>
                    </a:moveTo>
                    <a:cubicBezTo>
                      <a:pt x="87" y="0"/>
                      <a:pt x="87" y="0"/>
                      <a:pt x="87" y="0"/>
                    </a:cubicBezTo>
                    <a:cubicBezTo>
                      <a:pt x="5" y="12"/>
                      <a:pt x="5" y="12"/>
                      <a:pt x="5" y="12"/>
                    </a:cubicBezTo>
                    <a:cubicBezTo>
                      <a:pt x="5" y="27"/>
                      <a:pt x="5" y="41"/>
                      <a:pt x="5" y="55"/>
                    </a:cubicBezTo>
                    <a:cubicBezTo>
                      <a:pt x="4" y="56"/>
                      <a:pt x="3" y="58"/>
                      <a:pt x="3" y="60"/>
                    </a:cubicBezTo>
                    <a:cubicBezTo>
                      <a:pt x="3" y="63"/>
                      <a:pt x="5" y="66"/>
                      <a:pt x="8" y="66"/>
                    </a:cubicBezTo>
                    <a:cubicBezTo>
                      <a:pt x="12" y="66"/>
                      <a:pt x="14" y="63"/>
                      <a:pt x="14" y="60"/>
                    </a:cubicBezTo>
                    <a:cubicBezTo>
                      <a:pt x="14" y="58"/>
                      <a:pt x="13" y="56"/>
                      <a:pt x="11" y="55"/>
                    </a:cubicBezTo>
                    <a:cubicBezTo>
                      <a:pt x="11" y="28"/>
                      <a:pt x="11" y="28"/>
                      <a:pt x="11" y="28"/>
                    </a:cubicBezTo>
                    <a:cubicBezTo>
                      <a:pt x="87" y="39"/>
                      <a:pt x="87" y="39"/>
                      <a:pt x="87" y="39"/>
                    </a:cubicBezTo>
                    <a:cubicBezTo>
                      <a:pt x="162" y="27"/>
                      <a:pt x="162" y="27"/>
                      <a:pt x="162" y="27"/>
                    </a:cubicBezTo>
                    <a:cubicBezTo>
                      <a:pt x="162" y="12"/>
                      <a:pt x="162" y="12"/>
                      <a:pt x="162" y="12"/>
                    </a:cubicBezTo>
                    <a:close/>
                    <a:moveTo>
                      <a:pt x="13" y="68"/>
                    </a:moveTo>
                    <a:cubicBezTo>
                      <a:pt x="10" y="69"/>
                      <a:pt x="7" y="69"/>
                      <a:pt x="4" y="68"/>
                    </a:cubicBezTo>
                    <a:cubicBezTo>
                      <a:pt x="3" y="77"/>
                      <a:pt x="1" y="85"/>
                      <a:pt x="0" y="94"/>
                    </a:cubicBezTo>
                    <a:cubicBezTo>
                      <a:pt x="1" y="94"/>
                      <a:pt x="2" y="94"/>
                      <a:pt x="3" y="95"/>
                    </a:cubicBezTo>
                    <a:cubicBezTo>
                      <a:pt x="4" y="92"/>
                      <a:pt x="4" y="92"/>
                      <a:pt x="4" y="92"/>
                    </a:cubicBezTo>
                    <a:cubicBezTo>
                      <a:pt x="4" y="95"/>
                      <a:pt x="4" y="95"/>
                      <a:pt x="4" y="95"/>
                    </a:cubicBezTo>
                    <a:cubicBezTo>
                      <a:pt x="6" y="95"/>
                      <a:pt x="8" y="96"/>
                      <a:pt x="9" y="96"/>
                    </a:cubicBezTo>
                    <a:cubicBezTo>
                      <a:pt x="10" y="93"/>
                      <a:pt x="10" y="93"/>
                      <a:pt x="10" y="93"/>
                    </a:cubicBezTo>
                    <a:cubicBezTo>
                      <a:pt x="11" y="95"/>
                      <a:pt x="11" y="95"/>
                      <a:pt x="11" y="95"/>
                    </a:cubicBezTo>
                    <a:cubicBezTo>
                      <a:pt x="12" y="95"/>
                      <a:pt x="12" y="95"/>
                      <a:pt x="12" y="95"/>
                    </a:cubicBezTo>
                    <a:cubicBezTo>
                      <a:pt x="13" y="83"/>
                      <a:pt x="13" y="83"/>
                      <a:pt x="13" y="83"/>
                    </a:cubicBezTo>
                    <a:cubicBezTo>
                      <a:pt x="14" y="95"/>
                      <a:pt x="14" y="95"/>
                      <a:pt x="14" y="95"/>
                    </a:cubicBezTo>
                    <a:cubicBezTo>
                      <a:pt x="15" y="94"/>
                      <a:pt x="16" y="94"/>
                      <a:pt x="17" y="94"/>
                    </a:cubicBezTo>
                    <a:cubicBezTo>
                      <a:pt x="16" y="85"/>
                      <a:pt x="14" y="77"/>
                      <a:pt x="13" y="68"/>
                    </a:cubicBezTo>
                    <a:close/>
                    <a:moveTo>
                      <a:pt x="30" y="94"/>
                    </a:moveTo>
                    <a:cubicBezTo>
                      <a:pt x="30" y="37"/>
                      <a:pt x="30" y="37"/>
                      <a:pt x="30" y="37"/>
                    </a:cubicBezTo>
                    <a:cubicBezTo>
                      <a:pt x="87" y="45"/>
                      <a:pt x="87" y="45"/>
                      <a:pt x="87" y="45"/>
                    </a:cubicBezTo>
                    <a:cubicBezTo>
                      <a:pt x="141" y="37"/>
                      <a:pt x="141" y="37"/>
                      <a:pt x="141" y="37"/>
                    </a:cubicBezTo>
                    <a:cubicBezTo>
                      <a:pt x="141" y="93"/>
                      <a:pt x="141" y="93"/>
                      <a:pt x="141" y="93"/>
                    </a:cubicBezTo>
                    <a:cubicBezTo>
                      <a:pt x="122" y="93"/>
                      <a:pt x="104" y="98"/>
                      <a:pt x="86" y="106"/>
                    </a:cubicBezTo>
                    <a:cubicBezTo>
                      <a:pt x="68" y="97"/>
                      <a:pt x="49" y="94"/>
                      <a:pt x="30" y="94"/>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grpSp>
        <p:nvGrpSpPr>
          <p:cNvPr id="20" name="组合 18"/>
          <p:cNvGrpSpPr/>
          <p:nvPr/>
        </p:nvGrpSpPr>
        <p:grpSpPr bwMode="auto">
          <a:xfrm>
            <a:off x="-25400" y="4360863"/>
            <a:ext cx="9180513" cy="1587500"/>
            <a:chOff x="0" y="0"/>
            <a:chExt cx="9181274" cy="1588274"/>
          </a:xfrm>
        </p:grpSpPr>
        <p:sp>
          <p:nvSpPr>
            <p:cNvPr id="2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23" name="TextBox 20"/>
          <p:cNvSpPr txBox="1">
            <a:spLocks noChangeArrowheads="1"/>
          </p:cNvSpPr>
          <p:nvPr/>
        </p:nvSpPr>
        <p:spPr bwMode="auto">
          <a:xfrm>
            <a:off x="34925" y="4945732"/>
            <a:ext cx="115252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700" dirty="0" smtClean="0">
                <a:solidFill>
                  <a:srgbClr val="FFFFFF"/>
                </a:solidFill>
                <a:latin typeface="Franklin Gothic Medium" panose="020B0603020102020204" pitchFamily="34" charset="0"/>
                <a:ea typeface="微软雅黑" panose="020B0503020204020204" pitchFamily="34" charset="-122"/>
              </a:rPr>
              <a:t>重点回顾</a:t>
            </a:r>
            <a:endParaRPr lang="zh-CN" altLang="en-US" sz="1700" dirty="0">
              <a:solidFill>
                <a:srgbClr val="FFFFFF"/>
              </a:solidFill>
              <a:latin typeface="Franklin Gothic Medium" panose="020B0603020102020204" pitchFamily="34" charset="0"/>
              <a:ea typeface="微软雅黑" panose="020B0503020204020204" pitchFamily="34" charset="-122"/>
            </a:endParaRPr>
          </a:p>
        </p:txBody>
      </p:sp>
      <p:sp>
        <p:nvSpPr>
          <p:cNvPr id="24" name="TextBox 22"/>
          <p:cNvSpPr txBox="1">
            <a:spLocks noChangeArrowheads="1"/>
          </p:cNvSpPr>
          <p:nvPr/>
        </p:nvSpPr>
        <p:spPr bwMode="auto">
          <a:xfrm>
            <a:off x="2412430"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lumMod val="65000"/>
                  </a:schemeClr>
                </a:solidFill>
                <a:latin typeface="Franklin Gothic Medium" panose="020B0603020102020204" pitchFamily="34" charset="0"/>
                <a:ea typeface="微软雅黑" panose="020B0503020204020204" pitchFamily="34" charset="-122"/>
              </a:rPr>
              <a:t>结构原理</a:t>
            </a:r>
            <a:endParaRPr lang="zh-CN" altLang="en-US" sz="1400" dirty="0">
              <a:solidFill>
                <a:schemeClr val="bg1">
                  <a:lumMod val="65000"/>
                </a:schemeClr>
              </a:solidFill>
              <a:latin typeface="Franklin Gothic Medium" panose="020B0603020102020204" pitchFamily="34" charset="0"/>
              <a:ea typeface="微软雅黑" panose="020B0503020204020204" pitchFamily="34" charset="-122"/>
            </a:endParaRPr>
          </a:p>
        </p:txBody>
      </p:sp>
      <p:sp>
        <p:nvSpPr>
          <p:cNvPr id="25" name="TextBox 40"/>
          <p:cNvSpPr txBox="1">
            <a:spLocks noChangeArrowheads="1"/>
          </p:cNvSpPr>
          <p:nvPr/>
        </p:nvSpPr>
        <p:spPr bwMode="auto">
          <a:xfrm>
            <a:off x="5724128"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smtClean="0">
                <a:solidFill>
                  <a:schemeClr val="bg1"/>
                </a:solidFill>
                <a:latin typeface="Franklin Gothic Medium" panose="020B0603020102020204" pitchFamily="34" charset="0"/>
                <a:ea typeface="微软雅黑" panose="020B0503020204020204" pitchFamily="34" charset="-122"/>
              </a:rPr>
              <a:t>缺陷不足</a:t>
            </a:r>
            <a:endParaRPr lang="zh-CN" altLang="en-US" sz="1400" dirty="0">
              <a:solidFill>
                <a:schemeClr val="bg1"/>
              </a:solidFill>
              <a:latin typeface="Franklin Gothic Medium" panose="020B0603020102020204" pitchFamily="34" charset="0"/>
              <a:ea typeface="微软雅黑" panose="020B0503020204020204" pitchFamily="34" charset="-122"/>
            </a:endParaRPr>
          </a:p>
        </p:txBody>
      </p:sp>
      <p:sp>
        <p:nvSpPr>
          <p:cNvPr id="42" name="圆角矩形 60"/>
          <p:cNvSpPr>
            <a:spLocks noChangeArrowheads="1"/>
          </p:cNvSpPr>
          <p:nvPr/>
        </p:nvSpPr>
        <p:spPr bwMode="auto">
          <a:xfrm>
            <a:off x="1407339" y="1046905"/>
            <a:ext cx="5616000" cy="1872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2" name="矩形 1"/>
          <p:cNvSpPr/>
          <p:nvPr/>
        </p:nvSpPr>
        <p:spPr>
          <a:xfrm>
            <a:off x="1514942" y="1156250"/>
            <a:ext cx="5616000" cy="1800000"/>
          </a:xfrm>
          <a:prstGeom prst="rect">
            <a:avLst/>
          </a:prstGeom>
        </p:spPr>
        <p:txBody>
          <a:bodyPr wrap="square">
            <a:spAutoFit/>
          </a:bodyPr>
          <a:lstStyle/>
          <a:p>
            <a:pPr>
              <a:lnSpc>
                <a:spcPct val="140000"/>
              </a:lnSpc>
            </a:pPr>
            <a:r>
              <a:rPr lang="zh-CN" altLang="en-US" dirty="0" smtClean="0">
                <a:latin typeface="微软雅黑" panose="020B0503020204020204" pitchFamily="34" charset="-122"/>
                <a:ea typeface="微软雅黑" panose="020B0503020204020204" pitchFamily="34" charset="-122"/>
              </a:rPr>
              <a:t>       由于</a:t>
            </a:r>
            <a:r>
              <a:rPr lang="zh-CN" altLang="en-US" dirty="0">
                <a:latin typeface="微软雅黑" panose="020B0503020204020204" pitchFamily="34" charset="-122"/>
                <a:ea typeface="微软雅黑" panose="020B0503020204020204" pitchFamily="34" charset="-122"/>
              </a:rPr>
              <a:t>月形栅式加</a:t>
            </a:r>
            <a:r>
              <a:rPr lang="zh-CN" altLang="en-US" dirty="0" smtClean="0">
                <a:latin typeface="微软雅黑" panose="020B0503020204020204" pitchFamily="34" charset="-122"/>
                <a:ea typeface="微软雅黑" panose="020B0503020204020204" pitchFamily="34" charset="-122"/>
              </a:rPr>
              <a:t>料器及压轮设计上的缺陷，导致旋转式压片机成品质量受药物颗粒流动性及压片速度影响较大，即将学习的高速旋转式压片机就是在改进以上两个结构部件的基础上研制出来的。</a:t>
            </a:r>
            <a:endParaRPr lang="zh-CN" altLang="en-US" dirty="0">
              <a:latin typeface="微软雅黑" panose="020B0503020204020204" pitchFamily="34" charset="-122"/>
              <a:ea typeface="微软雅黑" panose="020B0503020204020204" pitchFamily="34" charset="-122"/>
            </a:endParaRPr>
          </a:p>
        </p:txBody>
      </p:sp>
      <p:sp>
        <p:nvSpPr>
          <p:cNvPr id="27" name="圆角矩形 60"/>
          <p:cNvSpPr>
            <a:spLocks noChangeArrowheads="1"/>
          </p:cNvSpPr>
          <p:nvPr/>
        </p:nvSpPr>
        <p:spPr bwMode="auto">
          <a:xfrm>
            <a:off x="3813080" y="2007322"/>
            <a:ext cx="1944000" cy="360000"/>
          </a:xfrm>
          <a:prstGeom prst="roundRect">
            <a:avLst>
              <a:gd name="adj" fmla="val 4194"/>
            </a:avLst>
          </a:prstGeom>
          <a:noFill/>
          <a:ln w="1270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cxnSp>
        <p:nvCxnSpPr>
          <p:cNvPr id="28" name="直接连接符 25"/>
          <p:cNvCxnSpPr>
            <a:cxnSpLocks noChangeShapeType="1"/>
          </p:cNvCxnSpPr>
          <p:nvPr/>
        </p:nvCxnSpPr>
        <p:spPr bwMode="auto">
          <a:xfrm flipH="1" flipV="1">
            <a:off x="5357191" y="2355574"/>
            <a:ext cx="1603337" cy="1455278"/>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26" name="灯片编号占位符 25"/>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2" grpId="0"/>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组合 99"/>
          <p:cNvGrpSpPr/>
          <p:nvPr/>
        </p:nvGrpSpPr>
        <p:grpSpPr bwMode="auto">
          <a:xfrm>
            <a:off x="5920431" y="4832249"/>
            <a:ext cx="1517346" cy="565151"/>
            <a:chOff x="1666874" y="3007417"/>
            <a:chExt cx="1517351" cy="566456"/>
          </a:xfrm>
        </p:grpSpPr>
        <p:sp>
          <p:nvSpPr>
            <p:cNvPr id="4169" name="Freeform 21"/>
            <p:cNvSpPr/>
            <p:nvPr/>
          </p:nvSpPr>
          <p:spPr bwMode="auto">
            <a:xfrm rot="5400000">
              <a:off x="1460929" y="3213364"/>
              <a:ext cx="566454" cy="154563"/>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5"/>
                  </a:cubicBezTo>
                  <a:cubicBezTo>
                    <a:pt x="51" y="6"/>
                    <a:pt x="51" y="8"/>
                    <a:pt x="51" y="10"/>
                  </a:cubicBezTo>
                  <a:cubicBezTo>
                    <a:pt x="51" y="12"/>
                    <a:pt x="49" y="14"/>
                    <a:pt x="47" y="14"/>
                  </a:cubicBezTo>
                  <a:cubicBezTo>
                    <a:pt x="33" y="14"/>
                    <a:pt x="18" y="14"/>
                    <a:pt x="4" y="14"/>
                  </a:cubicBezTo>
                  <a:cubicBezTo>
                    <a:pt x="2" y="14"/>
                    <a:pt x="0" y="12"/>
                    <a:pt x="0" y="10"/>
                  </a:cubicBezTo>
                  <a:cubicBezTo>
                    <a:pt x="0" y="8"/>
                    <a:pt x="0" y="6"/>
                    <a:pt x="0" y="5"/>
                  </a:cubicBezTo>
                  <a:cubicBezTo>
                    <a:pt x="0" y="2"/>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70" name="Freeform 22"/>
            <p:cNvSpPr/>
            <p:nvPr/>
          </p:nvSpPr>
          <p:spPr bwMode="auto">
            <a:xfrm rot="5400000">
              <a:off x="1687117" y="3219018"/>
              <a:ext cx="566454" cy="143253"/>
            </a:xfrm>
            <a:custGeom>
              <a:avLst/>
              <a:gdLst>
                <a:gd name="T0" fmla="*/ 2147483647 w 51"/>
                <a:gd name="T1" fmla="*/ 0 h 13"/>
                <a:gd name="T2" fmla="*/ 2147483647 w 51"/>
                <a:gd name="T3" fmla="*/ 0 h 13"/>
                <a:gd name="T4" fmla="*/ 2147483647 w 51"/>
                <a:gd name="T5" fmla="*/ 2147483647 h 13"/>
                <a:gd name="T6" fmla="*/ 2147483647 w 51"/>
                <a:gd name="T7" fmla="*/ 2147483647 h 13"/>
                <a:gd name="T8" fmla="*/ 2147483647 w 51"/>
                <a:gd name="T9" fmla="*/ 2147483647 h 13"/>
                <a:gd name="T10" fmla="*/ 2147483647 w 51"/>
                <a:gd name="T11" fmla="*/ 2147483647 h 13"/>
                <a:gd name="T12" fmla="*/ 0 w 51"/>
                <a:gd name="T13" fmla="*/ 2147483647 h 13"/>
                <a:gd name="T14" fmla="*/ 0 w 51"/>
                <a:gd name="T15" fmla="*/ 2147483647 h 13"/>
                <a:gd name="T16" fmla="*/ 2147483647 w 51"/>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3"/>
                <a:gd name="T29" fmla="*/ 51 w 51"/>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3">
                  <a:moveTo>
                    <a:pt x="4" y="0"/>
                  </a:moveTo>
                  <a:cubicBezTo>
                    <a:pt x="18" y="0"/>
                    <a:pt x="33" y="0"/>
                    <a:pt x="47" y="0"/>
                  </a:cubicBezTo>
                  <a:cubicBezTo>
                    <a:pt x="49" y="0"/>
                    <a:pt x="51" y="2"/>
                    <a:pt x="51" y="4"/>
                  </a:cubicBezTo>
                  <a:cubicBezTo>
                    <a:pt x="51" y="6"/>
                    <a:pt x="51" y="7"/>
                    <a:pt x="51" y="9"/>
                  </a:cubicBezTo>
                  <a:cubicBezTo>
                    <a:pt x="51" y="11"/>
                    <a:pt x="49" y="13"/>
                    <a:pt x="47" y="13"/>
                  </a:cubicBezTo>
                  <a:cubicBezTo>
                    <a:pt x="33" y="13"/>
                    <a:pt x="18" y="13"/>
                    <a:pt x="4" y="13"/>
                  </a:cubicBezTo>
                  <a:cubicBezTo>
                    <a:pt x="2" y="13"/>
                    <a:pt x="0" y="11"/>
                    <a:pt x="0" y="9"/>
                  </a:cubicBezTo>
                  <a:cubicBezTo>
                    <a:pt x="0" y="7"/>
                    <a:pt x="0" y="6"/>
                    <a:pt x="0" y="4"/>
                  </a:cubicBezTo>
                  <a:cubicBezTo>
                    <a:pt x="0" y="2"/>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71" name="Freeform 23"/>
            <p:cNvSpPr/>
            <p:nvPr/>
          </p:nvSpPr>
          <p:spPr bwMode="auto">
            <a:xfrm rot="5400000">
              <a:off x="1915191" y="3213364"/>
              <a:ext cx="566454" cy="154563"/>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5"/>
                  </a:cubicBezTo>
                  <a:cubicBezTo>
                    <a:pt x="51" y="6"/>
                    <a:pt x="51" y="8"/>
                    <a:pt x="51" y="10"/>
                  </a:cubicBezTo>
                  <a:cubicBezTo>
                    <a:pt x="51" y="12"/>
                    <a:pt x="49" y="14"/>
                    <a:pt x="47" y="14"/>
                  </a:cubicBezTo>
                  <a:cubicBezTo>
                    <a:pt x="33" y="14"/>
                    <a:pt x="18" y="14"/>
                    <a:pt x="4" y="14"/>
                  </a:cubicBezTo>
                  <a:cubicBezTo>
                    <a:pt x="2" y="14"/>
                    <a:pt x="0" y="12"/>
                    <a:pt x="0" y="10"/>
                  </a:cubicBezTo>
                  <a:cubicBezTo>
                    <a:pt x="0" y="8"/>
                    <a:pt x="0" y="6"/>
                    <a:pt x="0" y="5"/>
                  </a:cubicBezTo>
                  <a:cubicBezTo>
                    <a:pt x="0" y="2"/>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72" name="Freeform 24"/>
            <p:cNvSpPr/>
            <p:nvPr/>
          </p:nvSpPr>
          <p:spPr bwMode="auto">
            <a:xfrm rot="5400000">
              <a:off x="2141381" y="3219018"/>
              <a:ext cx="566454" cy="143253"/>
            </a:xfrm>
            <a:custGeom>
              <a:avLst/>
              <a:gdLst>
                <a:gd name="T0" fmla="*/ 2147483647 w 51"/>
                <a:gd name="T1" fmla="*/ 0 h 13"/>
                <a:gd name="T2" fmla="*/ 2147483647 w 51"/>
                <a:gd name="T3" fmla="*/ 0 h 13"/>
                <a:gd name="T4" fmla="*/ 2147483647 w 51"/>
                <a:gd name="T5" fmla="*/ 2147483647 h 13"/>
                <a:gd name="T6" fmla="*/ 2147483647 w 51"/>
                <a:gd name="T7" fmla="*/ 2147483647 h 13"/>
                <a:gd name="T8" fmla="*/ 2147483647 w 51"/>
                <a:gd name="T9" fmla="*/ 2147483647 h 13"/>
                <a:gd name="T10" fmla="*/ 2147483647 w 51"/>
                <a:gd name="T11" fmla="*/ 2147483647 h 13"/>
                <a:gd name="T12" fmla="*/ 0 w 51"/>
                <a:gd name="T13" fmla="*/ 2147483647 h 13"/>
                <a:gd name="T14" fmla="*/ 0 w 51"/>
                <a:gd name="T15" fmla="*/ 2147483647 h 13"/>
                <a:gd name="T16" fmla="*/ 2147483647 w 51"/>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3"/>
                <a:gd name="T29" fmla="*/ 51 w 51"/>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3">
                  <a:moveTo>
                    <a:pt x="4" y="0"/>
                  </a:moveTo>
                  <a:cubicBezTo>
                    <a:pt x="18" y="0"/>
                    <a:pt x="33" y="0"/>
                    <a:pt x="47" y="0"/>
                  </a:cubicBezTo>
                  <a:cubicBezTo>
                    <a:pt x="49" y="0"/>
                    <a:pt x="51" y="2"/>
                    <a:pt x="51" y="4"/>
                  </a:cubicBezTo>
                  <a:cubicBezTo>
                    <a:pt x="51" y="6"/>
                    <a:pt x="51" y="7"/>
                    <a:pt x="51" y="9"/>
                  </a:cubicBezTo>
                  <a:cubicBezTo>
                    <a:pt x="51" y="11"/>
                    <a:pt x="49" y="13"/>
                    <a:pt x="47" y="13"/>
                  </a:cubicBezTo>
                  <a:cubicBezTo>
                    <a:pt x="33" y="13"/>
                    <a:pt x="18" y="13"/>
                    <a:pt x="4" y="13"/>
                  </a:cubicBezTo>
                  <a:cubicBezTo>
                    <a:pt x="2" y="13"/>
                    <a:pt x="0" y="11"/>
                    <a:pt x="0" y="9"/>
                  </a:cubicBezTo>
                  <a:cubicBezTo>
                    <a:pt x="0" y="7"/>
                    <a:pt x="0" y="6"/>
                    <a:pt x="0" y="4"/>
                  </a:cubicBezTo>
                  <a:cubicBezTo>
                    <a:pt x="0" y="2"/>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73" name="Freeform 25"/>
            <p:cNvSpPr/>
            <p:nvPr/>
          </p:nvSpPr>
          <p:spPr bwMode="auto">
            <a:xfrm rot="5400000">
              <a:off x="2369455" y="3213364"/>
              <a:ext cx="566454" cy="154563"/>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4"/>
                  </a:cubicBezTo>
                  <a:cubicBezTo>
                    <a:pt x="51" y="6"/>
                    <a:pt x="51" y="8"/>
                    <a:pt x="51" y="9"/>
                  </a:cubicBezTo>
                  <a:cubicBezTo>
                    <a:pt x="51" y="12"/>
                    <a:pt x="49" y="14"/>
                    <a:pt x="47" y="14"/>
                  </a:cubicBezTo>
                  <a:cubicBezTo>
                    <a:pt x="33" y="14"/>
                    <a:pt x="18" y="14"/>
                    <a:pt x="4" y="14"/>
                  </a:cubicBezTo>
                  <a:cubicBezTo>
                    <a:pt x="2" y="14"/>
                    <a:pt x="0" y="12"/>
                    <a:pt x="0" y="9"/>
                  </a:cubicBezTo>
                  <a:cubicBezTo>
                    <a:pt x="0" y="8"/>
                    <a:pt x="0" y="6"/>
                    <a:pt x="0" y="4"/>
                  </a:cubicBezTo>
                  <a:cubicBezTo>
                    <a:pt x="0" y="2"/>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74" name="Freeform 26"/>
            <p:cNvSpPr/>
            <p:nvPr/>
          </p:nvSpPr>
          <p:spPr bwMode="auto">
            <a:xfrm rot="5400000">
              <a:off x="2595643" y="3219018"/>
              <a:ext cx="566454" cy="143253"/>
            </a:xfrm>
            <a:custGeom>
              <a:avLst/>
              <a:gdLst>
                <a:gd name="T0" fmla="*/ 2147483647 w 51"/>
                <a:gd name="T1" fmla="*/ 0 h 13"/>
                <a:gd name="T2" fmla="*/ 2147483647 w 51"/>
                <a:gd name="T3" fmla="*/ 0 h 13"/>
                <a:gd name="T4" fmla="*/ 2147483647 w 51"/>
                <a:gd name="T5" fmla="*/ 2147483647 h 13"/>
                <a:gd name="T6" fmla="*/ 2147483647 w 51"/>
                <a:gd name="T7" fmla="*/ 2147483647 h 13"/>
                <a:gd name="T8" fmla="*/ 2147483647 w 51"/>
                <a:gd name="T9" fmla="*/ 2147483647 h 13"/>
                <a:gd name="T10" fmla="*/ 2147483647 w 51"/>
                <a:gd name="T11" fmla="*/ 2147483647 h 13"/>
                <a:gd name="T12" fmla="*/ 0 w 51"/>
                <a:gd name="T13" fmla="*/ 2147483647 h 13"/>
                <a:gd name="T14" fmla="*/ 0 w 51"/>
                <a:gd name="T15" fmla="*/ 2147483647 h 13"/>
                <a:gd name="T16" fmla="*/ 2147483647 w 51"/>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3"/>
                <a:gd name="T29" fmla="*/ 51 w 51"/>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3">
                  <a:moveTo>
                    <a:pt x="4" y="0"/>
                  </a:moveTo>
                  <a:cubicBezTo>
                    <a:pt x="18" y="0"/>
                    <a:pt x="33" y="0"/>
                    <a:pt x="47" y="0"/>
                  </a:cubicBezTo>
                  <a:cubicBezTo>
                    <a:pt x="49" y="0"/>
                    <a:pt x="51" y="1"/>
                    <a:pt x="51" y="4"/>
                  </a:cubicBezTo>
                  <a:cubicBezTo>
                    <a:pt x="51" y="5"/>
                    <a:pt x="51" y="7"/>
                    <a:pt x="51" y="9"/>
                  </a:cubicBezTo>
                  <a:cubicBezTo>
                    <a:pt x="51" y="11"/>
                    <a:pt x="49" y="13"/>
                    <a:pt x="47" y="13"/>
                  </a:cubicBezTo>
                  <a:cubicBezTo>
                    <a:pt x="33" y="13"/>
                    <a:pt x="18" y="13"/>
                    <a:pt x="4" y="13"/>
                  </a:cubicBezTo>
                  <a:cubicBezTo>
                    <a:pt x="2" y="13"/>
                    <a:pt x="0" y="11"/>
                    <a:pt x="0" y="9"/>
                  </a:cubicBezTo>
                  <a:cubicBezTo>
                    <a:pt x="0" y="7"/>
                    <a:pt x="0" y="5"/>
                    <a:pt x="0" y="4"/>
                  </a:cubicBezTo>
                  <a:cubicBezTo>
                    <a:pt x="0" y="1"/>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75" name="Freeform 27"/>
            <p:cNvSpPr/>
            <p:nvPr/>
          </p:nvSpPr>
          <p:spPr bwMode="auto">
            <a:xfrm rot="5400000">
              <a:off x="2822775" y="3212421"/>
              <a:ext cx="566454" cy="156447"/>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4"/>
                  </a:cubicBezTo>
                  <a:cubicBezTo>
                    <a:pt x="51" y="6"/>
                    <a:pt x="51" y="8"/>
                    <a:pt x="51" y="9"/>
                  </a:cubicBezTo>
                  <a:cubicBezTo>
                    <a:pt x="51" y="12"/>
                    <a:pt x="49" y="14"/>
                    <a:pt x="47" y="14"/>
                  </a:cubicBezTo>
                  <a:cubicBezTo>
                    <a:pt x="33" y="14"/>
                    <a:pt x="18" y="14"/>
                    <a:pt x="4" y="14"/>
                  </a:cubicBezTo>
                  <a:cubicBezTo>
                    <a:pt x="2" y="14"/>
                    <a:pt x="0" y="12"/>
                    <a:pt x="0" y="9"/>
                  </a:cubicBezTo>
                  <a:cubicBezTo>
                    <a:pt x="0" y="8"/>
                    <a:pt x="0" y="6"/>
                    <a:pt x="0" y="4"/>
                  </a:cubicBezTo>
                  <a:cubicBezTo>
                    <a:pt x="0" y="2"/>
                    <a:pt x="2" y="0"/>
                    <a:pt x="4" y="0"/>
                  </a:cubicBezTo>
                  <a:close/>
                </a:path>
              </a:pathLst>
            </a:cu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 name="Freeform 63"/>
            <p:cNvSpPr/>
            <p:nvPr/>
          </p:nvSpPr>
          <p:spPr bwMode="auto">
            <a:xfrm rot="5400000">
              <a:off x="2817959" y="3212063"/>
              <a:ext cx="566455" cy="157164"/>
            </a:xfrm>
            <a:custGeom>
              <a:avLst/>
              <a:gdLst>
                <a:gd name="T0" fmla="*/ 4 w 51"/>
                <a:gd name="T1" fmla="*/ 0 h 14"/>
                <a:gd name="T2" fmla="*/ 47 w 51"/>
                <a:gd name="T3" fmla="*/ 0 h 14"/>
                <a:gd name="T4" fmla="*/ 51 w 51"/>
                <a:gd name="T5" fmla="*/ 4 h 14"/>
                <a:gd name="T6" fmla="*/ 51 w 51"/>
                <a:gd name="T7" fmla="*/ 9 h 14"/>
                <a:gd name="T8" fmla="*/ 47 w 51"/>
                <a:gd name="T9" fmla="*/ 14 h 14"/>
                <a:gd name="T10" fmla="*/ 4 w 51"/>
                <a:gd name="T11" fmla="*/ 14 h 14"/>
                <a:gd name="T12" fmla="*/ 0 w 51"/>
                <a:gd name="T13" fmla="*/ 9 h 14"/>
                <a:gd name="T14" fmla="*/ 0 w 51"/>
                <a:gd name="T15" fmla="*/ 4 h 14"/>
                <a:gd name="T16" fmla="*/ 4 w 51"/>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14">
                  <a:moveTo>
                    <a:pt x="4" y="0"/>
                  </a:moveTo>
                  <a:cubicBezTo>
                    <a:pt x="18" y="0"/>
                    <a:pt x="33" y="0"/>
                    <a:pt x="47" y="0"/>
                  </a:cubicBezTo>
                  <a:cubicBezTo>
                    <a:pt x="49" y="0"/>
                    <a:pt x="51" y="2"/>
                    <a:pt x="51" y="4"/>
                  </a:cubicBezTo>
                  <a:cubicBezTo>
                    <a:pt x="51" y="6"/>
                    <a:pt x="51" y="8"/>
                    <a:pt x="51" y="9"/>
                  </a:cubicBezTo>
                  <a:cubicBezTo>
                    <a:pt x="51" y="12"/>
                    <a:pt x="49" y="14"/>
                    <a:pt x="47" y="14"/>
                  </a:cubicBezTo>
                  <a:cubicBezTo>
                    <a:pt x="33" y="14"/>
                    <a:pt x="18" y="14"/>
                    <a:pt x="4" y="14"/>
                  </a:cubicBezTo>
                  <a:cubicBezTo>
                    <a:pt x="2" y="14"/>
                    <a:pt x="0" y="12"/>
                    <a:pt x="0" y="9"/>
                  </a:cubicBezTo>
                  <a:cubicBezTo>
                    <a:pt x="0" y="8"/>
                    <a:pt x="0" y="6"/>
                    <a:pt x="0" y="4"/>
                  </a:cubicBezTo>
                  <a:cubicBezTo>
                    <a:pt x="0" y="2"/>
                    <a:pt x="2" y="0"/>
                    <a:pt x="4" y="0"/>
                  </a:cubicBezTo>
                  <a:close/>
                </a:path>
              </a:pathLst>
            </a:custGeom>
            <a:solidFill>
              <a:schemeClr val="bg1">
                <a:lumMod val="85000"/>
              </a:schemeClr>
            </a:solidFill>
            <a:ln>
              <a:noFill/>
            </a:ln>
          </p:spPr>
          <p:txBody>
            <a:bodyPr/>
            <a:lstStyle/>
            <a:p>
              <a:pPr fontAlgn="auto">
                <a:spcBef>
                  <a:spcPts val="0"/>
                </a:spcBef>
                <a:spcAft>
                  <a:spcPts val="0"/>
                </a:spcAft>
                <a:defRPr/>
              </a:pPr>
              <a:endParaRPr lang="zh-CN" altLang="en-US">
                <a:latin typeface="+mn-lt"/>
                <a:ea typeface="宋体" panose="02010600030101010101" pitchFamily="2" charset="-122"/>
              </a:endParaRPr>
            </a:p>
          </p:txBody>
        </p:sp>
      </p:grpSp>
      <p:sp>
        <p:nvSpPr>
          <p:cNvPr id="13" name="Freeform 57"/>
          <p:cNvSpPr/>
          <p:nvPr/>
        </p:nvSpPr>
        <p:spPr bwMode="auto">
          <a:xfrm rot="5400000">
            <a:off x="5714850" y="5037831"/>
            <a:ext cx="565150" cy="153988"/>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5"/>
                </a:cubicBezTo>
                <a:cubicBezTo>
                  <a:pt x="51" y="6"/>
                  <a:pt x="51" y="8"/>
                  <a:pt x="51" y="10"/>
                </a:cubicBezTo>
                <a:cubicBezTo>
                  <a:pt x="51" y="12"/>
                  <a:pt x="49" y="14"/>
                  <a:pt x="47" y="14"/>
                </a:cubicBezTo>
                <a:cubicBezTo>
                  <a:pt x="33" y="14"/>
                  <a:pt x="18" y="14"/>
                  <a:pt x="4" y="14"/>
                </a:cubicBezTo>
                <a:cubicBezTo>
                  <a:pt x="2" y="14"/>
                  <a:pt x="0" y="12"/>
                  <a:pt x="0" y="10"/>
                </a:cubicBezTo>
                <a:cubicBezTo>
                  <a:pt x="0" y="8"/>
                  <a:pt x="0" y="6"/>
                  <a:pt x="0" y="5"/>
                </a:cubicBezTo>
                <a:cubicBezTo>
                  <a:pt x="0" y="2"/>
                  <a:pt x="2" y="0"/>
                  <a:pt x="4" y="0"/>
                </a:cubicBezTo>
                <a:close/>
              </a:path>
            </a:pathLst>
          </a:custGeom>
          <a:solidFill>
            <a:srgbClr val="58BB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 name="Freeform 58"/>
          <p:cNvSpPr/>
          <p:nvPr/>
        </p:nvSpPr>
        <p:spPr bwMode="auto">
          <a:xfrm rot="5400000">
            <a:off x="5941069" y="5043388"/>
            <a:ext cx="565150" cy="142875"/>
          </a:xfrm>
          <a:custGeom>
            <a:avLst/>
            <a:gdLst>
              <a:gd name="T0" fmla="*/ 2147483647 w 51"/>
              <a:gd name="T1" fmla="*/ 0 h 13"/>
              <a:gd name="T2" fmla="*/ 2147483647 w 51"/>
              <a:gd name="T3" fmla="*/ 0 h 13"/>
              <a:gd name="T4" fmla="*/ 2147483647 w 51"/>
              <a:gd name="T5" fmla="*/ 2147483647 h 13"/>
              <a:gd name="T6" fmla="*/ 2147483647 w 51"/>
              <a:gd name="T7" fmla="*/ 2147483647 h 13"/>
              <a:gd name="T8" fmla="*/ 2147483647 w 51"/>
              <a:gd name="T9" fmla="*/ 2147483647 h 13"/>
              <a:gd name="T10" fmla="*/ 2147483647 w 51"/>
              <a:gd name="T11" fmla="*/ 2147483647 h 13"/>
              <a:gd name="T12" fmla="*/ 0 w 51"/>
              <a:gd name="T13" fmla="*/ 2147483647 h 13"/>
              <a:gd name="T14" fmla="*/ 0 w 51"/>
              <a:gd name="T15" fmla="*/ 2147483647 h 13"/>
              <a:gd name="T16" fmla="*/ 2147483647 w 51"/>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3"/>
              <a:gd name="T29" fmla="*/ 51 w 51"/>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3">
                <a:moveTo>
                  <a:pt x="4" y="0"/>
                </a:moveTo>
                <a:cubicBezTo>
                  <a:pt x="18" y="0"/>
                  <a:pt x="33" y="0"/>
                  <a:pt x="47" y="0"/>
                </a:cubicBezTo>
                <a:cubicBezTo>
                  <a:pt x="49" y="0"/>
                  <a:pt x="51" y="2"/>
                  <a:pt x="51" y="4"/>
                </a:cubicBezTo>
                <a:cubicBezTo>
                  <a:pt x="51" y="6"/>
                  <a:pt x="51" y="7"/>
                  <a:pt x="51" y="9"/>
                </a:cubicBezTo>
                <a:cubicBezTo>
                  <a:pt x="51" y="11"/>
                  <a:pt x="49" y="13"/>
                  <a:pt x="47" y="13"/>
                </a:cubicBezTo>
                <a:cubicBezTo>
                  <a:pt x="33" y="13"/>
                  <a:pt x="18" y="13"/>
                  <a:pt x="4" y="13"/>
                </a:cubicBezTo>
                <a:cubicBezTo>
                  <a:pt x="2" y="13"/>
                  <a:pt x="0" y="11"/>
                  <a:pt x="0" y="9"/>
                </a:cubicBezTo>
                <a:cubicBezTo>
                  <a:pt x="0" y="7"/>
                  <a:pt x="0" y="6"/>
                  <a:pt x="0" y="4"/>
                </a:cubicBezTo>
                <a:cubicBezTo>
                  <a:pt x="0" y="2"/>
                  <a:pt x="2" y="0"/>
                  <a:pt x="4" y="0"/>
                </a:cubicBezTo>
                <a:close/>
              </a:path>
            </a:pathLst>
          </a:custGeom>
          <a:solidFill>
            <a:srgbClr val="58BB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 name="Freeform 59"/>
          <p:cNvSpPr/>
          <p:nvPr/>
        </p:nvSpPr>
        <p:spPr bwMode="auto">
          <a:xfrm rot="5400000">
            <a:off x="6169669" y="5037038"/>
            <a:ext cx="565150" cy="155575"/>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5"/>
                </a:cubicBezTo>
                <a:cubicBezTo>
                  <a:pt x="51" y="6"/>
                  <a:pt x="51" y="8"/>
                  <a:pt x="51" y="10"/>
                </a:cubicBezTo>
                <a:cubicBezTo>
                  <a:pt x="51" y="12"/>
                  <a:pt x="49" y="14"/>
                  <a:pt x="47" y="14"/>
                </a:cubicBezTo>
                <a:cubicBezTo>
                  <a:pt x="33" y="14"/>
                  <a:pt x="18" y="14"/>
                  <a:pt x="4" y="14"/>
                </a:cubicBezTo>
                <a:cubicBezTo>
                  <a:pt x="2" y="14"/>
                  <a:pt x="0" y="12"/>
                  <a:pt x="0" y="10"/>
                </a:cubicBezTo>
                <a:cubicBezTo>
                  <a:pt x="0" y="8"/>
                  <a:pt x="0" y="6"/>
                  <a:pt x="0" y="5"/>
                </a:cubicBezTo>
                <a:cubicBezTo>
                  <a:pt x="0" y="2"/>
                  <a:pt x="2" y="0"/>
                  <a:pt x="4" y="0"/>
                </a:cubicBezTo>
                <a:close/>
              </a:path>
            </a:pathLst>
          </a:custGeom>
          <a:solidFill>
            <a:srgbClr val="58BB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 name="Freeform 60"/>
          <p:cNvSpPr/>
          <p:nvPr/>
        </p:nvSpPr>
        <p:spPr bwMode="auto">
          <a:xfrm rot="5400000">
            <a:off x="6395094" y="5043388"/>
            <a:ext cx="565150" cy="142875"/>
          </a:xfrm>
          <a:custGeom>
            <a:avLst/>
            <a:gdLst>
              <a:gd name="T0" fmla="*/ 2147483647 w 51"/>
              <a:gd name="T1" fmla="*/ 0 h 13"/>
              <a:gd name="T2" fmla="*/ 2147483647 w 51"/>
              <a:gd name="T3" fmla="*/ 0 h 13"/>
              <a:gd name="T4" fmla="*/ 2147483647 w 51"/>
              <a:gd name="T5" fmla="*/ 2147483647 h 13"/>
              <a:gd name="T6" fmla="*/ 2147483647 w 51"/>
              <a:gd name="T7" fmla="*/ 2147483647 h 13"/>
              <a:gd name="T8" fmla="*/ 2147483647 w 51"/>
              <a:gd name="T9" fmla="*/ 2147483647 h 13"/>
              <a:gd name="T10" fmla="*/ 2147483647 w 51"/>
              <a:gd name="T11" fmla="*/ 2147483647 h 13"/>
              <a:gd name="T12" fmla="*/ 0 w 51"/>
              <a:gd name="T13" fmla="*/ 2147483647 h 13"/>
              <a:gd name="T14" fmla="*/ 0 w 51"/>
              <a:gd name="T15" fmla="*/ 2147483647 h 13"/>
              <a:gd name="T16" fmla="*/ 2147483647 w 51"/>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3"/>
              <a:gd name="T29" fmla="*/ 51 w 51"/>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3">
                <a:moveTo>
                  <a:pt x="4" y="0"/>
                </a:moveTo>
                <a:cubicBezTo>
                  <a:pt x="18" y="0"/>
                  <a:pt x="33" y="0"/>
                  <a:pt x="47" y="0"/>
                </a:cubicBezTo>
                <a:cubicBezTo>
                  <a:pt x="49" y="0"/>
                  <a:pt x="51" y="2"/>
                  <a:pt x="51" y="4"/>
                </a:cubicBezTo>
                <a:cubicBezTo>
                  <a:pt x="51" y="6"/>
                  <a:pt x="51" y="7"/>
                  <a:pt x="51" y="9"/>
                </a:cubicBezTo>
                <a:cubicBezTo>
                  <a:pt x="51" y="11"/>
                  <a:pt x="49" y="13"/>
                  <a:pt x="47" y="13"/>
                </a:cubicBezTo>
                <a:cubicBezTo>
                  <a:pt x="33" y="13"/>
                  <a:pt x="18" y="13"/>
                  <a:pt x="4" y="13"/>
                </a:cubicBezTo>
                <a:cubicBezTo>
                  <a:pt x="2" y="13"/>
                  <a:pt x="0" y="11"/>
                  <a:pt x="0" y="9"/>
                </a:cubicBezTo>
                <a:cubicBezTo>
                  <a:pt x="0" y="7"/>
                  <a:pt x="0" y="6"/>
                  <a:pt x="0" y="4"/>
                </a:cubicBezTo>
                <a:cubicBezTo>
                  <a:pt x="0" y="2"/>
                  <a:pt x="2" y="0"/>
                  <a:pt x="4" y="0"/>
                </a:cubicBezTo>
                <a:close/>
              </a:path>
            </a:pathLst>
          </a:custGeom>
          <a:solidFill>
            <a:srgbClr val="58BB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 name="Freeform 61"/>
          <p:cNvSpPr/>
          <p:nvPr/>
        </p:nvSpPr>
        <p:spPr bwMode="auto">
          <a:xfrm rot="5400000">
            <a:off x="6623694" y="5037038"/>
            <a:ext cx="565150" cy="155575"/>
          </a:xfrm>
          <a:custGeom>
            <a:avLst/>
            <a:gdLst>
              <a:gd name="T0" fmla="*/ 2147483647 w 51"/>
              <a:gd name="T1" fmla="*/ 0 h 14"/>
              <a:gd name="T2" fmla="*/ 2147483647 w 51"/>
              <a:gd name="T3" fmla="*/ 0 h 14"/>
              <a:gd name="T4" fmla="*/ 2147483647 w 51"/>
              <a:gd name="T5" fmla="*/ 2147483647 h 14"/>
              <a:gd name="T6" fmla="*/ 2147483647 w 51"/>
              <a:gd name="T7" fmla="*/ 2147483647 h 14"/>
              <a:gd name="T8" fmla="*/ 2147483647 w 51"/>
              <a:gd name="T9" fmla="*/ 2147483647 h 14"/>
              <a:gd name="T10" fmla="*/ 2147483647 w 51"/>
              <a:gd name="T11" fmla="*/ 2147483647 h 14"/>
              <a:gd name="T12" fmla="*/ 0 w 51"/>
              <a:gd name="T13" fmla="*/ 2147483647 h 14"/>
              <a:gd name="T14" fmla="*/ 0 w 51"/>
              <a:gd name="T15" fmla="*/ 2147483647 h 14"/>
              <a:gd name="T16" fmla="*/ 2147483647 w 51"/>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4"/>
              <a:gd name="T29" fmla="*/ 51 w 5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4">
                <a:moveTo>
                  <a:pt x="4" y="0"/>
                </a:moveTo>
                <a:cubicBezTo>
                  <a:pt x="18" y="0"/>
                  <a:pt x="33" y="0"/>
                  <a:pt x="47" y="0"/>
                </a:cubicBezTo>
                <a:cubicBezTo>
                  <a:pt x="49" y="0"/>
                  <a:pt x="51" y="2"/>
                  <a:pt x="51" y="4"/>
                </a:cubicBezTo>
                <a:cubicBezTo>
                  <a:pt x="51" y="6"/>
                  <a:pt x="51" y="8"/>
                  <a:pt x="51" y="9"/>
                </a:cubicBezTo>
                <a:cubicBezTo>
                  <a:pt x="51" y="12"/>
                  <a:pt x="49" y="14"/>
                  <a:pt x="47" y="14"/>
                </a:cubicBezTo>
                <a:cubicBezTo>
                  <a:pt x="33" y="14"/>
                  <a:pt x="18" y="14"/>
                  <a:pt x="4" y="14"/>
                </a:cubicBezTo>
                <a:cubicBezTo>
                  <a:pt x="2" y="14"/>
                  <a:pt x="0" y="12"/>
                  <a:pt x="0" y="9"/>
                </a:cubicBezTo>
                <a:cubicBezTo>
                  <a:pt x="0" y="8"/>
                  <a:pt x="0" y="6"/>
                  <a:pt x="0" y="4"/>
                </a:cubicBezTo>
                <a:cubicBezTo>
                  <a:pt x="0" y="2"/>
                  <a:pt x="2" y="0"/>
                  <a:pt x="4" y="0"/>
                </a:cubicBezTo>
                <a:close/>
              </a:path>
            </a:pathLst>
          </a:custGeom>
          <a:solidFill>
            <a:srgbClr val="58BB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 name="Freeform 62"/>
          <p:cNvSpPr/>
          <p:nvPr/>
        </p:nvSpPr>
        <p:spPr bwMode="auto">
          <a:xfrm rot="5400000">
            <a:off x="6849913" y="5042594"/>
            <a:ext cx="565150" cy="144463"/>
          </a:xfrm>
          <a:custGeom>
            <a:avLst/>
            <a:gdLst>
              <a:gd name="T0" fmla="*/ 2147483647 w 51"/>
              <a:gd name="T1" fmla="*/ 0 h 13"/>
              <a:gd name="T2" fmla="*/ 2147483647 w 51"/>
              <a:gd name="T3" fmla="*/ 0 h 13"/>
              <a:gd name="T4" fmla="*/ 2147483647 w 51"/>
              <a:gd name="T5" fmla="*/ 2147483647 h 13"/>
              <a:gd name="T6" fmla="*/ 2147483647 w 51"/>
              <a:gd name="T7" fmla="*/ 2147483647 h 13"/>
              <a:gd name="T8" fmla="*/ 2147483647 w 51"/>
              <a:gd name="T9" fmla="*/ 2147483647 h 13"/>
              <a:gd name="T10" fmla="*/ 2147483647 w 51"/>
              <a:gd name="T11" fmla="*/ 2147483647 h 13"/>
              <a:gd name="T12" fmla="*/ 0 w 51"/>
              <a:gd name="T13" fmla="*/ 2147483647 h 13"/>
              <a:gd name="T14" fmla="*/ 0 w 51"/>
              <a:gd name="T15" fmla="*/ 2147483647 h 13"/>
              <a:gd name="T16" fmla="*/ 2147483647 w 51"/>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13"/>
              <a:gd name="T29" fmla="*/ 51 w 51"/>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13">
                <a:moveTo>
                  <a:pt x="4" y="0"/>
                </a:moveTo>
                <a:cubicBezTo>
                  <a:pt x="18" y="0"/>
                  <a:pt x="33" y="0"/>
                  <a:pt x="47" y="0"/>
                </a:cubicBezTo>
                <a:cubicBezTo>
                  <a:pt x="49" y="0"/>
                  <a:pt x="51" y="1"/>
                  <a:pt x="51" y="4"/>
                </a:cubicBezTo>
                <a:cubicBezTo>
                  <a:pt x="51" y="5"/>
                  <a:pt x="51" y="7"/>
                  <a:pt x="51" y="9"/>
                </a:cubicBezTo>
                <a:cubicBezTo>
                  <a:pt x="51" y="11"/>
                  <a:pt x="49" y="13"/>
                  <a:pt x="47" y="13"/>
                </a:cubicBezTo>
                <a:cubicBezTo>
                  <a:pt x="33" y="13"/>
                  <a:pt x="18" y="13"/>
                  <a:pt x="4" y="13"/>
                </a:cubicBezTo>
                <a:cubicBezTo>
                  <a:pt x="2" y="13"/>
                  <a:pt x="0" y="11"/>
                  <a:pt x="0" y="9"/>
                </a:cubicBezTo>
                <a:cubicBezTo>
                  <a:pt x="0" y="7"/>
                  <a:pt x="0" y="5"/>
                  <a:pt x="0" y="4"/>
                </a:cubicBezTo>
                <a:cubicBezTo>
                  <a:pt x="0" y="1"/>
                  <a:pt x="2" y="0"/>
                  <a:pt x="4" y="0"/>
                </a:cubicBezTo>
                <a:close/>
              </a:path>
            </a:pathLst>
          </a:custGeom>
          <a:solidFill>
            <a:srgbClr val="58BBB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 name="TextBox 66"/>
          <p:cNvSpPr txBox="1"/>
          <p:nvPr/>
        </p:nvSpPr>
        <p:spPr>
          <a:xfrm>
            <a:off x="2195736" y="4446463"/>
            <a:ext cx="324898" cy="937744"/>
          </a:xfrm>
          <a:prstGeom prst="rect">
            <a:avLst/>
          </a:prstGeom>
          <a:noFill/>
        </p:spPr>
        <p:txBody>
          <a:bodyPr>
            <a:prstTxWarp prst="textPlain">
              <a:avLst/>
            </a:prstTxWarp>
            <a:spAutoFit/>
          </a:bodyPr>
          <a:lstStyle/>
          <a:p>
            <a:pPr fontAlgn="auto">
              <a:spcBef>
                <a:spcPts val="0"/>
              </a:spcBef>
              <a:spcAft>
                <a:spcPts val="0"/>
              </a:spcAft>
              <a:defRPr/>
            </a:pPr>
            <a:r>
              <a:rPr lang="en-US" altLang="zh-CN" spc="-1000" dirty="0">
                <a:blipFill>
                  <a:blip r:embed="rId1"/>
                  <a:stretch>
                    <a:fillRect/>
                  </a:stretch>
                </a:blipFill>
                <a:latin typeface="+mn-lt"/>
                <a:ea typeface="+mn-ea"/>
              </a:rPr>
              <a:t>_</a:t>
            </a:r>
            <a:r>
              <a:rPr lang="en-US" altLang="zh-CN" spc="-1000" dirty="0">
                <a:blipFill>
                  <a:blip r:embed="rId2"/>
                  <a:stretch>
                    <a:fillRect/>
                  </a:stretch>
                </a:blipFill>
                <a:latin typeface="+mn-lt"/>
                <a:ea typeface="+mn-ea"/>
              </a:rPr>
              <a:t>_</a:t>
            </a:r>
            <a:r>
              <a:rPr lang="en-US" altLang="zh-CN" spc="-1000" dirty="0">
                <a:blipFill>
                  <a:blip r:embed="rId3"/>
                  <a:stretch>
                    <a:fillRect/>
                  </a:stretch>
                </a:blipFill>
                <a:latin typeface="+mn-lt"/>
                <a:ea typeface="+mn-ea"/>
              </a:rPr>
              <a:t>_</a:t>
            </a:r>
            <a:r>
              <a:rPr lang="en-US" altLang="zh-CN" spc="-1000" dirty="0">
                <a:blipFill>
                  <a:blip r:embed="rId2"/>
                  <a:stretch>
                    <a:fillRect/>
                  </a:stretch>
                </a:blipFill>
                <a:latin typeface="+mn-lt"/>
                <a:ea typeface="+mn-ea"/>
              </a:rPr>
              <a:t>_</a:t>
            </a:r>
            <a:endParaRPr lang="zh-CN" altLang="en-US" spc="-1000" dirty="0">
              <a:blipFill>
                <a:blip r:embed="rId2"/>
                <a:stretch>
                  <a:fillRect/>
                </a:stretch>
              </a:blipFill>
              <a:latin typeface="+mn-lt"/>
              <a:ea typeface="+mn-ea"/>
            </a:endParaRPr>
          </a:p>
        </p:txBody>
      </p:sp>
      <p:grpSp>
        <p:nvGrpSpPr>
          <p:cNvPr id="7" name="组合 98"/>
          <p:cNvGrpSpPr/>
          <p:nvPr/>
        </p:nvGrpSpPr>
        <p:grpSpPr bwMode="auto">
          <a:xfrm>
            <a:off x="5391795" y="4417912"/>
            <a:ext cx="325437" cy="979488"/>
            <a:chOff x="9337143" y="-455782"/>
            <a:chExt cx="1930149" cy="5831174"/>
          </a:xfrm>
        </p:grpSpPr>
        <p:sp>
          <p:nvSpPr>
            <p:cNvPr id="96" name="流程图: 手动操作 95"/>
            <p:cNvSpPr/>
            <p:nvPr/>
          </p:nvSpPr>
          <p:spPr>
            <a:xfrm rot="10601180">
              <a:off x="10297511" y="2833112"/>
              <a:ext cx="630827" cy="2542280"/>
            </a:xfrm>
            <a:prstGeom prst="flowChartManualOperation">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7" name="流程图: 手动操作 96"/>
            <p:cNvSpPr/>
            <p:nvPr/>
          </p:nvSpPr>
          <p:spPr>
            <a:xfrm rot="11051233">
              <a:off x="9704340" y="2823664"/>
              <a:ext cx="630833" cy="2542274"/>
            </a:xfrm>
            <a:prstGeom prst="flowChartManualOperation">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4146" name="组合 94"/>
            <p:cNvGrpSpPr/>
            <p:nvPr/>
          </p:nvGrpSpPr>
          <p:grpSpPr bwMode="auto">
            <a:xfrm>
              <a:off x="9337143" y="-455782"/>
              <a:ext cx="1930149" cy="3600680"/>
              <a:chOff x="4009933" y="1196247"/>
              <a:chExt cx="1930149" cy="3600680"/>
            </a:xfrm>
          </p:grpSpPr>
          <p:grpSp>
            <p:nvGrpSpPr>
              <p:cNvPr id="4147" name="组合 67"/>
              <p:cNvGrpSpPr/>
              <p:nvPr/>
            </p:nvGrpSpPr>
            <p:grpSpPr bwMode="auto">
              <a:xfrm>
                <a:off x="4035973" y="1196247"/>
                <a:ext cx="1748582" cy="1921371"/>
                <a:chOff x="515647" y="2315948"/>
                <a:chExt cx="3121654" cy="3301035"/>
              </a:xfrm>
            </p:grpSpPr>
            <p:grpSp>
              <p:nvGrpSpPr>
                <p:cNvPr id="4156" name="组合 68"/>
                <p:cNvGrpSpPr/>
                <p:nvPr/>
              </p:nvGrpSpPr>
              <p:grpSpPr bwMode="auto">
                <a:xfrm rot="-724085">
                  <a:off x="515647" y="2315948"/>
                  <a:ext cx="3121654" cy="3301035"/>
                  <a:chOff x="3929064" y="3013014"/>
                  <a:chExt cx="1109662" cy="1325623"/>
                </a:xfrm>
              </p:grpSpPr>
              <p:sp>
                <p:nvSpPr>
                  <p:cNvPr id="72" name="椭圆 71"/>
                  <p:cNvSpPr/>
                  <p:nvPr/>
                </p:nvSpPr>
                <p:spPr>
                  <a:xfrm>
                    <a:off x="3919777" y="3206536"/>
                    <a:ext cx="1093436" cy="1108482"/>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3" name="任意多边形 72"/>
                  <p:cNvSpPr/>
                  <p:nvPr/>
                </p:nvSpPr>
                <p:spPr>
                  <a:xfrm>
                    <a:off x="3953436" y="3201614"/>
                    <a:ext cx="627384" cy="658567"/>
                  </a:xfrm>
                  <a:custGeom>
                    <a:avLst/>
                    <a:gdLst>
                      <a:gd name="connsiteX0" fmla="*/ 439737 w 642936"/>
                      <a:gd name="connsiteY0" fmla="*/ 278606 h 658018"/>
                      <a:gd name="connsiteX1" fmla="*/ 363537 w 642936"/>
                      <a:gd name="connsiteY1" fmla="*/ 373856 h 658018"/>
                      <a:gd name="connsiteX2" fmla="*/ 158749 w 642936"/>
                      <a:gd name="connsiteY2" fmla="*/ 521494 h 658018"/>
                      <a:gd name="connsiteX3" fmla="*/ 11112 w 642936"/>
                      <a:gd name="connsiteY3" fmla="*/ 621506 h 658018"/>
                      <a:gd name="connsiteX4" fmla="*/ 92074 w 642936"/>
                      <a:gd name="connsiteY4" fmla="*/ 302419 h 658018"/>
                      <a:gd name="connsiteX5" fmla="*/ 258762 w 642936"/>
                      <a:gd name="connsiteY5" fmla="*/ 130969 h 658018"/>
                      <a:gd name="connsiteX6" fmla="*/ 482599 w 642936"/>
                      <a:gd name="connsiteY6" fmla="*/ 50006 h 658018"/>
                      <a:gd name="connsiteX7" fmla="*/ 634999 w 642936"/>
                      <a:gd name="connsiteY7" fmla="*/ 40481 h 658018"/>
                      <a:gd name="connsiteX8" fmla="*/ 439737 w 642936"/>
                      <a:gd name="connsiteY8" fmla="*/ 278606 h 65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2936" h="658018">
                        <a:moveTo>
                          <a:pt x="439737" y="278606"/>
                        </a:moveTo>
                        <a:cubicBezTo>
                          <a:pt x="394493" y="334168"/>
                          <a:pt x="410368" y="333375"/>
                          <a:pt x="363537" y="373856"/>
                        </a:cubicBezTo>
                        <a:cubicBezTo>
                          <a:pt x="316706" y="414337"/>
                          <a:pt x="217486" y="480219"/>
                          <a:pt x="158749" y="521494"/>
                        </a:cubicBezTo>
                        <a:cubicBezTo>
                          <a:pt x="100012" y="562769"/>
                          <a:pt x="22224" y="658018"/>
                          <a:pt x="11112" y="621506"/>
                        </a:cubicBezTo>
                        <a:cubicBezTo>
                          <a:pt x="0" y="584994"/>
                          <a:pt x="50799" y="384175"/>
                          <a:pt x="92074" y="302419"/>
                        </a:cubicBezTo>
                        <a:cubicBezTo>
                          <a:pt x="133349" y="220663"/>
                          <a:pt x="193675" y="173038"/>
                          <a:pt x="258762" y="130969"/>
                        </a:cubicBezTo>
                        <a:cubicBezTo>
                          <a:pt x="323850" y="88900"/>
                          <a:pt x="419893" y="65087"/>
                          <a:pt x="482599" y="50006"/>
                        </a:cubicBezTo>
                        <a:cubicBezTo>
                          <a:pt x="545305" y="34925"/>
                          <a:pt x="642936" y="0"/>
                          <a:pt x="634999" y="40481"/>
                        </a:cubicBezTo>
                        <a:cubicBezTo>
                          <a:pt x="627062" y="80962"/>
                          <a:pt x="484981" y="223044"/>
                          <a:pt x="439737" y="27860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4" name="新月形 73"/>
                  <p:cNvSpPr/>
                  <p:nvPr/>
                </p:nvSpPr>
                <p:spPr>
                  <a:xfrm rot="2626350">
                    <a:off x="3968894" y="2992880"/>
                    <a:ext cx="322654" cy="945472"/>
                  </a:xfrm>
                  <a:prstGeom prst="mo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5" name="弦形 74"/>
                  <p:cNvSpPr/>
                  <p:nvPr/>
                </p:nvSpPr>
                <p:spPr>
                  <a:xfrm rot="8498374">
                    <a:off x="4357033" y="3154345"/>
                    <a:ext cx="645308" cy="938949"/>
                  </a:xfrm>
                  <a:prstGeom prst="chord">
                    <a:avLst>
                      <a:gd name="adj1" fmla="val 2832510"/>
                      <a:gd name="adj2" fmla="val 1544658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70" name="新月形 69"/>
                <p:cNvSpPr/>
                <p:nvPr/>
              </p:nvSpPr>
              <p:spPr>
                <a:xfrm rot="2954103">
                  <a:off x="1905044" y="2367473"/>
                  <a:ext cx="405924" cy="790009"/>
                </a:xfrm>
                <a:prstGeom prst="mo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1" name="新月形 70"/>
                <p:cNvSpPr/>
                <p:nvPr/>
              </p:nvSpPr>
              <p:spPr>
                <a:xfrm rot="5820488">
                  <a:off x="1515874" y="2484833"/>
                  <a:ext cx="259794" cy="571500"/>
                </a:xfrm>
                <a:prstGeom prst="mo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76" name="圆角矩形 75"/>
              <p:cNvSpPr/>
              <p:nvPr/>
            </p:nvSpPr>
            <p:spPr>
              <a:xfrm>
                <a:off x="4339468" y="3143121"/>
                <a:ext cx="1223999" cy="165390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11" name="组合 76"/>
              <p:cNvGrpSpPr/>
              <p:nvPr/>
            </p:nvGrpSpPr>
            <p:grpSpPr>
              <a:xfrm>
                <a:off x="4757907" y="3220396"/>
                <a:ext cx="382114" cy="422406"/>
                <a:chOff x="4589776" y="1436910"/>
                <a:chExt cx="758738" cy="1088578"/>
              </a:xfrm>
              <a:solidFill>
                <a:schemeClr val="tx1"/>
              </a:solidFill>
            </p:grpSpPr>
            <p:sp>
              <p:nvSpPr>
                <p:cNvPr id="78" name="等腰三角形 77"/>
                <p:cNvSpPr/>
                <p:nvPr/>
              </p:nvSpPr>
              <p:spPr>
                <a:xfrm rot="16200000">
                  <a:off x="4241432" y="1785254"/>
                  <a:ext cx="1088573" cy="39188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9" name="等腰三角形 78"/>
                <p:cNvSpPr/>
                <p:nvPr/>
              </p:nvSpPr>
              <p:spPr>
                <a:xfrm rot="5400000">
                  <a:off x="4611913" y="1788887"/>
                  <a:ext cx="1081316" cy="39188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80" name="梯形 79"/>
              <p:cNvSpPr/>
              <p:nvPr/>
            </p:nvSpPr>
            <p:spPr>
              <a:xfrm>
                <a:off x="4876148" y="3511707"/>
                <a:ext cx="150646" cy="576499"/>
              </a:xfrm>
              <a:prstGeom prst="trapezoi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1" name="任意多边形 80"/>
              <p:cNvSpPr/>
              <p:nvPr/>
            </p:nvSpPr>
            <p:spPr>
              <a:xfrm>
                <a:off x="4537194" y="3143121"/>
                <a:ext cx="866215" cy="226820"/>
              </a:xfrm>
              <a:custGeom>
                <a:avLst/>
                <a:gdLst>
                  <a:gd name="connsiteX0" fmla="*/ 0 w 1538288"/>
                  <a:gd name="connsiteY0" fmla="*/ 0 h 390525"/>
                  <a:gd name="connsiteX1" fmla="*/ 533400 w 1538288"/>
                  <a:gd name="connsiteY1" fmla="*/ 385762 h 390525"/>
                  <a:gd name="connsiteX2" fmla="*/ 976313 w 1538288"/>
                  <a:gd name="connsiteY2" fmla="*/ 390525 h 390525"/>
                  <a:gd name="connsiteX3" fmla="*/ 1538288 w 1538288"/>
                  <a:gd name="connsiteY3" fmla="*/ 9525 h 390525"/>
                  <a:gd name="connsiteX4" fmla="*/ 1538288 w 1538288"/>
                  <a:gd name="connsiteY4" fmla="*/ 9525 h 390525"/>
                  <a:gd name="connsiteX5" fmla="*/ 0 w 1538288"/>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8288" h="390525">
                    <a:moveTo>
                      <a:pt x="0" y="0"/>
                    </a:moveTo>
                    <a:lnTo>
                      <a:pt x="533400" y="385762"/>
                    </a:lnTo>
                    <a:lnTo>
                      <a:pt x="976313" y="390525"/>
                    </a:lnTo>
                    <a:lnTo>
                      <a:pt x="1538288" y="9525"/>
                    </a:lnTo>
                    <a:lnTo>
                      <a:pt x="1538288" y="9525"/>
                    </a:lnTo>
                    <a:lnTo>
                      <a:pt x="0" y="0"/>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2" name="直角三角形 81"/>
              <p:cNvSpPr/>
              <p:nvPr/>
            </p:nvSpPr>
            <p:spPr>
              <a:xfrm rot="18819565">
                <a:off x="5040170" y="3214167"/>
                <a:ext cx="396936" cy="84735"/>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3" name="直角三角形 82"/>
              <p:cNvSpPr/>
              <p:nvPr/>
            </p:nvSpPr>
            <p:spPr>
              <a:xfrm rot="12986354">
                <a:off x="4461871" y="3237630"/>
                <a:ext cx="367197" cy="85061"/>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4" name="椭圆 83"/>
              <p:cNvSpPr/>
              <p:nvPr/>
            </p:nvSpPr>
            <p:spPr>
              <a:xfrm rot="962877">
                <a:off x="4009933" y="3133673"/>
                <a:ext cx="404858" cy="1483780"/>
              </a:xfrm>
              <a:prstGeom prst="ellipse">
                <a:avLst/>
              </a:prstGeom>
              <a:solidFill>
                <a:schemeClr val="accent6">
                  <a:lumMod val="20000"/>
                  <a:lumOff val="80000"/>
                </a:schemeClr>
              </a:solidFill>
              <a:ln w="3175">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5" name="椭圆 84"/>
              <p:cNvSpPr/>
              <p:nvPr/>
            </p:nvSpPr>
            <p:spPr>
              <a:xfrm rot="20367235">
                <a:off x="5544636" y="3133673"/>
                <a:ext cx="395446" cy="1436529"/>
              </a:xfrm>
              <a:prstGeom prst="ellipse">
                <a:avLst/>
              </a:prstGeom>
              <a:solidFill>
                <a:schemeClr val="accent6">
                  <a:lumMod val="20000"/>
                  <a:lumOff val="80000"/>
                </a:schemeClr>
              </a:solidFill>
              <a:ln w="3175">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93121" y="4171960"/>
            <a:ext cx="1218438" cy="1222153"/>
          </a:xfrm>
          <a:prstGeom prst="rect">
            <a:avLst/>
          </a:prstGeom>
        </p:spPr>
      </p:pic>
      <p:grpSp>
        <p:nvGrpSpPr>
          <p:cNvPr id="161" name="组合 125970"/>
          <p:cNvGrpSpPr/>
          <p:nvPr/>
        </p:nvGrpSpPr>
        <p:grpSpPr bwMode="auto">
          <a:xfrm>
            <a:off x="179512" y="193204"/>
            <a:ext cx="955675" cy="514143"/>
            <a:chOff x="0" y="-7"/>
            <a:chExt cx="954088" cy="514143"/>
          </a:xfrm>
        </p:grpSpPr>
        <p:sp>
          <p:nvSpPr>
            <p:cNvPr id="162" name="Rectangle 5"/>
            <p:cNvSpPr>
              <a:spLocks noChangeArrowheads="1"/>
            </p:cNvSpPr>
            <p:nvPr/>
          </p:nvSpPr>
          <p:spPr bwMode="auto">
            <a:xfrm>
              <a:off x="0" y="-7"/>
              <a:ext cx="954088" cy="514143"/>
            </a:xfrm>
            <a:prstGeom prst="rect">
              <a:avLst/>
            </a:prstGeom>
            <a:solidFill>
              <a:srgbClr val="F83003"/>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zh-CN" sz="1600">
                <a:solidFill>
                  <a:srgbClr val="000000"/>
                </a:solidFill>
                <a:sym typeface="宋体" panose="02010600030101010101" pitchFamily="2" charset="-122"/>
              </a:endParaRPr>
            </a:p>
          </p:txBody>
        </p:sp>
        <p:sp>
          <p:nvSpPr>
            <p:cNvPr id="163" name="Freeform 21"/>
            <p:cNvSpPr>
              <a:spLocks noChangeArrowheads="1"/>
            </p:cNvSpPr>
            <p:nvPr/>
          </p:nvSpPr>
          <p:spPr bwMode="auto">
            <a:xfrm>
              <a:off x="542925" y="119062"/>
              <a:ext cx="107950" cy="214313"/>
            </a:xfrm>
            <a:custGeom>
              <a:avLst/>
              <a:gdLst>
                <a:gd name="T0" fmla="*/ 107950 w 68"/>
                <a:gd name="T1" fmla="*/ 214313 h 135"/>
                <a:gd name="T2" fmla="*/ 107950 w 68"/>
                <a:gd name="T3" fmla="*/ 0 h 135"/>
                <a:gd name="T4" fmla="*/ 0 w 68"/>
                <a:gd name="T5" fmla="*/ 109538 h 135"/>
                <a:gd name="T6" fmla="*/ 107950 w 68"/>
                <a:gd name="T7" fmla="*/ 214313 h 135"/>
                <a:gd name="T8" fmla="*/ 0 60000 65536"/>
                <a:gd name="T9" fmla="*/ 0 60000 65536"/>
                <a:gd name="T10" fmla="*/ 0 60000 65536"/>
                <a:gd name="T11" fmla="*/ 0 60000 65536"/>
                <a:gd name="T12" fmla="*/ 0 w 68"/>
                <a:gd name="T13" fmla="*/ 0 h 135"/>
                <a:gd name="T14" fmla="*/ 68 w 68"/>
                <a:gd name="T15" fmla="*/ 135 h 135"/>
              </a:gdLst>
              <a:ahLst/>
              <a:cxnLst>
                <a:cxn ang="T8">
                  <a:pos x="T0" y="T1"/>
                </a:cxn>
                <a:cxn ang="T9">
                  <a:pos x="T2" y="T3"/>
                </a:cxn>
                <a:cxn ang="T10">
                  <a:pos x="T4" y="T5"/>
                </a:cxn>
                <a:cxn ang="T11">
                  <a:pos x="T6" y="T7"/>
                </a:cxn>
              </a:cxnLst>
              <a:rect l="T12" t="T13" r="T14" b="T15"/>
              <a:pathLst>
                <a:path w="68" h="135">
                  <a:moveTo>
                    <a:pt x="68" y="135"/>
                  </a:moveTo>
                  <a:lnTo>
                    <a:pt x="68" y="0"/>
                  </a:lnTo>
                  <a:lnTo>
                    <a:pt x="0" y="69"/>
                  </a:lnTo>
                  <a:lnTo>
                    <a:pt x="68" y="135"/>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64" name="Freeform 22"/>
            <p:cNvSpPr>
              <a:spLocks noChangeArrowheads="1"/>
            </p:cNvSpPr>
            <p:nvPr/>
          </p:nvSpPr>
          <p:spPr bwMode="auto">
            <a:xfrm>
              <a:off x="314325" y="236537"/>
              <a:ext cx="330200" cy="107950"/>
            </a:xfrm>
            <a:custGeom>
              <a:avLst/>
              <a:gdLst>
                <a:gd name="T0" fmla="*/ 109538 w 208"/>
                <a:gd name="T1" fmla="*/ 0 h 68"/>
                <a:gd name="T2" fmla="*/ 0 w 208"/>
                <a:gd name="T3" fmla="*/ 107950 h 68"/>
                <a:gd name="T4" fmla="*/ 330200 w 208"/>
                <a:gd name="T5" fmla="*/ 107950 h 68"/>
                <a:gd name="T6" fmla="*/ 217488 w 208"/>
                <a:gd name="T7" fmla="*/ 1588 h 68"/>
                <a:gd name="T8" fmla="*/ 163513 w 208"/>
                <a:gd name="T9" fmla="*/ 57150 h 68"/>
                <a:gd name="T10" fmla="*/ 109538 w 208"/>
                <a:gd name="T11" fmla="*/ 0 h 68"/>
                <a:gd name="T12" fmla="*/ 0 60000 65536"/>
                <a:gd name="T13" fmla="*/ 0 60000 65536"/>
                <a:gd name="T14" fmla="*/ 0 60000 65536"/>
                <a:gd name="T15" fmla="*/ 0 60000 65536"/>
                <a:gd name="T16" fmla="*/ 0 60000 65536"/>
                <a:gd name="T17" fmla="*/ 0 60000 65536"/>
                <a:gd name="T18" fmla="*/ 0 w 208"/>
                <a:gd name="T19" fmla="*/ 0 h 68"/>
                <a:gd name="T20" fmla="*/ 208 w 208"/>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208" h="68">
                  <a:moveTo>
                    <a:pt x="69" y="0"/>
                  </a:moveTo>
                  <a:lnTo>
                    <a:pt x="0" y="68"/>
                  </a:lnTo>
                  <a:lnTo>
                    <a:pt x="208" y="68"/>
                  </a:lnTo>
                  <a:lnTo>
                    <a:pt x="137" y="1"/>
                  </a:lnTo>
                  <a:lnTo>
                    <a:pt x="103" y="36"/>
                  </a:lnTo>
                  <a:lnTo>
                    <a:pt x="69" y="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65" name="Freeform 23"/>
            <p:cNvSpPr>
              <a:spLocks noChangeArrowheads="1"/>
            </p:cNvSpPr>
            <p:nvPr/>
          </p:nvSpPr>
          <p:spPr bwMode="auto">
            <a:xfrm>
              <a:off x="311150" y="101600"/>
              <a:ext cx="334963" cy="171450"/>
            </a:xfrm>
            <a:custGeom>
              <a:avLst/>
              <a:gdLst>
                <a:gd name="T0" fmla="*/ 166688 w 211"/>
                <a:gd name="T1" fmla="*/ 171450 h 108"/>
                <a:gd name="T2" fmla="*/ 334963 w 211"/>
                <a:gd name="T3" fmla="*/ 0 h 108"/>
                <a:gd name="T4" fmla="*/ 0 w 211"/>
                <a:gd name="T5" fmla="*/ 0 h 108"/>
                <a:gd name="T6" fmla="*/ 166688 w 211"/>
                <a:gd name="T7" fmla="*/ 171450 h 108"/>
                <a:gd name="T8" fmla="*/ 0 60000 65536"/>
                <a:gd name="T9" fmla="*/ 0 60000 65536"/>
                <a:gd name="T10" fmla="*/ 0 60000 65536"/>
                <a:gd name="T11" fmla="*/ 0 60000 65536"/>
                <a:gd name="T12" fmla="*/ 0 w 211"/>
                <a:gd name="T13" fmla="*/ 0 h 108"/>
                <a:gd name="T14" fmla="*/ 211 w 211"/>
                <a:gd name="T15" fmla="*/ 108 h 108"/>
              </a:gdLst>
              <a:ahLst/>
              <a:cxnLst>
                <a:cxn ang="T8">
                  <a:pos x="T0" y="T1"/>
                </a:cxn>
                <a:cxn ang="T9">
                  <a:pos x="T2" y="T3"/>
                </a:cxn>
                <a:cxn ang="T10">
                  <a:pos x="T4" y="T5"/>
                </a:cxn>
                <a:cxn ang="T11">
                  <a:pos x="T6" y="T7"/>
                </a:cxn>
              </a:cxnLst>
              <a:rect l="T12" t="T13" r="T14" b="T15"/>
              <a:pathLst>
                <a:path w="211" h="108">
                  <a:moveTo>
                    <a:pt x="105" y="108"/>
                  </a:moveTo>
                  <a:lnTo>
                    <a:pt x="211" y="0"/>
                  </a:lnTo>
                  <a:lnTo>
                    <a:pt x="0" y="0"/>
                  </a:lnTo>
                  <a:lnTo>
                    <a:pt x="105" y="108"/>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66" name="Freeform 24"/>
            <p:cNvSpPr>
              <a:spLocks noChangeArrowheads="1"/>
            </p:cNvSpPr>
            <p:nvPr/>
          </p:nvSpPr>
          <p:spPr bwMode="auto">
            <a:xfrm>
              <a:off x="304800" y="114300"/>
              <a:ext cx="106363" cy="223838"/>
            </a:xfrm>
            <a:custGeom>
              <a:avLst/>
              <a:gdLst>
                <a:gd name="T0" fmla="*/ 106363 w 67"/>
                <a:gd name="T1" fmla="*/ 111125 h 141"/>
                <a:gd name="T2" fmla="*/ 0 w 67"/>
                <a:gd name="T3" fmla="*/ 0 h 141"/>
                <a:gd name="T4" fmla="*/ 0 w 67"/>
                <a:gd name="T5" fmla="*/ 223838 h 141"/>
                <a:gd name="T6" fmla="*/ 106363 w 67"/>
                <a:gd name="T7" fmla="*/ 111125 h 141"/>
                <a:gd name="T8" fmla="*/ 0 60000 65536"/>
                <a:gd name="T9" fmla="*/ 0 60000 65536"/>
                <a:gd name="T10" fmla="*/ 0 60000 65536"/>
                <a:gd name="T11" fmla="*/ 0 60000 65536"/>
                <a:gd name="T12" fmla="*/ 0 w 67"/>
                <a:gd name="T13" fmla="*/ 0 h 141"/>
                <a:gd name="T14" fmla="*/ 67 w 67"/>
                <a:gd name="T15" fmla="*/ 141 h 141"/>
              </a:gdLst>
              <a:ahLst/>
              <a:cxnLst>
                <a:cxn ang="T8">
                  <a:pos x="T0" y="T1"/>
                </a:cxn>
                <a:cxn ang="T9">
                  <a:pos x="T2" y="T3"/>
                </a:cxn>
                <a:cxn ang="T10">
                  <a:pos x="T4" y="T5"/>
                </a:cxn>
                <a:cxn ang="T11">
                  <a:pos x="T6" y="T7"/>
                </a:cxn>
              </a:cxnLst>
              <a:rect l="T12" t="T13" r="T14" b="T15"/>
              <a:pathLst>
                <a:path w="67" h="141">
                  <a:moveTo>
                    <a:pt x="67" y="70"/>
                  </a:moveTo>
                  <a:lnTo>
                    <a:pt x="0" y="0"/>
                  </a:lnTo>
                  <a:lnTo>
                    <a:pt x="0" y="141"/>
                  </a:lnTo>
                  <a:lnTo>
                    <a:pt x="67" y="7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sp>
        <p:nvSpPr>
          <p:cNvPr id="167" name="圆角矩形 60"/>
          <p:cNvSpPr>
            <a:spLocks noChangeAspect="1" noChangeArrowheads="1"/>
          </p:cNvSpPr>
          <p:nvPr/>
        </p:nvSpPr>
        <p:spPr bwMode="auto">
          <a:xfrm>
            <a:off x="1331640" y="1201316"/>
            <a:ext cx="6912768" cy="1944000"/>
          </a:xfrm>
          <a:prstGeom prst="roundRect">
            <a:avLst>
              <a:gd name="adj" fmla="val 4194"/>
            </a:avLst>
          </a:prstGeom>
          <a:noFill/>
          <a:ln w="6350">
            <a:solidFill>
              <a:srgbClr val="80808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168" name="矩形 167"/>
          <p:cNvSpPr/>
          <p:nvPr/>
        </p:nvSpPr>
        <p:spPr>
          <a:xfrm>
            <a:off x="1515210" y="1318932"/>
            <a:ext cx="6585182" cy="2215991"/>
          </a:xfrm>
          <a:prstGeom prst="rect">
            <a:avLst/>
          </a:prstGeom>
        </p:spPr>
        <p:txBody>
          <a:bodyPr wrap="square">
            <a:spAutoFit/>
          </a:bodyPr>
          <a:lstStyle/>
          <a:p>
            <a:pPr eaLnBrk="1" hangingPunct="1">
              <a:lnSpc>
                <a:spcPct val="150000"/>
              </a:lnSpc>
            </a:pPr>
            <a:r>
              <a:rPr lang="zh-CN" altLang="en-US" sz="2000" dirty="0" smtClean="0">
                <a:solidFill>
                  <a:srgbClr val="0070C0"/>
                </a:solidFill>
                <a:latin typeface="Franklin Gothic Medium" panose="020B0603020102020204" pitchFamily="34" charset="0"/>
                <a:ea typeface="微软雅黑" panose="020B0503020204020204" pitchFamily="34" charset="-122"/>
              </a:rPr>
              <a:t>思考题：</a:t>
            </a:r>
            <a:endParaRPr lang="en-US" altLang="zh-CN" sz="2000" dirty="0" smtClean="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en-US" altLang="zh-CN" dirty="0" smtClean="0">
                <a:solidFill>
                  <a:srgbClr val="0070C0"/>
                </a:solidFill>
                <a:latin typeface="Franklin Gothic Medium" panose="020B0603020102020204" pitchFamily="34" charset="0"/>
                <a:ea typeface="微软雅黑" panose="020B0503020204020204" pitchFamily="34" charset="-122"/>
              </a:rPr>
              <a:t>1</a:t>
            </a:r>
            <a:r>
              <a:rPr lang="en-US" altLang="zh-CN" dirty="0">
                <a:solidFill>
                  <a:srgbClr val="0070C0"/>
                </a:solidFill>
                <a:latin typeface="Franklin Gothic Medium" panose="020B0603020102020204" pitchFamily="34" charset="0"/>
                <a:ea typeface="微软雅黑" panose="020B0503020204020204" pitchFamily="34" charset="-122"/>
              </a:rPr>
              <a:t>.</a:t>
            </a:r>
            <a:r>
              <a:rPr lang="zh-CN" altLang="en-US" dirty="0" smtClean="0">
                <a:latin typeface="黑体" panose="02010609060101010101" charset="-122"/>
                <a:ea typeface="黑体" panose="02010609060101010101" charset="-122"/>
              </a:rPr>
              <a:t>为什么药物颗粒流动性</a:t>
            </a:r>
            <a:r>
              <a:rPr lang="zh-CN" altLang="en-US" dirty="0">
                <a:latin typeface="黑体" panose="02010609060101010101" charset="-122"/>
                <a:ea typeface="黑体" panose="02010609060101010101" charset="-122"/>
              </a:rPr>
              <a:t>差及压片过快，容易出现片重差异超</a:t>
            </a:r>
            <a:r>
              <a:rPr lang="zh-CN" altLang="en-US" dirty="0" smtClean="0">
                <a:latin typeface="黑体" panose="02010609060101010101" charset="-122"/>
                <a:ea typeface="黑体" panose="02010609060101010101" charset="-122"/>
              </a:rPr>
              <a:t>限</a:t>
            </a:r>
            <a:r>
              <a:rPr lang="en-US" altLang="zh-CN" dirty="0" smtClean="0">
                <a:latin typeface="黑体" panose="02010609060101010101" charset="-122"/>
                <a:ea typeface="黑体" panose="02010609060101010101" charset="-122"/>
              </a:rPr>
              <a:t>?</a:t>
            </a:r>
            <a:endParaRPr lang="en-US" altLang="zh-CN" dirty="0" smtClean="0">
              <a:latin typeface="黑体" panose="02010609060101010101" charset="-122"/>
              <a:ea typeface="黑体" panose="02010609060101010101" charset="-122"/>
            </a:endParaRPr>
          </a:p>
          <a:p>
            <a:pPr eaLnBrk="1" hangingPunct="1">
              <a:lnSpc>
                <a:spcPct val="150000"/>
              </a:lnSpc>
            </a:pPr>
            <a:r>
              <a:rPr lang="en-US" altLang="zh-CN" dirty="0">
                <a:solidFill>
                  <a:srgbClr val="0070C0"/>
                </a:solidFill>
                <a:latin typeface="Franklin Gothic Medium" panose="020B0603020102020204" pitchFamily="34" charset="0"/>
                <a:ea typeface="微软雅黑" panose="020B0503020204020204" pitchFamily="34" charset="-122"/>
              </a:rPr>
              <a:t>2.</a:t>
            </a:r>
            <a:r>
              <a:rPr lang="zh-CN" altLang="en-US" dirty="0" smtClean="0">
                <a:latin typeface="黑体" panose="02010609060101010101" charset="-122"/>
                <a:ea typeface="黑体" panose="02010609060101010101" charset="-122"/>
              </a:rPr>
              <a:t>旋转式压片机可从那几方面加以改进？</a:t>
            </a:r>
            <a:endParaRPr lang="en-US" altLang="zh-CN" dirty="0" smtClean="0">
              <a:latin typeface="黑体" panose="02010609060101010101" charset="-122"/>
              <a:ea typeface="黑体" panose="02010609060101010101" charset="-122"/>
            </a:endParaRPr>
          </a:p>
          <a:p>
            <a:pPr algn="r" eaLnBrk="1" hangingPunct="1">
              <a:lnSpc>
                <a:spcPct val="150000"/>
              </a:lnSpc>
            </a:pPr>
            <a:r>
              <a:rPr lang="zh-CN" altLang="en-US" dirty="0" smtClean="0">
                <a:latin typeface="黑体" panose="02010609060101010101" charset="-122"/>
                <a:ea typeface="黑体" panose="02010609060101010101" charset="-122"/>
              </a:rPr>
              <a:t>请同学们直接将答案发送至微信群中</a:t>
            </a:r>
            <a:endParaRPr lang="zh-CN" altLang="en-US" dirty="0">
              <a:latin typeface="黑体" panose="02010609060101010101" charset="-122"/>
              <a:ea typeface="黑体" panose="02010609060101010101" charset="-122"/>
            </a:endParaRPr>
          </a:p>
          <a:p>
            <a:pPr eaLnBrk="1" hangingPunct="1">
              <a:lnSpc>
                <a:spcPct val="150000"/>
              </a:lnSpc>
            </a:pPr>
            <a:endParaRPr lang="zh-CN" altLang="en-US" dirty="0">
              <a:latin typeface="Franklin Gothic Medium" panose="020B0603020102020204" pitchFamily="34" charset="0"/>
              <a:ea typeface="微软雅黑" panose="020B0503020204020204" pitchFamily="34" charset="-122"/>
            </a:endParaRPr>
          </a:p>
        </p:txBody>
      </p:sp>
      <p:sp>
        <p:nvSpPr>
          <p:cNvPr id="169" name="圆角矩形 60"/>
          <p:cNvSpPr>
            <a:spLocks noChangeArrowheads="1"/>
          </p:cNvSpPr>
          <p:nvPr/>
        </p:nvSpPr>
        <p:spPr bwMode="auto">
          <a:xfrm>
            <a:off x="4135893" y="2699964"/>
            <a:ext cx="3927272" cy="360000"/>
          </a:xfrm>
          <a:prstGeom prst="roundRect">
            <a:avLst>
              <a:gd name="adj" fmla="val 4194"/>
            </a:avLst>
          </a:prstGeom>
          <a:noFill/>
          <a:ln w="1270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cxnSp>
        <p:nvCxnSpPr>
          <p:cNvPr id="170" name="直接连接符 25"/>
          <p:cNvCxnSpPr>
            <a:cxnSpLocks noChangeShapeType="1"/>
          </p:cNvCxnSpPr>
          <p:nvPr/>
        </p:nvCxnSpPr>
        <p:spPr bwMode="auto">
          <a:xfrm flipH="1" flipV="1">
            <a:off x="7060256" y="3076178"/>
            <a:ext cx="1098554" cy="99963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51" name="灯片编号占位符 50"/>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1" presetClass="entr" presetSubtype="0" repeatCount="3000" fill="hold" nodeType="withEffect">
                                  <p:stCondLst>
                                    <p:cond delay="0"/>
                                  </p:stCondLst>
                                  <p:iterate type="lt">
                                    <p:tmPct val="77778"/>
                                  </p:iterate>
                                  <p:childTnLst>
                                    <p:set>
                                      <p:cBhvr>
                                        <p:cTn id="6" dur="300">
                                          <p:stCondLst>
                                            <p:cond delay="0"/>
                                          </p:stCondLst>
                                        </p:cTn>
                                        <p:tgtEl>
                                          <p:spTgt spid="67"/>
                                        </p:tgtEl>
                                        <p:attrNameLst>
                                          <p:attrName>style.visibility</p:attrName>
                                        </p:attrNameLst>
                                      </p:cBhvr>
                                      <p:to>
                                        <p:strVal val="visible"/>
                                      </p:to>
                                    </p:set>
                                  </p:childTnLst>
                                </p:cTn>
                              </p:par>
                              <p:par>
                                <p:cTn id="7" presetID="63" presetClass="path" presetSubtype="0" accel="50000" decel="50000" fill="hold" nodeType="withEffect">
                                  <p:stCondLst>
                                    <p:cond delay="0"/>
                                  </p:stCondLst>
                                  <p:iterate type="lt">
                                    <p:tmPct val="0"/>
                                  </p:iterate>
                                  <p:childTnLst>
                                    <p:animMotion origin="layout" path="M 0.00434 0.00444 L 0.36042 0.00556 " pathEditMode="relative" rAng="0" ptsTypes="AA">
                                      <p:cBhvr>
                                        <p:cTn id="8" dur="3000" fill="hold"/>
                                        <p:tgtEl>
                                          <p:spTgt spid="67"/>
                                        </p:tgtEl>
                                        <p:attrNameLst>
                                          <p:attrName>ppt_x</p:attrName>
                                          <p:attrName>ppt_y</p:attrName>
                                        </p:attrNameLst>
                                      </p:cBhvr>
                                      <p:rCtr x="17795" y="56"/>
                                    </p:animMotion>
                                  </p:childTnLst>
                                </p:cTn>
                              </p:par>
                            </p:childTnLst>
                          </p:cTn>
                        </p:par>
                        <p:par>
                          <p:cTn id="9" fill="hold">
                            <p:stCondLst>
                              <p:cond delay="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
                                        <p:tgtEl>
                                          <p:spTgt spid="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grpId="0" nodeType="afterEffect">
                                  <p:stCondLst>
                                    <p:cond delay="100"/>
                                  </p:stCondLst>
                                  <p:childTnLst>
                                    <p:set>
                                      <p:cBhvr>
                                        <p:cTn id="22" dur="1" fill="hold">
                                          <p:stCondLst>
                                            <p:cond delay="0"/>
                                          </p:stCondLst>
                                        </p:cTn>
                                        <p:tgtEl>
                                          <p:spTgt spid="14"/>
                                        </p:tgtEl>
                                        <p:attrNameLst>
                                          <p:attrName>style.visibility</p:attrName>
                                        </p:attrNameLst>
                                      </p:cBhvr>
                                      <p:to>
                                        <p:strVal val="visible"/>
                                      </p:to>
                                    </p:set>
                                  </p:childTnLst>
                                </p:cTn>
                              </p:par>
                            </p:childTnLst>
                          </p:cTn>
                        </p:par>
                        <p:par>
                          <p:cTn id="23" fill="hold">
                            <p:stCondLst>
                              <p:cond delay="1100"/>
                            </p:stCondLst>
                            <p:childTnLst>
                              <p:par>
                                <p:cTn id="24" presetID="1" presetClass="entr" presetSubtype="0" fill="hold" grpId="0" nodeType="afterEffect">
                                  <p:stCondLst>
                                    <p:cond delay="100"/>
                                  </p:stCondLst>
                                  <p:childTnLst>
                                    <p:set>
                                      <p:cBhvr>
                                        <p:cTn id="25" dur="1" fill="hold">
                                          <p:stCondLst>
                                            <p:cond delay="0"/>
                                          </p:stCondLst>
                                        </p:cTn>
                                        <p:tgtEl>
                                          <p:spTgt spid="15"/>
                                        </p:tgtEl>
                                        <p:attrNameLst>
                                          <p:attrName>style.visibility</p:attrName>
                                        </p:attrNameLst>
                                      </p:cBhvr>
                                      <p:to>
                                        <p:strVal val="visible"/>
                                      </p:to>
                                    </p:set>
                                  </p:childTnLst>
                                </p:cTn>
                              </p:par>
                            </p:childTnLst>
                          </p:cTn>
                        </p:par>
                        <p:par>
                          <p:cTn id="26" fill="hold">
                            <p:stCondLst>
                              <p:cond delay="1200"/>
                            </p:stCondLst>
                            <p:childTnLst>
                              <p:par>
                                <p:cTn id="27" presetID="1" presetClass="entr" presetSubtype="0" fill="hold" grpId="0" nodeType="afterEffect">
                                  <p:stCondLst>
                                    <p:cond delay="100"/>
                                  </p:stCondLst>
                                  <p:childTnLst>
                                    <p:set>
                                      <p:cBhvr>
                                        <p:cTn id="28" dur="1" fill="hold">
                                          <p:stCondLst>
                                            <p:cond delay="0"/>
                                          </p:stCondLst>
                                        </p:cTn>
                                        <p:tgtEl>
                                          <p:spTgt spid="16"/>
                                        </p:tgtEl>
                                        <p:attrNameLst>
                                          <p:attrName>style.visibility</p:attrName>
                                        </p:attrNameLst>
                                      </p:cBhvr>
                                      <p:to>
                                        <p:strVal val="visible"/>
                                      </p:to>
                                    </p:set>
                                  </p:childTnLst>
                                </p:cTn>
                              </p:par>
                            </p:childTnLst>
                          </p:cTn>
                        </p:par>
                        <p:par>
                          <p:cTn id="29" fill="hold">
                            <p:stCondLst>
                              <p:cond delay="1300"/>
                            </p:stCondLst>
                            <p:childTnLst>
                              <p:par>
                                <p:cTn id="30" presetID="1" presetClass="entr" presetSubtype="0" fill="hold" grpId="0" nodeType="afterEffect">
                                  <p:stCondLst>
                                    <p:cond delay="100"/>
                                  </p:stCondLst>
                                  <p:childTnLst>
                                    <p:set>
                                      <p:cBhvr>
                                        <p:cTn id="31" dur="1" fill="hold">
                                          <p:stCondLst>
                                            <p:cond delay="0"/>
                                          </p:stCondLst>
                                        </p:cTn>
                                        <p:tgtEl>
                                          <p:spTgt spid="17"/>
                                        </p:tgtEl>
                                        <p:attrNameLst>
                                          <p:attrName>style.visibility</p:attrName>
                                        </p:attrNameLst>
                                      </p:cBhvr>
                                      <p:to>
                                        <p:strVal val="visible"/>
                                      </p:to>
                                    </p:set>
                                  </p:childTnLst>
                                </p:cTn>
                              </p:par>
                            </p:childTnLst>
                          </p:cTn>
                        </p:par>
                        <p:par>
                          <p:cTn id="32" fill="hold">
                            <p:stCondLst>
                              <p:cond delay="1400"/>
                            </p:stCondLst>
                            <p:childTnLst>
                              <p:par>
                                <p:cTn id="33" presetID="1" presetClass="entr" presetSubtype="0" fill="hold" grpId="0" nodeType="afterEffect">
                                  <p:stCondLst>
                                    <p:cond delay="100"/>
                                  </p:stCondLst>
                                  <p:childTnLst>
                                    <p:set>
                                      <p:cBhvr>
                                        <p:cTn id="34" dur="1" fill="hold">
                                          <p:stCondLst>
                                            <p:cond delay="0"/>
                                          </p:stCondLst>
                                        </p:cTn>
                                        <p:tgtEl>
                                          <p:spTgt spid="18"/>
                                        </p:tgtEl>
                                        <p:attrNameLst>
                                          <p:attrName>style.visibility</p:attrName>
                                        </p:attrNameLst>
                                      </p:cBhvr>
                                      <p:to>
                                        <p:strVal val="visible"/>
                                      </p:to>
                                    </p:se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par>
                          <p:cTn id="39" fill="hold">
                            <p:stCondLst>
                              <p:cond delay="2000"/>
                            </p:stCondLst>
                            <p:childTnLst>
                              <p:par>
                                <p:cTn id="40" presetID="22" presetClass="entr" presetSubtype="8" fill="hold" grpId="0" nodeType="afterEffect">
                                  <p:stCondLst>
                                    <p:cond delay="250"/>
                                  </p:stCondLst>
                                  <p:childTnLst>
                                    <p:set>
                                      <p:cBhvr>
                                        <p:cTn id="41" dur="1" fill="hold">
                                          <p:stCondLst>
                                            <p:cond delay="0"/>
                                          </p:stCondLst>
                                        </p:cTn>
                                        <p:tgtEl>
                                          <p:spTgt spid="167"/>
                                        </p:tgtEl>
                                        <p:attrNameLst>
                                          <p:attrName>style.visibility</p:attrName>
                                        </p:attrNameLst>
                                      </p:cBhvr>
                                      <p:to>
                                        <p:strVal val="visible"/>
                                      </p:to>
                                    </p:set>
                                    <p:animEffect transition="in" filter="wipe(left)">
                                      <p:cBhvr>
                                        <p:cTn id="42" dur="500"/>
                                        <p:tgtEl>
                                          <p:spTgt spid="167"/>
                                        </p:tgtEl>
                                      </p:cBhvr>
                                    </p:animEffect>
                                  </p:childTnLst>
                                </p:cTn>
                              </p:par>
                              <p:par>
                                <p:cTn id="43" presetID="22" presetClass="entr" presetSubtype="8" fill="hold" grpId="0" nodeType="withEffect">
                                  <p:stCondLst>
                                    <p:cond delay="500"/>
                                  </p:stCondLst>
                                  <p:childTnLst>
                                    <p:set>
                                      <p:cBhvr>
                                        <p:cTn id="44" dur="1" fill="hold">
                                          <p:stCondLst>
                                            <p:cond delay="0"/>
                                          </p:stCondLst>
                                        </p:cTn>
                                        <p:tgtEl>
                                          <p:spTgt spid="168"/>
                                        </p:tgtEl>
                                        <p:attrNameLst>
                                          <p:attrName>style.visibility</p:attrName>
                                        </p:attrNameLst>
                                      </p:cBhvr>
                                      <p:to>
                                        <p:strVal val="visible"/>
                                      </p:to>
                                    </p:set>
                                    <p:animEffect transition="in" filter="wipe(left)">
                                      <p:cBhvr>
                                        <p:cTn id="45" dur="500"/>
                                        <p:tgtEl>
                                          <p:spTgt spid="168"/>
                                        </p:tgtEl>
                                      </p:cBhvr>
                                    </p:animEffect>
                                  </p:childTnLst>
                                </p:cTn>
                              </p:par>
                            </p:childTnLst>
                          </p:cTn>
                        </p:par>
                        <p:par>
                          <p:cTn id="46" fill="hold">
                            <p:stCondLst>
                              <p:cond delay="2750"/>
                            </p:stCondLst>
                            <p:childTnLst>
                              <p:par>
                                <p:cTn id="47" presetID="10" presetClass="entr" presetSubtype="0" fill="hold" grpId="0" nodeType="afterEffect">
                                  <p:stCondLst>
                                    <p:cond delay="0"/>
                                  </p:stCondLst>
                                  <p:childTnLst>
                                    <p:set>
                                      <p:cBhvr>
                                        <p:cTn id="48" dur="1" fill="hold">
                                          <p:stCondLst>
                                            <p:cond delay="0"/>
                                          </p:stCondLst>
                                        </p:cTn>
                                        <p:tgtEl>
                                          <p:spTgt spid="169"/>
                                        </p:tgtEl>
                                        <p:attrNameLst>
                                          <p:attrName>style.visibility</p:attrName>
                                        </p:attrNameLst>
                                      </p:cBhvr>
                                      <p:to>
                                        <p:strVal val="visible"/>
                                      </p:to>
                                    </p:set>
                                    <p:animEffect transition="in" filter="fade">
                                      <p:cBhvr>
                                        <p:cTn id="49" dur="500"/>
                                        <p:tgtEl>
                                          <p:spTgt spid="169"/>
                                        </p:tgtEl>
                                      </p:cBhvr>
                                    </p:animEffect>
                                  </p:childTnLst>
                                </p:cTn>
                              </p:par>
                            </p:childTnLst>
                          </p:cTn>
                        </p:par>
                        <p:par>
                          <p:cTn id="50" fill="hold">
                            <p:stCondLst>
                              <p:cond delay="3250"/>
                            </p:stCondLst>
                            <p:childTnLst>
                              <p:par>
                                <p:cTn id="51" presetID="22" presetClass="entr" presetSubtype="8" fill="hold" nodeType="afterEffect">
                                  <p:stCondLst>
                                    <p:cond delay="0"/>
                                  </p:stCondLst>
                                  <p:childTnLst>
                                    <p:set>
                                      <p:cBhvr>
                                        <p:cTn id="52" dur="1" fill="hold">
                                          <p:stCondLst>
                                            <p:cond delay="0"/>
                                          </p:stCondLst>
                                        </p:cTn>
                                        <p:tgtEl>
                                          <p:spTgt spid="170"/>
                                        </p:tgtEl>
                                        <p:attrNameLst>
                                          <p:attrName>style.visibility</p:attrName>
                                        </p:attrNameLst>
                                      </p:cBhvr>
                                      <p:to>
                                        <p:strVal val="visible"/>
                                      </p:to>
                                    </p:set>
                                    <p:animEffect transition="in" filter="wipe(left)">
                                      <p:cBhvr>
                                        <p:cTn id="53" dur="500"/>
                                        <p:tgtEl>
                                          <p:spTgt spid="170"/>
                                        </p:tgtEl>
                                      </p:cBhvr>
                                    </p:animEffect>
                                  </p:childTnLst>
                                </p:cTn>
                              </p:par>
                            </p:childTnLst>
                          </p:cTn>
                        </p:par>
                        <p:par>
                          <p:cTn id="54" fill="hold">
                            <p:stCondLst>
                              <p:cond delay="3750"/>
                            </p:stCondLst>
                            <p:childTnLst>
                              <p:par>
                                <p:cTn id="55" presetID="26" presetClass="emph" presetSubtype="0" fill="hold" nodeType="afterEffect">
                                  <p:stCondLst>
                                    <p:cond delay="0"/>
                                  </p:stCondLst>
                                  <p:childTnLst>
                                    <p:animEffect transition="out" filter="fade">
                                      <p:cBhvr>
                                        <p:cTn id="56" dur="500" tmFilter="0, 0; .2, .5; .8, .5; 1, 0"/>
                                        <p:tgtEl>
                                          <p:spTgt spid="6"/>
                                        </p:tgtEl>
                                      </p:cBhvr>
                                    </p:animEffect>
                                    <p:animScale>
                                      <p:cBhvr>
                                        <p:cTn id="57" dur="250" autoRev="1" fill="hold"/>
                                        <p:tgtEl>
                                          <p:spTgt spid="6"/>
                                        </p:tgtEl>
                                      </p:cBhvr>
                                      <p:by x="105000" y="105000"/>
                                    </p:animScale>
                                  </p:childTnLst>
                                </p:cTn>
                              </p:par>
                            </p:childTnLst>
                          </p:cTn>
                        </p:par>
                        <p:par>
                          <p:cTn id="58" fill="hold">
                            <p:stCondLst>
                              <p:cond delay="4250"/>
                            </p:stCondLst>
                            <p:childTnLst>
                              <p:par>
                                <p:cTn id="59" presetID="26" presetClass="emph" presetSubtype="0" fill="hold" nodeType="afterEffect">
                                  <p:stCondLst>
                                    <p:cond delay="0"/>
                                  </p:stCondLst>
                                  <p:childTnLst>
                                    <p:animEffect transition="out" filter="fade">
                                      <p:cBhvr>
                                        <p:cTn id="60" dur="500" tmFilter="0, 0; .2, .5; .8, .5; 1, 0"/>
                                        <p:tgtEl>
                                          <p:spTgt spid="6"/>
                                        </p:tgtEl>
                                      </p:cBhvr>
                                    </p:animEffect>
                                    <p:animScale>
                                      <p:cBhvr>
                                        <p:cTn id="61"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67" grpId="0" animBg="1" autoUpdateAnimBg="0"/>
      <p:bldP spid="168" grpId="0"/>
      <p:bldP spid="16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bwMode="auto">
      <p:bgPr>
        <a:gradFill flip="none" rotWithShape="1">
          <a:gsLst>
            <a:gs pos="6000">
              <a:srgbClr val="0070C0"/>
            </a:gs>
            <a:gs pos="31000">
              <a:schemeClr val="accent1">
                <a:lumMod val="58000"/>
                <a:lumOff val="42000"/>
              </a:schemeClr>
            </a:gs>
            <a:gs pos="53000">
              <a:schemeClr val="accent1">
                <a:lumMod val="45000"/>
                <a:lumOff val="55000"/>
              </a:schemeClr>
            </a:gs>
            <a:gs pos="71000">
              <a:srgbClr val="BDD0E6"/>
            </a:gs>
            <a:gs pos="91000">
              <a:schemeClr val="accent1">
                <a:lumMod val="19000"/>
                <a:lumOff val="81000"/>
              </a:schemeClr>
            </a:gs>
          </a:gsLst>
          <a:lin ang="16200000" scaled="0"/>
          <a:tileRect/>
        </a:gradFill>
        <a:effectLst/>
      </p:bgPr>
    </p:bg>
    <p:spTree>
      <p:nvGrpSpPr>
        <p:cNvPr id="1" name=""/>
        <p:cNvGrpSpPr/>
        <p:nvPr/>
      </p:nvGrpSpPr>
      <p:grpSpPr>
        <a:xfrm>
          <a:off x="0" y="0"/>
          <a:ext cx="0" cy="0"/>
          <a:chOff x="0" y="0"/>
          <a:chExt cx="0" cy="0"/>
        </a:xfrm>
      </p:grpSpPr>
      <p:sp>
        <p:nvSpPr>
          <p:cNvPr id="76802" name="TextBox 159"/>
          <p:cNvSpPr txBox="1">
            <a:spLocks noChangeArrowheads="1"/>
          </p:cNvSpPr>
          <p:nvPr/>
        </p:nvSpPr>
        <p:spPr bwMode="auto">
          <a:xfrm>
            <a:off x="1620838" y="1592263"/>
            <a:ext cx="5889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800" dirty="0" smtClean="0">
                <a:solidFill>
                  <a:srgbClr val="0070C0"/>
                </a:solidFill>
                <a:latin typeface="Space Age" panose="02000500020000020004"/>
                <a:ea typeface="微软雅黑" panose="020B0503020204020204" pitchFamily="34" charset="-122"/>
              </a:rPr>
              <a:t>谢谢观赏</a:t>
            </a:r>
            <a:endParaRPr lang="zh-CN" altLang="en-US" sz="4800" dirty="0">
              <a:solidFill>
                <a:srgbClr val="0070C0"/>
              </a:solidFill>
              <a:latin typeface="Space Age" panose="02000500020000020004"/>
              <a:ea typeface="微软雅黑" panose="020B0503020204020204" pitchFamily="34" charset="-122"/>
            </a:endParaRPr>
          </a:p>
        </p:txBody>
      </p:sp>
      <p:cxnSp>
        <p:nvCxnSpPr>
          <p:cNvPr id="76803" name="直接连接符 162"/>
          <p:cNvCxnSpPr>
            <a:cxnSpLocks noChangeShapeType="1"/>
          </p:cNvCxnSpPr>
          <p:nvPr/>
        </p:nvCxnSpPr>
        <p:spPr bwMode="auto">
          <a:xfrm>
            <a:off x="1908175" y="2525713"/>
            <a:ext cx="5327650" cy="0"/>
          </a:xfrm>
          <a:prstGeom prst="line">
            <a:avLst/>
          </a:prstGeom>
          <a:noFill/>
          <a:ln w="15875">
            <a:solidFill>
              <a:schemeClr val="bg1">
                <a:lumMod val="50000"/>
              </a:schemeClr>
            </a:solidFill>
            <a:round/>
          </a:ln>
          <a:extLst>
            <a:ext uri="{909E8E84-426E-40DD-AFC4-6F175D3DCCD1}">
              <a14:hiddenFill xmlns:a14="http://schemas.microsoft.com/office/drawing/2010/main">
                <a:noFill/>
              </a14:hiddenFill>
            </a:ext>
          </a:extLst>
        </p:spPr>
      </p:cxnSp>
      <p:cxnSp>
        <p:nvCxnSpPr>
          <p:cNvPr id="76804" name="直接连接符 171"/>
          <p:cNvCxnSpPr>
            <a:cxnSpLocks noChangeShapeType="1"/>
          </p:cNvCxnSpPr>
          <p:nvPr/>
        </p:nvCxnSpPr>
        <p:spPr bwMode="auto">
          <a:xfrm flipH="1" flipV="1">
            <a:off x="1905000" y="2532063"/>
            <a:ext cx="2676525" cy="1546225"/>
          </a:xfrm>
          <a:prstGeom prst="line">
            <a:avLst/>
          </a:prstGeom>
          <a:noFill/>
          <a:ln w="15875">
            <a:solidFill>
              <a:schemeClr val="bg1">
                <a:lumMod val="50000"/>
              </a:schemeClr>
            </a:solidFill>
            <a:round/>
          </a:ln>
          <a:extLst>
            <a:ext uri="{909E8E84-426E-40DD-AFC4-6F175D3DCCD1}">
              <a14:hiddenFill xmlns:a14="http://schemas.microsoft.com/office/drawing/2010/main">
                <a:noFill/>
              </a14:hiddenFill>
            </a:ext>
          </a:extLst>
        </p:spPr>
      </p:cxnSp>
      <p:cxnSp>
        <p:nvCxnSpPr>
          <p:cNvPr id="76805" name="直接连接符 173"/>
          <p:cNvCxnSpPr>
            <a:cxnSpLocks noChangeShapeType="1"/>
          </p:cNvCxnSpPr>
          <p:nvPr/>
        </p:nvCxnSpPr>
        <p:spPr bwMode="auto">
          <a:xfrm flipV="1">
            <a:off x="4572000" y="2525714"/>
            <a:ext cx="2667994" cy="1552574"/>
          </a:xfrm>
          <a:prstGeom prst="line">
            <a:avLst/>
          </a:prstGeom>
          <a:noFill/>
          <a:ln w="15875">
            <a:solidFill>
              <a:schemeClr val="bg1">
                <a:lumMod val="50000"/>
              </a:schemeClr>
            </a:solidFill>
            <a:round/>
          </a:ln>
          <a:extLst>
            <a:ext uri="{909E8E84-426E-40DD-AFC4-6F175D3DCCD1}">
              <a14:hiddenFill xmlns:a14="http://schemas.microsoft.com/office/drawing/2010/main">
                <a:noFill/>
              </a14:hiddenFill>
            </a:ext>
          </a:extLst>
        </p:spPr>
      </p:cxnSp>
      <p:sp>
        <p:nvSpPr>
          <p:cNvPr id="76806" name="TextBox 188"/>
          <p:cNvSpPr txBox="1">
            <a:spLocks noChangeArrowheads="1"/>
          </p:cNvSpPr>
          <p:nvPr/>
        </p:nvSpPr>
        <p:spPr bwMode="auto">
          <a:xfrm>
            <a:off x="3216275" y="2811463"/>
            <a:ext cx="27400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smtClean="0">
                <a:solidFill>
                  <a:srgbClr val="0070C0"/>
                </a:solidFill>
                <a:latin typeface="Franklin Gothic Medium" panose="020B0603020102020204" pitchFamily="34" charset="0"/>
                <a:ea typeface="微软雅黑" panose="020B0503020204020204" pitchFamily="34" charset="-122"/>
              </a:rPr>
              <a:t>XXXXXXXXXXX</a:t>
            </a:r>
            <a:endParaRPr lang="zh-CN" altLang="en-US" sz="2200" dirty="0">
              <a:solidFill>
                <a:srgbClr val="0070C0"/>
              </a:solidFill>
              <a:latin typeface="Franklin Gothic Medium" panose="020B0603020102020204" pitchFamily="34" charset="0"/>
              <a:ea typeface="微软雅黑" panose="020B0503020204020204" pitchFamily="34" charset="-122"/>
            </a:endParaRPr>
          </a:p>
        </p:txBody>
      </p:sp>
      <p:sp>
        <p:nvSpPr>
          <p:cNvPr id="76807" name="TextBox 189"/>
          <p:cNvSpPr txBox="1">
            <a:spLocks noChangeArrowheads="1"/>
          </p:cNvSpPr>
          <p:nvPr/>
        </p:nvSpPr>
        <p:spPr bwMode="auto">
          <a:xfrm>
            <a:off x="3635375" y="3321486"/>
            <a:ext cx="18684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smtClean="0">
                <a:solidFill>
                  <a:srgbClr val="0070C0"/>
                </a:solidFill>
                <a:latin typeface="Franklin Gothic Medium" panose="020B0603020102020204" pitchFamily="34" charset="0"/>
                <a:ea typeface="微软雅黑" panose="020B0503020204020204" pitchFamily="34" charset="-122"/>
              </a:rPr>
              <a:t>XX</a:t>
            </a:r>
            <a:endParaRPr lang="zh-CN" altLang="en-US" sz="2400" dirty="0">
              <a:solidFill>
                <a:srgbClr val="0070C0"/>
              </a:solidFill>
              <a:latin typeface="Franklin Gothic Medium" panose="020B0603020102020204" pitchFamily="34" charset="0"/>
              <a:ea typeface="微软雅黑" panose="020B0503020204020204" pitchFamily="34" charset="-122"/>
            </a:endParaRPr>
          </a:p>
        </p:txBody>
      </p:sp>
      <p:cxnSp>
        <p:nvCxnSpPr>
          <p:cNvPr id="76808" name="直接连接符 2"/>
          <p:cNvCxnSpPr>
            <a:cxnSpLocks noChangeShapeType="1"/>
          </p:cNvCxnSpPr>
          <p:nvPr/>
        </p:nvCxnSpPr>
        <p:spPr bwMode="auto">
          <a:xfrm>
            <a:off x="-180975" y="2525713"/>
            <a:ext cx="9324975"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76809" name="直接连接符 5"/>
          <p:cNvCxnSpPr>
            <a:cxnSpLocks noChangeShapeType="1"/>
          </p:cNvCxnSpPr>
          <p:nvPr/>
        </p:nvCxnSpPr>
        <p:spPr bwMode="auto">
          <a:xfrm flipV="1">
            <a:off x="1563472" y="1345332"/>
            <a:ext cx="7704000" cy="443865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76810" name="直接连接符 12"/>
          <p:cNvCxnSpPr>
            <a:cxnSpLocks noChangeShapeType="1"/>
          </p:cNvCxnSpPr>
          <p:nvPr/>
        </p:nvCxnSpPr>
        <p:spPr bwMode="auto">
          <a:xfrm flipH="1" flipV="1">
            <a:off x="-284163" y="1273324"/>
            <a:ext cx="8104188" cy="4684712"/>
          </a:xfrm>
          <a:prstGeom prst="line">
            <a:avLst/>
          </a:prstGeom>
          <a:noFill/>
          <a:ln w="9525">
            <a:solidFill>
              <a:schemeClr val="bg1"/>
            </a:solidFill>
            <a:round/>
          </a:ln>
          <a:extLst>
            <a:ext uri="{909E8E84-426E-40DD-AFC4-6F175D3DCCD1}">
              <a14:hiddenFill xmlns:a14="http://schemas.microsoft.com/office/drawing/2010/main">
                <a:noFill/>
              </a14:hiddenFill>
            </a:ext>
          </a:extLst>
        </p:spPr>
      </p:cxnSp>
      <p:sp>
        <p:nvSpPr>
          <p:cNvPr id="11" name="灯片编号占位符 10"/>
          <p:cNvSpPr>
            <a:spLocks noGrp="1"/>
          </p:cNvSpPr>
          <p:nvPr>
            <p:ph type="sldNum" sz="quarter" idx="12"/>
          </p:nvPr>
        </p:nvSpPr>
        <p:spPr/>
        <p:txBody>
          <a:bodyPr/>
          <a:lstStyle/>
          <a:p>
            <a:pPr>
              <a:defRPr/>
            </a:pPr>
            <a:fld id="{B47DB1DE-F440-4B9A-AD37-957E1CAAA726}" type="slidenum">
              <a:rPr lang="en-US" altLang="zh-CN" smtClean="0"/>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6808"/>
                                        </p:tgtEl>
                                        <p:attrNameLst>
                                          <p:attrName>style.visibility</p:attrName>
                                        </p:attrNameLst>
                                      </p:cBhvr>
                                      <p:to>
                                        <p:strVal val="visible"/>
                                      </p:to>
                                    </p:set>
                                    <p:animEffect transition="in" filter="wipe(left)">
                                      <p:cBhvr>
                                        <p:cTn id="7" dur="500"/>
                                        <p:tgtEl>
                                          <p:spTgt spid="76808"/>
                                        </p:tgtEl>
                                      </p:cBhvr>
                                    </p:animEffect>
                                  </p:childTnLst>
                                </p:cTn>
                              </p:par>
                              <p:par>
                                <p:cTn id="8" presetID="22" presetClass="entr" presetSubtype="2" fill="hold" nodeType="withEffect">
                                  <p:stCondLst>
                                    <p:cond delay="0"/>
                                  </p:stCondLst>
                                  <p:childTnLst>
                                    <p:set>
                                      <p:cBhvr>
                                        <p:cTn id="9" dur="1" fill="hold">
                                          <p:stCondLst>
                                            <p:cond delay="0"/>
                                          </p:stCondLst>
                                        </p:cTn>
                                        <p:tgtEl>
                                          <p:spTgt spid="76809"/>
                                        </p:tgtEl>
                                        <p:attrNameLst>
                                          <p:attrName>style.visibility</p:attrName>
                                        </p:attrNameLst>
                                      </p:cBhvr>
                                      <p:to>
                                        <p:strVal val="visible"/>
                                      </p:to>
                                    </p:set>
                                    <p:animEffect transition="in" filter="wipe(right)">
                                      <p:cBhvr>
                                        <p:cTn id="10" dur="500"/>
                                        <p:tgtEl>
                                          <p:spTgt spid="76809"/>
                                        </p:tgtEl>
                                      </p:cBhvr>
                                    </p:animEffect>
                                  </p:childTnLst>
                                </p:cTn>
                              </p:par>
                              <p:par>
                                <p:cTn id="11" presetID="22" presetClass="entr" presetSubtype="4" fill="hold" nodeType="withEffect">
                                  <p:stCondLst>
                                    <p:cond delay="0"/>
                                  </p:stCondLst>
                                  <p:childTnLst>
                                    <p:set>
                                      <p:cBhvr>
                                        <p:cTn id="12" dur="1" fill="hold">
                                          <p:stCondLst>
                                            <p:cond delay="0"/>
                                          </p:stCondLst>
                                        </p:cTn>
                                        <p:tgtEl>
                                          <p:spTgt spid="76810"/>
                                        </p:tgtEl>
                                        <p:attrNameLst>
                                          <p:attrName>style.visibility</p:attrName>
                                        </p:attrNameLst>
                                      </p:cBhvr>
                                      <p:to>
                                        <p:strVal val="visible"/>
                                      </p:to>
                                    </p:set>
                                    <p:animEffect transition="in" filter="wipe(down)">
                                      <p:cBhvr>
                                        <p:cTn id="13" dur="500"/>
                                        <p:tgtEl>
                                          <p:spTgt spid="76810"/>
                                        </p:tgtEl>
                                      </p:cBhvr>
                                    </p:animEffect>
                                  </p:childTnLst>
                                </p:cTn>
                              </p:par>
                            </p:childTnLst>
                          </p:cTn>
                        </p:par>
                        <p:par>
                          <p:cTn id="14" fill="hold">
                            <p:stCondLst>
                              <p:cond delay="500"/>
                            </p:stCondLst>
                            <p:childTnLst>
                              <p:par>
                                <p:cTn id="15" presetID="22" presetClass="exit" presetSubtype="8" fill="hold" nodeType="afterEffect">
                                  <p:stCondLst>
                                    <p:cond delay="0"/>
                                  </p:stCondLst>
                                  <p:childTnLst>
                                    <p:animEffect transition="out" filter="wipe(left)">
                                      <p:cBhvr>
                                        <p:cTn id="16" dur="500"/>
                                        <p:tgtEl>
                                          <p:spTgt spid="76808"/>
                                        </p:tgtEl>
                                      </p:cBhvr>
                                    </p:animEffect>
                                    <p:set>
                                      <p:cBhvr>
                                        <p:cTn id="17" dur="1" fill="hold">
                                          <p:stCondLst>
                                            <p:cond delay="499"/>
                                          </p:stCondLst>
                                        </p:cTn>
                                        <p:tgtEl>
                                          <p:spTgt spid="76808"/>
                                        </p:tgtEl>
                                        <p:attrNameLst>
                                          <p:attrName>style.visibility</p:attrName>
                                        </p:attrNameLst>
                                      </p:cBhvr>
                                      <p:to>
                                        <p:strVal val="hidden"/>
                                      </p:to>
                                    </p:set>
                                  </p:childTnLst>
                                </p:cTn>
                              </p:par>
                              <p:par>
                                <p:cTn id="18" presetID="22" presetClass="exit" presetSubtype="2" fill="hold" nodeType="withEffect">
                                  <p:stCondLst>
                                    <p:cond delay="0"/>
                                  </p:stCondLst>
                                  <p:childTnLst>
                                    <p:animEffect transition="out" filter="wipe(right)">
                                      <p:cBhvr>
                                        <p:cTn id="19" dur="500"/>
                                        <p:tgtEl>
                                          <p:spTgt spid="76809"/>
                                        </p:tgtEl>
                                      </p:cBhvr>
                                    </p:animEffect>
                                    <p:set>
                                      <p:cBhvr>
                                        <p:cTn id="20" dur="1" fill="hold">
                                          <p:stCondLst>
                                            <p:cond delay="499"/>
                                          </p:stCondLst>
                                        </p:cTn>
                                        <p:tgtEl>
                                          <p:spTgt spid="76809"/>
                                        </p:tgtEl>
                                        <p:attrNameLst>
                                          <p:attrName>style.visibility</p:attrName>
                                        </p:attrNameLst>
                                      </p:cBhvr>
                                      <p:to>
                                        <p:strVal val="hidden"/>
                                      </p:to>
                                    </p:set>
                                  </p:childTnLst>
                                </p:cTn>
                              </p:par>
                              <p:par>
                                <p:cTn id="21" presetID="22" presetClass="exit" presetSubtype="1" fill="hold" nodeType="withEffect">
                                  <p:stCondLst>
                                    <p:cond delay="0"/>
                                  </p:stCondLst>
                                  <p:childTnLst>
                                    <p:animEffect transition="out" filter="wipe(up)">
                                      <p:cBhvr>
                                        <p:cTn id="22" dur="500"/>
                                        <p:tgtEl>
                                          <p:spTgt spid="76810"/>
                                        </p:tgtEl>
                                      </p:cBhvr>
                                    </p:animEffect>
                                    <p:set>
                                      <p:cBhvr>
                                        <p:cTn id="23" dur="1" fill="hold">
                                          <p:stCondLst>
                                            <p:cond delay="499"/>
                                          </p:stCondLst>
                                        </p:cTn>
                                        <p:tgtEl>
                                          <p:spTgt spid="76810"/>
                                        </p:tgtEl>
                                        <p:attrNameLst>
                                          <p:attrName>style.visibility</p:attrName>
                                        </p:attrNameLst>
                                      </p:cBhvr>
                                      <p:to>
                                        <p:strVal val="hidden"/>
                                      </p:to>
                                    </p:set>
                                  </p:childTnLst>
                                </p:cTn>
                              </p:par>
                            </p:childTnLst>
                          </p:cTn>
                        </p:par>
                        <p:par>
                          <p:cTn id="24" fill="hold">
                            <p:stCondLst>
                              <p:cond delay="1000"/>
                            </p:stCondLst>
                            <p:childTnLst>
                              <p:par>
                                <p:cTn id="25" presetID="22" presetClass="entr" presetSubtype="8" fill="hold" nodeType="afterEffect">
                                  <p:stCondLst>
                                    <p:cond delay="0"/>
                                  </p:stCondLst>
                                  <p:childTnLst>
                                    <p:set>
                                      <p:cBhvr>
                                        <p:cTn id="26" dur="1" fill="hold">
                                          <p:stCondLst>
                                            <p:cond delay="0"/>
                                          </p:stCondLst>
                                        </p:cTn>
                                        <p:tgtEl>
                                          <p:spTgt spid="76803"/>
                                        </p:tgtEl>
                                        <p:attrNameLst>
                                          <p:attrName>style.visibility</p:attrName>
                                        </p:attrNameLst>
                                      </p:cBhvr>
                                      <p:to>
                                        <p:strVal val="visible"/>
                                      </p:to>
                                    </p:set>
                                    <p:animEffect transition="in" filter="wipe(left)">
                                      <p:cBhvr>
                                        <p:cTn id="27" dur="300"/>
                                        <p:tgtEl>
                                          <p:spTgt spid="76803"/>
                                        </p:tgtEl>
                                      </p:cBhvr>
                                    </p:animEffect>
                                  </p:childTnLst>
                                </p:cTn>
                              </p:par>
                            </p:childTnLst>
                          </p:cTn>
                        </p:par>
                        <p:par>
                          <p:cTn id="28" fill="hold">
                            <p:stCondLst>
                              <p:cond delay="1500"/>
                            </p:stCondLst>
                            <p:childTnLst>
                              <p:par>
                                <p:cTn id="29" presetID="22" presetClass="entr" presetSubtype="2" fill="hold" nodeType="afterEffect">
                                  <p:stCondLst>
                                    <p:cond delay="0"/>
                                  </p:stCondLst>
                                  <p:childTnLst>
                                    <p:set>
                                      <p:cBhvr>
                                        <p:cTn id="30" dur="1" fill="hold">
                                          <p:stCondLst>
                                            <p:cond delay="0"/>
                                          </p:stCondLst>
                                        </p:cTn>
                                        <p:tgtEl>
                                          <p:spTgt spid="76805"/>
                                        </p:tgtEl>
                                        <p:attrNameLst>
                                          <p:attrName>style.visibility</p:attrName>
                                        </p:attrNameLst>
                                      </p:cBhvr>
                                      <p:to>
                                        <p:strVal val="visible"/>
                                      </p:to>
                                    </p:set>
                                    <p:animEffect transition="in" filter="wipe(right)">
                                      <p:cBhvr>
                                        <p:cTn id="31" dur="300"/>
                                        <p:tgtEl>
                                          <p:spTgt spid="76805"/>
                                        </p:tgtEl>
                                      </p:cBhvr>
                                    </p:animEffect>
                                  </p:childTnLst>
                                </p:cTn>
                              </p:par>
                            </p:childTnLst>
                          </p:cTn>
                        </p:par>
                        <p:par>
                          <p:cTn id="32" fill="hold">
                            <p:stCondLst>
                              <p:cond delay="2000"/>
                            </p:stCondLst>
                            <p:childTnLst>
                              <p:par>
                                <p:cTn id="33" presetID="22" presetClass="entr" presetSubtype="4" fill="hold" nodeType="afterEffect">
                                  <p:stCondLst>
                                    <p:cond delay="0"/>
                                  </p:stCondLst>
                                  <p:childTnLst>
                                    <p:set>
                                      <p:cBhvr>
                                        <p:cTn id="34" dur="1" fill="hold">
                                          <p:stCondLst>
                                            <p:cond delay="0"/>
                                          </p:stCondLst>
                                        </p:cTn>
                                        <p:tgtEl>
                                          <p:spTgt spid="76804"/>
                                        </p:tgtEl>
                                        <p:attrNameLst>
                                          <p:attrName>style.visibility</p:attrName>
                                        </p:attrNameLst>
                                      </p:cBhvr>
                                      <p:to>
                                        <p:strVal val="visible"/>
                                      </p:to>
                                    </p:set>
                                    <p:animEffect transition="in" filter="wipe(down)">
                                      <p:cBhvr>
                                        <p:cTn id="35" dur="300"/>
                                        <p:tgtEl>
                                          <p:spTgt spid="76804"/>
                                        </p:tgtEl>
                                      </p:cBhvr>
                                    </p:animEffect>
                                  </p:childTnLst>
                                </p:cTn>
                              </p:par>
                            </p:childTnLst>
                          </p:cTn>
                        </p:par>
                        <p:par>
                          <p:cTn id="36" fill="hold">
                            <p:stCondLst>
                              <p:cond delay="2500"/>
                            </p:stCondLst>
                            <p:childTnLst>
                              <p:par>
                                <p:cTn id="37" presetID="10" presetClass="entr" presetSubtype="0" fill="hold" grpId="0" nodeType="afterEffect">
                                  <p:stCondLst>
                                    <p:cond delay="200"/>
                                  </p:stCondLst>
                                  <p:childTnLst>
                                    <p:set>
                                      <p:cBhvr>
                                        <p:cTn id="38" dur="1" fill="hold">
                                          <p:stCondLst>
                                            <p:cond delay="0"/>
                                          </p:stCondLst>
                                        </p:cTn>
                                        <p:tgtEl>
                                          <p:spTgt spid="76806"/>
                                        </p:tgtEl>
                                        <p:attrNameLst>
                                          <p:attrName>style.visibility</p:attrName>
                                        </p:attrNameLst>
                                      </p:cBhvr>
                                      <p:to>
                                        <p:strVal val="visible"/>
                                      </p:to>
                                    </p:set>
                                    <p:anim calcmode="lin" valueType="num">
                                      <p:cBhvr>
                                        <p:cTn id="39" dur="500" fill="hold"/>
                                        <p:tgtEl>
                                          <p:spTgt spid="76806"/>
                                        </p:tgtEl>
                                        <p:attrNameLst>
                                          <p:attrName>ppt_w</p:attrName>
                                        </p:attrNameLst>
                                      </p:cBhvr>
                                      <p:tavLst>
                                        <p:tav tm="0">
                                          <p:val>
                                            <p:fltVal val="0"/>
                                          </p:val>
                                        </p:tav>
                                        <p:tav tm="100000">
                                          <p:val>
                                            <p:strVal val="#ppt_w"/>
                                          </p:val>
                                        </p:tav>
                                      </p:tavLst>
                                    </p:anim>
                                    <p:anim calcmode="lin" valueType="num">
                                      <p:cBhvr>
                                        <p:cTn id="40" dur="500" fill="hold"/>
                                        <p:tgtEl>
                                          <p:spTgt spid="76806"/>
                                        </p:tgtEl>
                                        <p:attrNameLst>
                                          <p:attrName>ppt_h</p:attrName>
                                        </p:attrNameLst>
                                      </p:cBhvr>
                                      <p:tavLst>
                                        <p:tav tm="0">
                                          <p:val>
                                            <p:fltVal val="0"/>
                                          </p:val>
                                        </p:tav>
                                        <p:tav tm="100000">
                                          <p:val>
                                            <p:strVal val="#ppt_h"/>
                                          </p:val>
                                        </p:tav>
                                      </p:tavLst>
                                    </p:anim>
                                    <p:animEffect transition="in" filter="fade">
                                      <p:cBhvr>
                                        <p:cTn id="41" dur="500"/>
                                        <p:tgtEl>
                                          <p:spTgt spid="76806"/>
                                        </p:tgtEl>
                                      </p:cBhvr>
                                    </p:animEffect>
                                  </p:childTnLst>
                                </p:cTn>
                              </p:par>
                            </p:childTnLst>
                          </p:cTn>
                        </p:par>
                        <p:par>
                          <p:cTn id="42" fill="hold">
                            <p:stCondLst>
                              <p:cond delay="3200"/>
                            </p:stCondLst>
                            <p:childTnLst>
                              <p:par>
                                <p:cTn id="43" presetID="10" presetClass="entr" presetSubtype="0" fill="hold" grpId="0" nodeType="afterEffect">
                                  <p:stCondLst>
                                    <p:cond delay="200"/>
                                  </p:stCondLst>
                                  <p:childTnLst>
                                    <p:set>
                                      <p:cBhvr>
                                        <p:cTn id="44" dur="1" fill="hold">
                                          <p:stCondLst>
                                            <p:cond delay="0"/>
                                          </p:stCondLst>
                                        </p:cTn>
                                        <p:tgtEl>
                                          <p:spTgt spid="76807"/>
                                        </p:tgtEl>
                                        <p:attrNameLst>
                                          <p:attrName>style.visibility</p:attrName>
                                        </p:attrNameLst>
                                      </p:cBhvr>
                                      <p:to>
                                        <p:strVal val="visible"/>
                                      </p:to>
                                    </p:set>
                                    <p:anim calcmode="lin" valueType="num">
                                      <p:cBhvr>
                                        <p:cTn id="45" dur="500" fill="hold"/>
                                        <p:tgtEl>
                                          <p:spTgt spid="76807"/>
                                        </p:tgtEl>
                                        <p:attrNameLst>
                                          <p:attrName>ppt_w</p:attrName>
                                        </p:attrNameLst>
                                      </p:cBhvr>
                                      <p:tavLst>
                                        <p:tav tm="0">
                                          <p:val>
                                            <p:fltVal val="0"/>
                                          </p:val>
                                        </p:tav>
                                        <p:tav tm="100000">
                                          <p:val>
                                            <p:strVal val="#ppt_w"/>
                                          </p:val>
                                        </p:tav>
                                      </p:tavLst>
                                    </p:anim>
                                    <p:anim calcmode="lin" valueType="num">
                                      <p:cBhvr>
                                        <p:cTn id="46" dur="500" fill="hold"/>
                                        <p:tgtEl>
                                          <p:spTgt spid="76807"/>
                                        </p:tgtEl>
                                        <p:attrNameLst>
                                          <p:attrName>ppt_h</p:attrName>
                                        </p:attrNameLst>
                                      </p:cBhvr>
                                      <p:tavLst>
                                        <p:tav tm="0">
                                          <p:val>
                                            <p:fltVal val="0"/>
                                          </p:val>
                                        </p:tav>
                                        <p:tav tm="100000">
                                          <p:val>
                                            <p:strVal val="#ppt_h"/>
                                          </p:val>
                                        </p:tav>
                                      </p:tavLst>
                                    </p:anim>
                                    <p:animEffect transition="in" filter="fade">
                                      <p:cBhvr>
                                        <p:cTn id="47" dur="500"/>
                                        <p:tgtEl>
                                          <p:spTgt spid="76807"/>
                                        </p:tgtEl>
                                      </p:cBhvr>
                                    </p:animEffect>
                                  </p:childTnLst>
                                </p:cTn>
                              </p:par>
                            </p:childTnLst>
                          </p:cTn>
                        </p:par>
                        <p:par>
                          <p:cTn id="48" fill="hold">
                            <p:stCondLst>
                              <p:cond delay="3900"/>
                            </p:stCondLst>
                            <p:childTnLst>
                              <p:par>
                                <p:cTn id="49" presetID="42" presetClass="path" presetSubtype="0" accel="50000" decel="50000" fill="hold" nodeType="afterEffect">
                                  <p:stCondLst>
                                    <p:cond delay="1000"/>
                                  </p:stCondLst>
                                  <p:childTnLst>
                                    <p:animMotion origin="layout" path="M -0.00069 -0.00222 L 0.28594 -0.26861 " pathEditMode="relative" rAng="0" ptsTypes="AA">
                                      <p:cBhvr>
                                        <p:cTn id="50" dur="500" fill="hold"/>
                                        <p:tgtEl>
                                          <p:spTgt spid="76805"/>
                                        </p:tgtEl>
                                        <p:attrNameLst>
                                          <p:attrName>ppt_x</p:attrName>
                                          <p:attrName>ppt_y</p:attrName>
                                        </p:attrNameLst>
                                      </p:cBhvr>
                                      <p:rCtr x="14323" y="-13333"/>
                                    </p:animMotion>
                                  </p:childTnLst>
                                </p:cTn>
                              </p:par>
                              <p:par>
                                <p:cTn id="51" presetID="42" presetClass="path" presetSubtype="0" accel="50000" decel="50000" fill="hold" nodeType="withEffect">
                                  <p:stCondLst>
                                    <p:cond delay="1000"/>
                                  </p:stCondLst>
                                  <p:childTnLst>
                                    <p:animMotion origin="layout" path="M 2.5E-6 1.16602E-7 L -0.29288 -0.27096 " pathEditMode="relative" rAng="0" ptsTypes="AA">
                                      <p:cBhvr>
                                        <p:cTn id="52" dur="500" fill="hold"/>
                                        <p:tgtEl>
                                          <p:spTgt spid="76804"/>
                                        </p:tgtEl>
                                        <p:attrNameLst>
                                          <p:attrName>ppt_x</p:attrName>
                                          <p:attrName>ppt_y</p:attrName>
                                        </p:attrNameLst>
                                      </p:cBhvr>
                                      <p:rCtr x="-1465200" y="-1354700"/>
                                    </p:animMotion>
                                  </p:childTnLst>
                                </p:cTn>
                              </p:par>
                            </p:childTnLst>
                          </p:cTn>
                        </p:par>
                        <p:par>
                          <p:cTn id="53" fill="hold">
                            <p:stCondLst>
                              <p:cond delay="5400"/>
                            </p:stCondLst>
                            <p:childTnLst>
                              <p:par>
                                <p:cTn id="54" presetID="10" presetClass="entr" presetSubtype="0" fill="hold" grpId="0" nodeType="afterEffect">
                                  <p:stCondLst>
                                    <p:cond delay="0"/>
                                  </p:stCondLst>
                                  <p:childTnLst>
                                    <p:set>
                                      <p:cBhvr>
                                        <p:cTn id="55" dur="1" fill="hold">
                                          <p:stCondLst>
                                            <p:cond delay="0"/>
                                          </p:stCondLst>
                                        </p:cTn>
                                        <p:tgtEl>
                                          <p:spTgt spid="76802"/>
                                        </p:tgtEl>
                                        <p:attrNameLst>
                                          <p:attrName>style.visibility</p:attrName>
                                        </p:attrNameLst>
                                      </p:cBhvr>
                                      <p:to>
                                        <p:strVal val="visible"/>
                                      </p:to>
                                    </p:set>
                                    <p:anim calcmode="lin" valueType="num">
                                      <p:cBhvr>
                                        <p:cTn id="56" dur="500" fill="hold"/>
                                        <p:tgtEl>
                                          <p:spTgt spid="76802"/>
                                        </p:tgtEl>
                                        <p:attrNameLst>
                                          <p:attrName>ppt_w</p:attrName>
                                        </p:attrNameLst>
                                      </p:cBhvr>
                                      <p:tavLst>
                                        <p:tav tm="0">
                                          <p:val>
                                            <p:fltVal val="0"/>
                                          </p:val>
                                        </p:tav>
                                        <p:tav tm="100000">
                                          <p:val>
                                            <p:strVal val="#ppt_w"/>
                                          </p:val>
                                        </p:tav>
                                      </p:tavLst>
                                    </p:anim>
                                    <p:anim calcmode="lin" valueType="num">
                                      <p:cBhvr>
                                        <p:cTn id="57" dur="500" fill="hold"/>
                                        <p:tgtEl>
                                          <p:spTgt spid="76802"/>
                                        </p:tgtEl>
                                        <p:attrNameLst>
                                          <p:attrName>ppt_h</p:attrName>
                                        </p:attrNameLst>
                                      </p:cBhvr>
                                      <p:tavLst>
                                        <p:tav tm="0">
                                          <p:val>
                                            <p:fltVal val="0"/>
                                          </p:val>
                                        </p:tav>
                                        <p:tav tm="100000">
                                          <p:val>
                                            <p:strVal val="#ppt_h"/>
                                          </p:val>
                                        </p:tav>
                                      </p:tavLst>
                                    </p:anim>
                                    <p:animEffect transition="in" filter="fade">
                                      <p:cBhvr>
                                        <p:cTn id="58" dur="500"/>
                                        <p:tgtEl>
                                          <p:spTgt spid="76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utoUpdateAnimBg="0"/>
      <p:bldP spid="76806" grpId="0" autoUpdateAnimBg="0"/>
      <p:bldP spid="76807" grpId="0" autoUpdateAnimBg="0"/>
    </p:bldLst>
  </p:timing>
</p:sld>
</file>

<file path=ppt/theme/theme1.xml><?xml version="1.0" encoding="utf-8"?>
<a:theme xmlns:a="http://schemas.openxmlformats.org/drawingml/2006/main" name="演示文稿1">
  <a:themeElements>
    <a:clrScheme name="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演示文稿1">
  <a:themeElements>
    <a:clrScheme name="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1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演示文稿1">
  <a:themeElements>
    <a:clrScheme name="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演示文稿1">
  <a:themeElements>
    <a:clrScheme name="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演示文稿1">
  <a:themeElements>
    <a:clrScheme name="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演示文稿1">
  <a:themeElements>
    <a:clrScheme name="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演示文稿1">
  <a:themeElements>
    <a:clrScheme name="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演示文稿1">
  <a:themeElements>
    <a:clrScheme name="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7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演示文稿1">
  <a:themeElements>
    <a:clrScheme name="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8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演示文稿1">
  <a:themeElements>
    <a:clrScheme name="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9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0_演示文稿1">
  <a:themeElements>
    <a:clrScheme name="1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0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1_演示文稿1">
  <a:themeElements>
    <a:clrScheme name="1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1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2_演示文稿1">
  <a:themeElements>
    <a:clrScheme name="1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2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3_演示文稿1">
  <a:themeElements>
    <a:clrScheme name="1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3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4_演示文稿1">
  <a:themeElements>
    <a:clrScheme name="1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4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5_演示文稿1">
  <a:themeElements>
    <a:clrScheme name="1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5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6_演示文稿1">
  <a:themeElements>
    <a:clrScheme name="1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6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7_演示文稿1">
  <a:themeElements>
    <a:clrScheme name="1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7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8_演示文稿1">
  <a:themeElements>
    <a:clrScheme name="1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8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9_演示文稿1">
  <a:themeElements>
    <a:clrScheme name="1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9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0_演示文稿1">
  <a:themeElements>
    <a:clrScheme name="2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0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1_演示文稿1">
  <a:themeElements>
    <a:clrScheme name="2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1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2_演示文稿1">
  <a:themeElements>
    <a:clrScheme name="2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2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3_演示文稿1">
  <a:themeElements>
    <a:clrScheme name="2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3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3_기본 디자인">
  <a:themeElements>
    <a:clrScheme name="3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4_기본 디자인">
  <a:themeElements>
    <a:clrScheme name="4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5_기본 디자인">
  <a:themeElements>
    <a:clrScheme name="5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6_기본 디자인">
  <a:themeElements>
    <a:clrScheme name="6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6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6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6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6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6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6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6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6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6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6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6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6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7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8_기본 디자인">
  <a:themeElements>
    <a:clrScheme name="8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8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8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8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8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8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8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8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8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8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8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8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8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9_기본 디자인">
  <a:themeElements>
    <a:clrScheme name="9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9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9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9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9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9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9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9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9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9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9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9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9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0_기본 디자인">
  <a:themeElements>
    <a:clrScheme name="10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0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0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0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0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0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0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0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0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0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0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0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0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0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11_기본 디자인">
  <a:themeElements>
    <a:clrScheme name="1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1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12_기본 디자인">
  <a:themeElements>
    <a:clrScheme name="12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2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2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2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2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2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2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2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2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2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2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2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2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2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2_Office 主题​​">
  <a:themeElements>
    <a:clrScheme name="2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2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_Office 主题​​">
  <a:themeElements>
    <a:clrScheme name="3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3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4_Office 主题​​">
  <a:themeElements>
    <a:clrScheme name="4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4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5_Office 主题​​">
  <a:themeElements>
    <a:clrScheme name="5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5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6_Office 主题​​">
  <a:themeElements>
    <a:clrScheme name="6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6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7_Office 主题​​">
  <a:themeElements>
    <a:clrScheme name="7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7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8_Office 主题​​">
  <a:themeElements>
    <a:clrScheme name="8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8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9_Office 主题​​">
  <a:themeElements>
    <a:clrScheme name="9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9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10_Office 主题​​">
  <a:themeElements>
    <a:clrScheme name="10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10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0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11_Office 主题​​">
  <a:themeElements>
    <a:clrScheme name="1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11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2884</Words>
  <Application>WPS 演示</Application>
  <PresentationFormat>全屏显示(16:10)</PresentationFormat>
  <Paragraphs>491</Paragraphs>
  <Slides>32</Slides>
  <Notes>0</Notes>
  <HiddenSlides>0</HiddenSlides>
  <MMClips>0</MMClips>
  <ScaleCrop>false</ScaleCrop>
  <HeadingPairs>
    <vt:vector size="6" baseType="variant">
      <vt:variant>
        <vt:lpstr>已用的字体</vt:lpstr>
      </vt:variant>
      <vt:variant>
        <vt:i4>19</vt:i4>
      </vt:variant>
      <vt:variant>
        <vt:lpstr>主题</vt:lpstr>
      </vt:variant>
      <vt:variant>
        <vt:i4>46</vt:i4>
      </vt:variant>
      <vt:variant>
        <vt:lpstr>幻灯片标题</vt:lpstr>
      </vt:variant>
      <vt:variant>
        <vt:i4>32</vt:i4>
      </vt:variant>
    </vt:vector>
  </HeadingPairs>
  <TitlesOfParts>
    <vt:vector size="97" baseType="lpstr">
      <vt:lpstr>Arial</vt:lpstr>
      <vt:lpstr>宋体</vt:lpstr>
      <vt:lpstr>Wingdings</vt:lpstr>
      <vt:lpstr>Franklin Gothic Medium</vt:lpstr>
      <vt:lpstr>微软雅黑</vt:lpstr>
      <vt:lpstr>Gulim</vt:lpstr>
      <vt:lpstr>方正兰亭黑_GBK</vt:lpstr>
      <vt:lpstr>Haettenschweiler</vt:lpstr>
      <vt:lpstr>Mistral</vt:lpstr>
      <vt:lpstr>Arial Unicode MS</vt:lpstr>
      <vt:lpstr>Verdana</vt:lpstr>
      <vt:lpstr>Calibri</vt:lpstr>
      <vt:lpstr>方正兰亭特黑_GBK</vt:lpstr>
      <vt:lpstr>黑体</vt:lpstr>
      <vt:lpstr>DFKai-SB</vt:lpstr>
      <vt:lpstr>Calibri</vt:lpstr>
      <vt:lpstr>Times New Roman</vt:lpstr>
      <vt:lpstr>Adobe 黑体 Std R</vt:lpstr>
      <vt:lpstr>Space Age</vt:lpstr>
      <vt:lpstr>演示文稿1</vt:lpstr>
      <vt:lpstr>1_演示文稿1</vt:lpstr>
      <vt:lpstr>1_기본 디자인</vt:lpstr>
      <vt:lpstr>1_Office 主题​​</vt:lpstr>
      <vt:lpstr>2_演示文稿1</vt:lpstr>
      <vt:lpstr>3_演示文稿1</vt:lpstr>
      <vt:lpstr>4_演示文稿1</vt:lpstr>
      <vt:lpstr>5_演示文稿1</vt:lpstr>
      <vt:lpstr>6_演示文稿1</vt:lpstr>
      <vt:lpstr>7_演示文稿1</vt:lpstr>
      <vt:lpstr>8_演示文稿1</vt:lpstr>
      <vt:lpstr>9_演示文稿1</vt:lpstr>
      <vt:lpstr>10_演示文稿1</vt:lpstr>
      <vt:lpstr>11_演示文稿1</vt:lpstr>
      <vt:lpstr>12_演示文稿1</vt:lpstr>
      <vt:lpstr>13_演示文稿1</vt:lpstr>
      <vt:lpstr>14_演示文稿1</vt:lpstr>
      <vt:lpstr>15_演示文稿1</vt:lpstr>
      <vt:lpstr>16_演示文稿1</vt:lpstr>
      <vt:lpstr>17_演示文稿1</vt:lpstr>
      <vt:lpstr>18_演示文稿1</vt:lpstr>
      <vt:lpstr>19_演示文稿1</vt:lpstr>
      <vt:lpstr>20_演示文稿1</vt:lpstr>
      <vt:lpstr>21_演示文稿1</vt:lpstr>
      <vt:lpstr>22_演示文稿1</vt:lpstr>
      <vt:lpstr>23_演示文稿1</vt:lpstr>
      <vt:lpstr>3_기본 디자인</vt:lpstr>
      <vt:lpstr>4_기본 디자인</vt:lpstr>
      <vt:lpstr>5_기본 디자인</vt:lpstr>
      <vt:lpstr>6_기본 디자인</vt:lpstr>
      <vt:lpstr>7_기본 디자인</vt:lpstr>
      <vt:lpstr>8_기본 디자인</vt:lpstr>
      <vt:lpstr>9_기본 디자인</vt:lpstr>
      <vt:lpstr>10_기본 디자인</vt:lpstr>
      <vt:lpstr>11_기본 디자인</vt:lpstr>
      <vt:lpstr>12_기본 디자인</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LiuBin</dc:creator>
  <cp:lastModifiedBy>SXJ</cp:lastModifiedBy>
  <cp:revision>392</cp:revision>
  <dcterms:created xsi:type="dcterms:W3CDTF">2011-03-17T08:18:00Z</dcterms:created>
  <dcterms:modified xsi:type="dcterms:W3CDTF">2025-09-22T08:08:16Z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20B18228E20C491FAD903CF339C87DB1_13</vt:lpwstr>
  </property>
</Properties>
</file>