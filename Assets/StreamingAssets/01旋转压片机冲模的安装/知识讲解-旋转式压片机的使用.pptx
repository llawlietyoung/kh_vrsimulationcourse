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15.xml" ContentType="application/vnd.openxmlformats-officedocument.theme+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theme/theme16.xml" ContentType="application/vnd.openxmlformats-officedocument.theme+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17.xml" ContentType="application/vnd.openxmlformats-officedocument.theme+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18.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theme/theme19.xml" ContentType="application/vnd.openxmlformats-officedocument.theme+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20.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theme/theme21.xml" ContentType="application/vnd.openxmlformats-officedocument.theme+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theme/theme22.xml" ContentType="application/vnd.openxmlformats-officedocument.theme+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theme/theme23.xml" ContentType="application/vnd.openxmlformats-officedocument.theme+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theme/theme24.xml" ContentType="application/vnd.openxmlformats-officedocument.theme+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theme/theme25.xml" ContentType="application/vnd.openxmlformats-officedocument.theme+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theme/theme26.xml" ContentType="application/vnd.openxmlformats-officedocument.theme+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theme/theme27.xml" ContentType="application/vnd.openxmlformats-officedocument.theme+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theme/theme28.xml" ContentType="application/vnd.openxmlformats-officedocument.theme+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theme/theme29.xml" ContentType="application/vnd.openxmlformats-officedocument.theme+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30.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31.xml" ContentType="application/vnd.openxmlformats-officedocument.theme+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32.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theme/theme33.xml" ContentType="application/vnd.openxmlformats-officedocument.theme+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theme/theme34.xml" ContentType="application/vnd.openxmlformats-officedocument.theme+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theme/theme35.xml" ContentType="application/vnd.openxmlformats-officedocument.theme+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theme/theme36.xml" ContentType="application/vnd.openxmlformats-officedocument.theme+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theme/theme37.xml" ContentType="application/vnd.openxmlformats-officedocument.theme+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theme/theme38.xml" ContentType="application/vnd.openxmlformats-officedocument.theme+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theme/theme39.xml" ContentType="application/vnd.openxmlformats-officedocument.theme+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theme/theme40.xml" ContentType="application/vnd.openxmlformats-officedocument.theme+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theme/theme41.xml" ContentType="application/vnd.openxmlformats-officedocument.theme+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theme/theme42.xml" ContentType="application/vnd.openxmlformats-officedocument.theme+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theme/theme43.xml" ContentType="application/vnd.openxmlformats-officedocument.theme+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theme/theme44.xml" ContentType="application/vnd.openxmlformats-officedocument.theme+xml"/>
  <Override PartName="/ppt/theme/theme4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672" r:id="rId3"/>
    <p:sldMasterId id="2147483684" r:id="rId4"/>
    <p:sldMasterId id="2147483720" r:id="rId5"/>
    <p:sldMasterId id="2147483732" r:id="rId6"/>
    <p:sldMasterId id="2147483744" r:id="rId7"/>
    <p:sldMasterId id="2147483756" r:id="rId8"/>
    <p:sldMasterId id="2147483768" r:id="rId9"/>
    <p:sldMasterId id="2147483780" r:id="rId10"/>
    <p:sldMasterId id="2147483792" r:id="rId11"/>
    <p:sldMasterId id="2147483804" r:id="rId12"/>
    <p:sldMasterId id="2147483816" r:id="rId13"/>
    <p:sldMasterId id="2147483828" r:id="rId14"/>
    <p:sldMasterId id="2147483840" r:id="rId15"/>
    <p:sldMasterId id="2147483852" r:id="rId16"/>
    <p:sldMasterId id="2147483864" r:id="rId17"/>
    <p:sldMasterId id="2147483876" r:id="rId18"/>
    <p:sldMasterId id="2147483888" r:id="rId19"/>
    <p:sldMasterId id="2147483900" r:id="rId20"/>
    <p:sldMasterId id="2147483912" r:id="rId21"/>
    <p:sldMasterId id="2147483924" r:id="rId22"/>
    <p:sldMasterId id="2147483936" r:id="rId23"/>
    <p:sldMasterId id="2147483948" r:id="rId24"/>
    <p:sldMasterId id="2147483960" r:id="rId25"/>
    <p:sldMasterId id="2147483972" r:id="rId26"/>
    <p:sldMasterId id="2147483984" r:id="rId27"/>
    <p:sldMasterId id="2147483996" r:id="rId28"/>
    <p:sldMasterId id="2147484008" r:id="rId29"/>
    <p:sldMasterId id="2147484020" r:id="rId30"/>
    <p:sldMasterId id="2147484032" r:id="rId31"/>
    <p:sldMasterId id="2147484044" r:id="rId32"/>
    <p:sldMasterId id="2147484056" r:id="rId33"/>
    <p:sldMasterId id="2147484068" r:id="rId34"/>
    <p:sldMasterId id="2147484080" r:id="rId35"/>
    <p:sldMasterId id="2147484092" r:id="rId36"/>
    <p:sldMasterId id="2147484104" r:id="rId37"/>
    <p:sldMasterId id="2147484116" r:id="rId38"/>
    <p:sldMasterId id="2147484128" r:id="rId39"/>
    <p:sldMasterId id="2147484140" r:id="rId40"/>
    <p:sldMasterId id="2147484152" r:id="rId41"/>
    <p:sldMasterId id="2147484164" r:id="rId42"/>
    <p:sldMasterId id="2147484176" r:id="rId43"/>
    <p:sldMasterId id="2147484188" r:id="rId44"/>
  </p:sldMasterIdLst>
  <p:notesMasterIdLst>
    <p:notesMasterId r:id="rId55"/>
  </p:notesMasterIdLst>
  <p:sldIdLst>
    <p:sldId id="269" r:id="rId45"/>
    <p:sldId id="306" r:id="rId46"/>
    <p:sldId id="308" r:id="rId47"/>
    <p:sldId id="309" r:id="rId48"/>
    <p:sldId id="307" r:id="rId49"/>
    <p:sldId id="310" r:id="rId50"/>
    <p:sldId id="311" r:id="rId51"/>
    <p:sldId id="312" r:id="rId52"/>
    <p:sldId id="313" r:id="rId53"/>
    <p:sldId id="314" r:id="rId54"/>
  </p:sldIdLst>
  <p:sldSz cx="9144000" cy="5715000" type="screen16x10"/>
  <p:notesSz cx="6858000" cy="9144000"/>
  <p:embeddedFontLst>
    <p:embeddedFont>
      <p:font typeface="方正兰亭黑_GBK" panose="02000000000000000000" pitchFamily="2" charset="-122"/>
      <p:regular r:id="rId56"/>
    </p:embeddedFont>
    <p:embeddedFont>
      <p:font typeface="黑体" panose="02010609060101010101" pitchFamily="49" charset="-122"/>
      <p:regular r:id="rId57"/>
    </p:embeddedFont>
    <p:embeddedFont>
      <p:font typeface="微软雅黑" panose="020B0503020204020204" pitchFamily="34" charset="-122"/>
      <p:regular r:id="rId58"/>
      <p:bold r:id="rId59"/>
    </p:embeddedFont>
    <p:embeddedFont>
      <p:font typeface="Calibri" panose="020F0502020204030204" pitchFamily="34" charset="0"/>
      <p:regular r:id="rId60"/>
      <p:bold r:id="rId61"/>
      <p:italic r:id="rId62"/>
      <p:boldItalic r:id="rId63"/>
    </p:embeddedFont>
    <p:embeddedFont>
      <p:font typeface="Franklin Gothic Medium" panose="020B0603020102020204" pitchFamily="34" charset="0"/>
      <p:regular r:id="rId64"/>
      <p:italic r:id="rId65"/>
    </p:embeddedFont>
    <p:embeddedFont>
      <p:font typeface="Gulim" panose="020B0600000101010101" pitchFamily="34" charset="-127"/>
      <p:regular r:id="rId66"/>
    </p:embeddedFont>
    <p:embeddedFont>
      <p:font typeface="Haettenschweiler" panose="020B0706040902060204" pitchFamily="34" charset="0"/>
      <p:regular r:id="rId67"/>
    </p:embeddedFont>
    <p:embeddedFont>
      <p:font typeface="Mistral" panose="03090702030407020403" pitchFamily="66" charset="0"/>
      <p:regular r:id="rId68"/>
    </p:embeddedFont>
    <p:embeddedFont>
      <p:font typeface="Verdana" panose="020B0604030504040204" pitchFamily="34" charset="0"/>
      <p:regular r:id="rId69"/>
      <p:bold r:id="rId70"/>
      <p:italic r:id="rId71"/>
      <p:boldItalic r:id="rId72"/>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48" userDrawn="1">
          <p15:clr>
            <a:srgbClr val="A4A3A4"/>
          </p15:clr>
        </p15:guide>
        <p15:guide id="2" pos="28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0070C0"/>
    <a:srgbClr val="4F81BD"/>
    <a:srgbClr val="467EA6"/>
    <a:srgbClr val="808080"/>
    <a:srgbClr val="6892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howGuides="1">
      <p:cViewPr varScale="1">
        <p:scale>
          <a:sx n="140" d="100"/>
          <a:sy n="140" d="100"/>
        </p:scale>
        <p:origin x="1288" y="192"/>
      </p:cViewPr>
      <p:guideLst>
        <p:guide orient="horz" pos="1748"/>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47" Type="http://schemas.openxmlformats.org/officeDocument/2006/relationships/slide" Target="slides/slide3.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Master" Target="slideMasters/slideMaster29.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40" Type="http://schemas.openxmlformats.org/officeDocument/2006/relationships/slideMaster" Target="slideMasters/slideMaster40.xml"/><Relationship Id="rId45" Type="http://schemas.openxmlformats.org/officeDocument/2006/relationships/slide" Target="slides/slide1.xml"/><Relationship Id="rId53" Type="http://schemas.openxmlformats.org/officeDocument/2006/relationships/slide" Target="slides/slide9.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font" Target="fonts/font6.fntdata"/><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Master" Target="slideMasters/slideMaster43.xml"/><Relationship Id="rId48" Type="http://schemas.openxmlformats.org/officeDocument/2006/relationships/slide" Target="slides/slide4.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Master" Target="slideMasters/slideMaster8.xml"/><Relationship Id="rId51" Type="http://schemas.openxmlformats.org/officeDocument/2006/relationships/slide" Target="slides/slide7.xml"/><Relationship Id="rId72" Type="http://schemas.openxmlformats.org/officeDocument/2006/relationships/font" Target="fonts/font17.fntdata"/><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2.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Master" Target="slideMasters/slideMaster20.xml"/><Relationship Id="rId41" Type="http://schemas.openxmlformats.org/officeDocument/2006/relationships/slideMaster" Target="slideMasters/slideMaster41.xml"/><Relationship Id="rId54" Type="http://schemas.openxmlformats.org/officeDocument/2006/relationships/slide" Target="slides/slide10.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5.xml"/><Relationship Id="rId57" Type="http://schemas.openxmlformats.org/officeDocument/2006/relationships/font" Target="fonts/font2.fntdata"/><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Master" Target="slideMasters/slideMaster44.xml"/><Relationship Id="rId52" Type="http://schemas.openxmlformats.org/officeDocument/2006/relationships/slide" Target="slides/slide8.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 Target="slides/slide6.xml"/><Relationship Id="rId55" Type="http://schemas.openxmlformats.org/officeDocument/2006/relationships/notesMaster" Target="notesMasters/notesMaster1.xml"/><Relationship Id="rId76" Type="http://schemas.openxmlformats.org/officeDocument/2006/relationships/tableStyles" Target="tableStyles.xml"/><Relationship Id="rId7" Type="http://schemas.openxmlformats.org/officeDocument/2006/relationships/slideMaster" Target="slideMasters/slideMaster7.xml"/><Relationship Id="rId71"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0178"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en-US"/>
          </a:p>
        </p:txBody>
      </p:sp>
      <p:sp>
        <p:nvSpPr>
          <p:cNvPr id="50179"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a:defRPr/>
            </a:pPr>
            <a:fld id="{3AD946E5-5CE2-49EE-95CE-678A01A5F065}" type="datetimeFigureOut">
              <a:rPr lang="zh-CN" altLang="en-US"/>
              <a:t>2025/10/7</a:t>
            </a:fld>
            <a:endParaRPr lang="zh-CN" altLang="en-US"/>
          </a:p>
        </p:txBody>
      </p:sp>
      <p:sp>
        <p:nvSpPr>
          <p:cNvPr id="51204" name="幻灯片图像占位符 3"/>
          <p:cNvSpPr>
            <a:spLocks noGrp="1" noRot="1" noChangeAspect="1" noChangeArrowheads="1"/>
          </p:cNvSpPr>
          <p:nvPr>
            <p:ph type="sldImg" idx="2"/>
          </p:nvPr>
        </p:nvSpPr>
        <p:spPr bwMode="auto">
          <a:xfrm>
            <a:off x="685800" y="685800"/>
            <a:ext cx="5486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50181"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0182"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en-US"/>
          </a:p>
        </p:txBody>
      </p:sp>
      <p:sp>
        <p:nvSpPr>
          <p:cNvPr id="50183"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smtClean="0"/>
            </a:lvl1pPr>
          </a:lstStyle>
          <a:p>
            <a:pPr>
              <a:defRPr/>
            </a:pPr>
            <a:fld id="{93A6C153-72BC-4C01-B0C7-470595E5E8C1}"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F329F6E-DC1B-4DE9-AC2E-7F7C96600669}" type="slidenum">
              <a:rPr lang="en-US" altLang="zh-CN"/>
              <a:t>‹#›</a:t>
            </a:fld>
            <a:endParaRPr lang="en-US" altLang="zh-CN"/>
          </a:p>
        </p:txBody>
      </p:sp>
    </p:spTree>
  </p:cSld>
  <p:clrMapOvr>
    <a:masterClrMapping/>
  </p:clrMapOvr>
  <p:transition>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DF38D86-A794-462A-B00C-7DB30153CD94}" type="slidenum">
              <a:rPr lang="en-US" altLang="zh-CN"/>
              <a:t>‹#›</a:t>
            </a:fld>
            <a:endParaRPr lang="en-US" altLang="zh-CN"/>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82418B2-F396-4110-B1FF-8E81740B826A}" type="slidenum">
              <a:rPr lang="en-US" altLang="zh-CN"/>
              <a:t>‹#›</a:t>
            </a:fld>
            <a:endParaRPr lang="en-US" altLang="zh-CN"/>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CA9E9F4-C0B1-433B-851E-BC351F8F1FCF}" type="slidenum">
              <a:rPr lang="en-US" altLang="zh-CN"/>
              <a:t>‹#›</a:t>
            </a:fld>
            <a:endParaRPr lang="en-US" altLang="zh-CN"/>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D7CCE437-1058-46D0-81F3-1D750212D4E1}" type="slidenum">
              <a:rPr lang="en-US" altLang="zh-CN"/>
              <a:t>‹#›</a:t>
            </a:fld>
            <a:endParaRPr lang="en-US" altLang="zh-CN"/>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A661404-223C-4437-8E1A-7FDD5C859AC4}" type="slidenum">
              <a:rPr lang="en-US" altLang="zh-CN"/>
              <a:t>‹#›</a:t>
            </a:fld>
            <a:endParaRPr lang="en-US" altLang="zh-C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A306779-EF28-404D-8734-3AC0F59C47CF}" type="slidenum">
              <a:rPr lang="en-US" altLang="zh-CN"/>
              <a:t>‹#›</a:t>
            </a:fld>
            <a:endParaRPr lang="en-US" altLang="zh-C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AD783F4-7E1A-4535-BF43-E860FFD3F28A}" type="slidenum">
              <a:rPr lang="en-US" altLang="zh-CN"/>
              <a:t>‹#›</a:t>
            </a:fld>
            <a:endParaRPr lang="en-US" altLang="zh-CN"/>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B25F3A8-F677-4A00-96E7-751032936D5C}" type="slidenum">
              <a:rPr lang="en-US" altLang="zh-CN"/>
              <a:t>‹#›</a:t>
            </a:fld>
            <a:endParaRPr lang="en-US" altLang="zh-C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0D9B1C7-AA72-4E15-BDEB-576AEA1B418A}" type="slidenum">
              <a:rPr lang="en-US" altLang="zh-CN"/>
              <a:t>‹#›</a:t>
            </a:fld>
            <a:endParaRPr lang="en-US" altLang="zh-CN"/>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221D348-9067-4FB3-BB19-AA2226FE71EA}" type="slidenum">
              <a:rPr lang="en-US" altLang="zh-CN"/>
              <a:t>‹#›</a:t>
            </a:fld>
            <a:endParaRPr lang="en-US" altLang="zh-CN"/>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E4ADF8A-4267-42D2-BDDD-FB6327BB4F60}" type="slidenum">
              <a:rPr lang="en-US" altLang="zh-CN"/>
              <a:t>‹#›</a:t>
            </a:fld>
            <a:endParaRPr lang="en-US" altLang="zh-CN"/>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9F4A52A-036E-4473-91A5-BC82297425A5}" type="slidenum">
              <a:rPr lang="en-US" altLang="zh-CN"/>
              <a:t>‹#›</a:t>
            </a:fld>
            <a:endParaRPr lang="en-US" altLang="zh-CN"/>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FA02248-5C18-446D-B1E7-D7D6AD824497}" type="slidenum">
              <a:rPr lang="en-US" altLang="zh-CN"/>
              <a:t>‹#›</a:t>
            </a:fld>
            <a:endParaRPr lang="en-US" altLang="zh-CN"/>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418F454-AE6E-44D5-82DC-286C218AC036}" type="slidenum">
              <a:rPr lang="en-US" altLang="zh-CN"/>
              <a:t>‹#›</a:t>
            </a:fld>
            <a:endParaRPr lang="en-US" altLang="zh-CN"/>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FE54863B-C209-46B9-A0E9-5245D2D7E15C}" type="slidenum">
              <a:rPr lang="en-US" altLang="zh-CN"/>
              <a:t>‹#›</a:t>
            </a:fld>
            <a:endParaRPr lang="en-US" altLang="zh-CN"/>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374A702-3997-440C-ADF2-7C28F83FC638}" type="slidenum">
              <a:rPr lang="en-US" altLang="zh-CN"/>
              <a:t>‹#›</a:t>
            </a:fld>
            <a:endParaRPr lang="en-US" altLang="zh-CN"/>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7415A91-7D5A-4427-8390-66C4C4CC1D00}" type="slidenum">
              <a:rPr lang="en-US" altLang="zh-CN"/>
              <a:t>‹#›</a:t>
            </a:fld>
            <a:endParaRPr lang="en-US" altLang="zh-CN"/>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7A6A82C-27A6-47C7-9087-5425A831C578}" type="slidenum">
              <a:rPr lang="en-US" altLang="zh-CN"/>
              <a:t>‹#›</a:t>
            </a:fld>
            <a:endParaRPr lang="en-US" altLang="zh-CN"/>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7EEC5AF-6FB7-4A1C-B246-11C56D882283}" type="slidenum">
              <a:rPr lang="en-US" altLang="zh-CN"/>
              <a:t>‹#›</a:t>
            </a:fld>
            <a:endParaRPr lang="en-US" altLang="zh-CN"/>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7FDDEA1-8210-4FA3-AC4A-85C61B9D4C66}" type="slidenum">
              <a:rPr lang="en-US" altLang="zh-CN"/>
              <a:t>‹#›</a:t>
            </a:fld>
            <a:endParaRPr lang="en-US" altLang="zh-CN"/>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3BA857D-FF1E-42BC-BF69-D791E04FB37D}" type="slidenum">
              <a:rPr lang="en-US" altLang="zh-CN"/>
              <a:t>‹#›</a:t>
            </a:fld>
            <a:endParaRPr lang="en-US" altLang="zh-CN"/>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0EFF057-5FC2-4636-8E46-BF33B8A41449}" type="slidenum">
              <a:rPr lang="en-US" altLang="zh-CN"/>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997AA86-55B7-4169-B901-950879B499BB}" type="slidenum">
              <a:rPr lang="en-US" altLang="zh-CN"/>
              <a:t>‹#›</a:t>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79D8B9B-FF98-497D-BBA3-720B82B49DA7}" type="slidenum">
              <a:rPr lang="en-US" altLang="zh-CN"/>
              <a:t>‹#›</a:t>
            </a:fld>
            <a:endParaRPr lang="en-US" alt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FE100CD-57D9-4665-8DB4-5F94B8C178D9}" type="slidenum">
              <a:rPr lang="en-US" altLang="zh-CN"/>
              <a:t>‹#›</a:t>
            </a:fld>
            <a:endParaRPr lang="en-US" alt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539521B-0C6F-4E45-9D86-A313F47D1D29}" type="slidenum">
              <a:rPr lang="en-US" altLang="zh-CN"/>
              <a:t>‹#›</a:t>
            </a:fld>
            <a:endParaRPr lang="en-US" alt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2065213-52D8-4464-97F7-755B15A32823}" type="slidenum">
              <a:rPr lang="en-US" altLang="zh-CN"/>
              <a:t>‹#›</a:t>
            </a:fld>
            <a:endParaRPr lang="en-US" alt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EC8D3340-98A7-4AC8-97F8-D9808488C51B}" type="slidenum">
              <a:rPr lang="en-US" altLang="zh-CN"/>
              <a:t>‹#›</a:t>
            </a:fld>
            <a:endParaRPr lang="en-US" alt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508ED9-9D4B-4B9F-864D-7D71FA4F0675}" type="slidenum">
              <a:rPr lang="en-US" altLang="zh-CN"/>
              <a:t>‹#›</a:t>
            </a:fld>
            <a:endParaRPr lang="en-US" alt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B5FC932-19E4-4EDB-BE6C-429129D68BB2}" type="slidenum">
              <a:rPr lang="en-US" altLang="zh-CN"/>
              <a:t>‹#›</a:t>
            </a:fld>
            <a:endParaRPr lang="en-US" alt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E89C905-3F17-4C99-ADCD-76D098730FBC}" type="slidenum">
              <a:rPr lang="en-US" altLang="zh-CN"/>
              <a:t>‹#›</a:t>
            </a:fld>
            <a:endParaRPr lang="en-US" alt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4FC1B01-7ADC-496B-9A48-6D4BBBB15FD2}" type="slidenum">
              <a:rPr lang="en-US" altLang="zh-CN"/>
              <a:t>‹#›</a:t>
            </a:fld>
            <a:endParaRPr lang="en-US" alt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D71B52CB-5128-44AF-85AD-EBA71C4512F3}"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84FC4EA-EF56-4337-A1AB-3981D6E34DD3}" type="slidenum">
              <a:rPr lang="zh-CN" altLang="en-US"/>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D670DB35-7143-4A8A-B0CC-5962A8D0BEF5}"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22D2CEEF-FE13-4DEF-A9C5-A8318F58B03F}" type="slidenum">
              <a:rPr lang="zh-CN" altLang="en-US"/>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60759DA8-0A29-427A-8E68-B695879E6ACE}"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5E1A055-3C1B-4E9F-B132-6514910CF0F7}" type="slidenum">
              <a:rPr lang="zh-CN" altLang="en-US"/>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55F501AE-577A-4EC6-9DA5-439DA96DBC05}"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E39410DE-E925-4F48-A61A-3B74BCFD077D}" type="slidenum">
              <a:rPr lang="zh-CN" altLang="en-US"/>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9BE856BA-03A8-48CF-8E3E-35CBB18F1CF2}"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50F4CAC6-7952-4550-AF90-AE774083D35C}" type="slidenum">
              <a:rPr lang="zh-CN" altLang="en-US"/>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BCE995E1-D97F-4124-B18B-4876FAA1AAE2}"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133C18BF-9BF0-4AE5-B2C1-823296CB290C}" type="slidenum">
              <a:rPr lang="zh-CN" altLang="en-US"/>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FC0BBED-1E08-4A8D-BE3A-D3266B21D694}"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320B955D-45E8-4459-87D8-B5CBF6C6B3A9}" type="slidenum">
              <a:rPr lang="zh-CN" altLang="en-US"/>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4BF5D9F4-8327-418C-AD84-69FD24AA2936}"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25CB2DB-CEF2-4B1B-878C-98BAE6E4F1BB}" type="slidenum">
              <a:rPr lang="zh-CN" altLang="en-US"/>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D26B3ECD-0808-4F84-AE95-AA77124E96C3}"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634B282A-37A5-42D3-9ECF-B57CD06EAFCA}" type="slidenum">
              <a:rPr lang="zh-CN" altLang="en-US"/>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10A330C9-A7E1-4958-B05A-91055B796F20}"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45D0970F-4A8A-4621-8806-B2CB992EBE43}" type="slidenum">
              <a:rPr lang="zh-CN" altLang="en-US"/>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88FE3F31-94BE-4D64-8763-A2F0F48BD6C1}"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633E669-A367-450E-8D29-F7250F137E19}" type="slidenum">
              <a:rPr lang="zh-CN" altLang="en-US"/>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1B15130-AD6C-46A5-90E7-D760C145029D}" type="slidenum">
              <a:rPr lang="en-US" altLang="zh-CN"/>
              <a:t>‹#›</a:t>
            </a:fld>
            <a:endParaRPr lang="en-US" altLang="zh-CN"/>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67E4C95-8566-498B-8EE7-9BB60168617B}" type="slidenum">
              <a:rPr lang="en-US" altLang="zh-CN"/>
              <a:t>‹#›</a:t>
            </a:fld>
            <a:endParaRPr lang="en-US" altLang="zh-CN"/>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F779C82-A427-4E7C-AEBE-824C827AF78B}" type="slidenum">
              <a:rPr lang="en-US" altLang="zh-CN"/>
              <a:t>‹#›</a:t>
            </a:fld>
            <a:endParaRPr lang="en-US" altLang="zh-CN"/>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CF96B3A-6452-42CA-831F-FF8AD344D99E}" type="slidenum">
              <a:rPr lang="en-US" altLang="zh-CN"/>
              <a:t>‹#›</a:t>
            </a:fld>
            <a:endParaRPr lang="en-US" altLang="zh-CN"/>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B1AEC1B4-3B39-4129-8789-50AB9A927904}" type="slidenum">
              <a:rPr lang="en-US" altLang="zh-CN"/>
              <a:t>‹#›</a:t>
            </a:fld>
            <a:endParaRPr lang="en-US" altLang="zh-CN"/>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FD2780C-A4EB-402F-BE66-8030CD6298DE}" type="slidenum">
              <a:rPr lang="en-US" altLang="zh-CN"/>
              <a:t>‹#›</a:t>
            </a:fld>
            <a:endParaRPr lang="en-US" altLang="zh-CN"/>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FB545DC9-EE90-4F13-98CF-CB963A341FBC}" type="slidenum">
              <a:rPr lang="en-US" altLang="zh-CN"/>
              <a:t>‹#›</a:t>
            </a:fld>
            <a:endParaRPr lang="en-US" altLang="zh-CN"/>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A03E7FF-882F-44E9-8703-D2DEAC871B09}" type="slidenum">
              <a:rPr lang="en-US" altLang="zh-CN"/>
              <a:t>‹#›</a:t>
            </a:fld>
            <a:endParaRPr lang="en-US" altLang="zh-CN"/>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E5AD10D-A452-44B7-9577-E2D8E2765A54}" type="slidenum">
              <a:rPr lang="en-US" altLang="zh-CN"/>
              <a:t>‹#›</a:t>
            </a:fld>
            <a:endParaRPr lang="en-US" altLang="zh-CN"/>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D403E3-A6A6-4D8F-AF20-5B8456D5029C}" type="slidenum">
              <a:rPr lang="en-US" altLang="zh-CN"/>
              <a:t>‹#›</a:t>
            </a:fld>
            <a:endParaRPr lang="en-US" altLang="zh-CN"/>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6BCBE13-855B-4ADA-B417-AA425621A628}" type="slidenum">
              <a:rPr lang="en-US" altLang="zh-CN"/>
              <a:t>‹#›</a:t>
            </a:fld>
            <a:endParaRPr lang="en-US" altLang="zh-CN"/>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CB10E72-5352-41B8-9A17-CA1D445E3E77}" type="slidenum">
              <a:rPr lang="en-US" altLang="zh-CN"/>
              <a:t>‹#›</a:t>
            </a:fld>
            <a:endParaRPr lang="en-US" altLang="zh-CN"/>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E8E0A53-9581-4529-A0FE-D6650BED1F14}" type="slidenum">
              <a:rPr lang="en-US" altLang="zh-CN"/>
              <a:t>‹#›</a:t>
            </a:fld>
            <a:endParaRPr lang="en-US" altLang="zh-CN"/>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D82983C-68E0-4F47-8843-9AFF8AB8CC93}" type="slidenum">
              <a:rPr lang="en-US" altLang="zh-CN"/>
              <a:t>‹#›</a:t>
            </a:fld>
            <a:endParaRPr lang="en-US" altLang="zh-CN"/>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DA7A5AA-89B0-4593-AF9D-F32E77A5B8A8}" type="slidenum">
              <a:rPr lang="en-US" altLang="zh-CN"/>
              <a:t>‹#›</a:t>
            </a:fld>
            <a:endParaRPr lang="en-US" altLang="zh-CN"/>
          </a:p>
        </p:txBody>
      </p: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BF75A79-6423-4649-A8C9-E94C466399C5}" type="slidenum">
              <a:rPr lang="en-US" altLang="zh-CN"/>
              <a:t>‹#›</a:t>
            </a:fld>
            <a:endParaRPr lang="en-US" altLang="zh-CN"/>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1DFAE10-45C3-4891-9EB5-DC94C8BC2060}" type="slidenum">
              <a:rPr lang="en-US" altLang="zh-CN"/>
              <a:t>‹#›</a:t>
            </a:fld>
            <a:endParaRPr lang="en-US" altLang="zh-CN"/>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E30E358-AD47-412C-BF86-030FF634B4DB}" type="slidenum">
              <a:rPr lang="en-US" altLang="zh-CN"/>
              <a:t>‹#›</a:t>
            </a:fld>
            <a:endParaRPr lang="en-US" altLang="zh-CN"/>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B768162-0C31-44D4-88D7-F34E760F0D97}" type="slidenum">
              <a:rPr lang="en-US" altLang="zh-CN"/>
              <a:t>‹#›</a:t>
            </a:fld>
            <a:endParaRPr lang="en-US" altLang="zh-CN"/>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453ED5C-7E6D-42DA-99FD-09D390F50E31}" type="slidenum">
              <a:rPr lang="en-US" altLang="zh-CN"/>
              <a:t>‹#›</a:t>
            </a:fld>
            <a:endParaRPr lang="en-US" altLang="zh-CN"/>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E4DFF2D-F0C6-487F-A59C-ED5DB277E1C1}" type="slidenum">
              <a:rPr lang="en-US" altLang="zh-CN"/>
              <a:t>‹#›</a:t>
            </a:fld>
            <a:endParaRPr lang="en-US" altLang="zh-CN"/>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2A73860-053E-40F8-93A7-97F0A4B18441}" type="slidenum">
              <a:rPr lang="en-US" altLang="zh-CN"/>
              <a:t>‹#›</a:t>
            </a:fld>
            <a:endParaRPr lang="en-US" altLang="zh-CN"/>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BF6F013-A82D-42E2-B534-96E8B788A0AE}" type="slidenum">
              <a:rPr lang="en-US" altLang="zh-CN"/>
              <a:t>‹#›</a:t>
            </a:fld>
            <a:endParaRPr lang="en-US" altLang="zh-CN"/>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B740366-2A4D-4B4D-8234-EE6C2CD3B201}" type="slidenum">
              <a:rPr lang="en-US" altLang="zh-CN"/>
              <a:t>‹#›</a:t>
            </a:fld>
            <a:endParaRPr lang="en-US" altLang="zh-CN"/>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6FF33EE-E291-46B9-BC87-64B9DFF4BC67}" type="slidenum">
              <a:rPr lang="en-US" altLang="zh-CN"/>
              <a:t>‹#›</a:t>
            </a:fld>
            <a:endParaRPr lang="en-US" altLang="zh-CN"/>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01AEB84-DFC2-4F13-A0B3-1007A68B6FED}" type="slidenum">
              <a:rPr lang="en-US" altLang="zh-CN"/>
              <a:t>‹#›</a:t>
            </a:fld>
            <a:endParaRPr lang="en-US" altLang="zh-CN"/>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B853D079-BEF8-4E5F-AEA2-50AAC53112BA}" type="slidenum">
              <a:rPr lang="en-US" altLang="zh-CN"/>
              <a:t>‹#›</a:t>
            </a:fld>
            <a:endParaRPr lang="en-US" altLang="zh-CN"/>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9279EA5-E6B4-4B67-B193-FAD7181A9DCA}" type="slidenum">
              <a:rPr lang="en-US" altLang="zh-CN"/>
              <a:t>‹#›</a:t>
            </a:fld>
            <a:endParaRPr lang="en-US" altLang="zh-CN"/>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DD709415-F3DA-4445-8078-3CD88C2B509D}" type="slidenum">
              <a:rPr lang="en-US" altLang="zh-CN"/>
              <a:t>‹#›</a:t>
            </a:fld>
            <a:endParaRPr lang="en-US" altLang="zh-CN"/>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C5D0974-654D-4BE8-A38C-AFAAB3681159}" type="slidenum">
              <a:rPr lang="en-US" altLang="zh-CN"/>
              <a:t>‹#›</a:t>
            </a:fld>
            <a:endParaRPr lang="en-US" altLang="zh-CN"/>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EC79658-FF3E-4B67-A8B0-234FAC562F72}" type="slidenum">
              <a:rPr lang="en-US" altLang="zh-CN"/>
              <a:t>‹#›</a:t>
            </a:fld>
            <a:endParaRPr lang="en-US" altLang="zh-CN"/>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F67FC2B-279D-4C76-A93F-6CD1548BAEBF}" type="slidenum">
              <a:rPr lang="en-US" altLang="zh-CN"/>
              <a:t>‹#›</a:t>
            </a:fld>
            <a:endParaRPr lang="en-US" altLang="zh-CN"/>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18E6C33-EF7C-4D0C-85CC-BAFE4CDB0CEB}" type="slidenum">
              <a:rPr lang="en-US" altLang="zh-CN"/>
              <a:t>‹#›</a:t>
            </a:fld>
            <a:endParaRPr lang="en-US" altLang="zh-CN"/>
          </a:p>
        </p:txBody>
      </p:sp>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69E6FD-AF03-4EB9-A57F-7965AA141B6C}" type="slidenum">
              <a:rPr lang="en-US" altLang="zh-CN"/>
              <a:t>‹#›</a:t>
            </a:fld>
            <a:endParaRPr lang="en-US" altLang="zh-CN"/>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82E3F1A-047B-48A0-9AB9-5A3E96DF78B2}" type="slidenum">
              <a:rPr lang="en-US" altLang="zh-CN"/>
              <a:t>‹#›</a:t>
            </a:fld>
            <a:endParaRPr lang="en-US" altLang="zh-CN"/>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E65DAE7-C384-4514-A3B6-CC8AEB5BE50C}" type="slidenum">
              <a:rPr lang="en-US" altLang="zh-CN"/>
              <a:t>‹#›</a:t>
            </a:fld>
            <a:endParaRPr lang="en-US" altLang="zh-CN"/>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CA250B4-1936-43F0-B3B6-B1218D946EFE}" type="slidenum">
              <a:rPr lang="en-US" altLang="zh-CN"/>
              <a:t>‹#›</a:t>
            </a:fld>
            <a:endParaRPr lang="en-US" altLang="zh-CN"/>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8A51A54-F9FB-46F5-9A13-CE53B56535D8}" type="slidenum">
              <a:rPr lang="en-US" altLang="zh-CN"/>
              <a:t>‹#›</a:t>
            </a:fld>
            <a:endParaRPr lang="en-US" altLang="zh-CN"/>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987098F-0F06-4E12-8091-240AFD0FF9BD}" type="slidenum">
              <a:rPr lang="en-US" altLang="zh-CN"/>
              <a:t>‹#›</a:t>
            </a:fld>
            <a:endParaRPr lang="en-US" altLang="zh-CN"/>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A60865B5-36F1-4FC1-9FF3-ABC84B715556}" type="slidenum">
              <a:rPr lang="en-US" altLang="zh-CN"/>
              <a:t>‹#›</a:t>
            </a:fld>
            <a:endParaRPr lang="en-US" altLang="zh-CN"/>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44269ED-09A2-4772-AA02-C0C90764F079}" type="slidenum">
              <a:rPr lang="en-US" altLang="zh-CN"/>
              <a:t>‹#›</a:t>
            </a:fld>
            <a:endParaRPr lang="en-US" altLang="zh-CN"/>
          </a:p>
        </p:txBody>
      </p:sp>
    </p:spTree>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E340F55-B929-40B3-868E-B2799D952DA0}" type="slidenum">
              <a:rPr lang="en-US" altLang="zh-CN"/>
              <a:t>‹#›</a:t>
            </a:fld>
            <a:endParaRPr lang="en-US" altLang="zh-CN"/>
          </a:p>
        </p:txBody>
      </p:sp>
    </p:spTree>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31F2115-B7E6-4A12-9064-B59320938CB5}" type="slidenum">
              <a:rPr lang="en-US" altLang="zh-CN"/>
              <a:t>‹#›</a:t>
            </a:fld>
            <a:endParaRPr lang="en-US" altLang="zh-CN"/>
          </a:p>
        </p:txBody>
      </p:sp>
    </p:spTree>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8A2462A-D910-4927-BD3B-853D9B8114F7}" type="slidenum">
              <a:rPr lang="en-US" altLang="zh-CN"/>
              <a:t>‹#›</a:t>
            </a:fld>
            <a:endParaRPr lang="en-US" altLang="zh-CN"/>
          </a:p>
        </p:txBody>
      </p:sp>
    </p:spTree>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9E70236-6E98-41E7-9E31-A8F2952F73CE}" type="slidenum">
              <a:rPr lang="en-US" altLang="zh-CN"/>
              <a:t>‹#›</a:t>
            </a:fld>
            <a:endParaRPr lang="en-US" altLang="zh-CN"/>
          </a:p>
        </p:txBody>
      </p:sp>
    </p:spTree>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62751C5-3BF5-466E-BE72-1A88D9FCFDA3}" type="slidenum">
              <a:rPr lang="en-US" altLang="zh-CN"/>
              <a:t>‹#›</a:t>
            </a:fld>
            <a:endParaRPr lang="en-US" altLang="zh-CN"/>
          </a:p>
        </p:txBody>
      </p:sp>
    </p:spTree>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E656B56-8323-43BC-BE26-3F785A3A96C3}" type="slidenum">
              <a:rPr lang="en-US" altLang="zh-CN"/>
              <a:t>‹#›</a:t>
            </a:fld>
            <a:endParaRPr lang="en-US" altLang="zh-CN"/>
          </a:p>
        </p:txBody>
      </p:sp>
    </p:spTree>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ABA320C-5ABE-45C6-800C-D4C187905F5C}" type="slidenum">
              <a:rPr lang="en-US" altLang="zh-CN"/>
              <a:t>‹#›</a:t>
            </a:fld>
            <a:endParaRPr lang="en-US" altLang="zh-CN"/>
          </a:p>
        </p:txBody>
      </p:sp>
    </p:spTree>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1C49431-6613-4570-9304-B692C467346E}" type="slidenum">
              <a:rPr lang="en-US" altLang="zh-CN"/>
              <a:t>‹#›</a:t>
            </a:fld>
            <a:endParaRPr lang="en-US" altLang="zh-CN"/>
          </a:p>
        </p:txBody>
      </p:sp>
    </p:spTree>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0836905-EE43-4CE8-9726-EF787AF83C46}" type="slidenum">
              <a:rPr lang="en-US" altLang="zh-CN"/>
              <a:t>‹#›</a:t>
            </a:fld>
            <a:endParaRPr lang="en-US" altLang="zh-CN"/>
          </a:p>
        </p:txBody>
      </p:sp>
    </p:spTree>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A42E0B1-1344-4873-B164-6B3E8926F970}" type="slidenum">
              <a:rPr lang="en-US" altLang="zh-CN"/>
              <a:t>‹#›</a:t>
            </a:fld>
            <a:endParaRPr lang="en-US" altLang="zh-CN"/>
          </a:p>
        </p:txBody>
      </p:sp>
    </p:spTree>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B3112D6-162F-4DA2-A5AA-71AB5BCE6399}" type="slidenum">
              <a:rPr lang="en-US" altLang="zh-CN"/>
              <a:t>‹#›</a:t>
            </a:fld>
            <a:endParaRPr lang="en-US" altLang="zh-CN"/>
          </a:p>
        </p:txBody>
      </p:sp>
    </p:spTree>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3265CAE-39D2-4877-9FDA-663BE0D661A9}" type="slidenum">
              <a:rPr lang="en-US" altLang="zh-CN"/>
              <a:t>‹#›</a:t>
            </a:fld>
            <a:endParaRPr lang="en-US" altLang="zh-CN"/>
          </a:p>
        </p:txBody>
      </p:sp>
    </p:spTree>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328F220-CC23-4D00-ACD6-793A455C1574}" type="slidenum">
              <a:rPr lang="en-US" altLang="zh-CN"/>
              <a:t>‹#›</a:t>
            </a:fld>
            <a:endParaRPr lang="en-US" altLang="zh-CN"/>
          </a:p>
        </p:txBody>
      </p:sp>
    </p:spTree>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9AC9CAD-6F4D-414B-87EC-D4DE55346C6D}" type="slidenum">
              <a:rPr lang="en-US" altLang="zh-CN"/>
              <a:t>‹#›</a:t>
            </a:fld>
            <a:endParaRPr lang="en-US" altLang="zh-CN"/>
          </a:p>
        </p:txBody>
      </p:sp>
    </p:spTree>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DF26C46-66B8-40A8-9330-4B71045853C3}" type="slidenum">
              <a:rPr lang="en-US" altLang="zh-CN"/>
              <a:t>‹#›</a:t>
            </a:fld>
            <a:endParaRPr lang="en-US" altLang="zh-CN"/>
          </a:p>
        </p:txBody>
      </p:sp>
    </p:spTree>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EB86009-08EA-48FF-8D78-A745FB9F76DF}" type="slidenum">
              <a:rPr lang="en-US" altLang="zh-CN"/>
              <a:t>‹#›</a:t>
            </a:fld>
            <a:endParaRPr lang="en-US" altLang="zh-CN"/>
          </a:p>
        </p:txBody>
      </p:sp>
    </p:spTree>
  </p:cSld>
  <p:clrMapOvr>
    <a:masterClrMapping/>
  </p:clrMapOvr>
  <p:transition>
    <p:fade/>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8D378DE-BC94-48E9-9E16-8A0BB2FFC679}" type="slidenum">
              <a:rPr lang="en-US" altLang="zh-CN"/>
              <a:t>‹#›</a:t>
            </a:fld>
            <a:endParaRPr lang="en-US" altLang="zh-CN"/>
          </a:p>
        </p:txBody>
      </p:sp>
    </p:spTree>
  </p:cSld>
  <p:clrMapOvr>
    <a:masterClrMapping/>
  </p:clrMapOvr>
  <p:transition>
    <p:fade/>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49C310A-CF95-4A30-97EF-B5E4487D24B8}" type="slidenum">
              <a:rPr lang="en-US" altLang="zh-CN"/>
              <a:t>‹#›</a:t>
            </a:fld>
            <a:endParaRPr lang="en-US" altLang="zh-CN"/>
          </a:p>
        </p:txBody>
      </p:sp>
    </p:spTree>
  </p:cSld>
  <p:clrMapOvr>
    <a:masterClrMapping/>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4B20CAF1-1B87-4B04-974C-69D79B594CDA}" type="slidenum">
              <a:rPr lang="en-US" altLang="zh-CN"/>
              <a:t>‹#›</a:t>
            </a:fld>
            <a:endParaRPr lang="en-US" altLang="zh-CN"/>
          </a:p>
        </p:txBody>
      </p:sp>
    </p:spTree>
  </p:cSld>
  <p:clrMapOvr>
    <a:masterClrMapping/>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569E6D89-DF85-49DD-A0CD-026A7FCDEBAF}" type="slidenum">
              <a:rPr lang="en-US" altLang="zh-CN"/>
              <a:t>‹#›</a:t>
            </a:fld>
            <a:endParaRPr lang="en-US" altLang="zh-CN"/>
          </a:p>
        </p:txBody>
      </p:sp>
    </p:spTree>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5CB189F5-C3A8-453E-B7B6-EECA10D86FC7}" type="slidenum">
              <a:rPr lang="en-US" altLang="zh-CN"/>
              <a:t>‹#›</a:t>
            </a:fld>
            <a:endParaRPr lang="en-US" altLang="zh-CN"/>
          </a:p>
        </p:txBody>
      </p:sp>
    </p:spTree>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DB6F544-360E-435D-857B-DDA93547E9EB}" type="slidenum">
              <a:rPr lang="en-US" altLang="zh-CN"/>
              <a:t>‹#›</a:t>
            </a:fld>
            <a:endParaRPr lang="en-US" altLang="zh-CN"/>
          </a:p>
        </p:txBody>
      </p:sp>
    </p:spTree>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31DC26D-695E-4564-BD16-0DD038F34893}" type="slidenum">
              <a:rPr lang="en-US" altLang="zh-CN"/>
              <a:t>‹#›</a:t>
            </a:fld>
            <a:endParaRPr lang="en-US" altLang="zh-CN"/>
          </a:p>
        </p:txBody>
      </p:sp>
    </p:spTree>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FE834B7-7C31-49B4-A71A-8E8E829DD8D7}" type="slidenum">
              <a:rPr lang="en-US" altLang="zh-CN"/>
              <a:t>‹#›</a:t>
            </a:fld>
            <a:endParaRPr lang="en-US" altLang="zh-CN"/>
          </a:p>
        </p:txBody>
      </p:sp>
    </p:spTree>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0CD88C0-9448-452E-871C-B0F8B565A8A6}" type="slidenum">
              <a:rPr lang="en-US" altLang="zh-CN"/>
              <a:t>‹#›</a:t>
            </a:fld>
            <a:endParaRPr lang="en-US" altLang="zh-CN"/>
          </a:p>
        </p:txBody>
      </p:sp>
    </p:spTree>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84BB9F4-9A87-46EC-A02F-A47FF4BF0312}" type="slidenum">
              <a:rPr lang="en-US" altLang="zh-CN"/>
              <a:t>‹#›</a:t>
            </a:fld>
            <a:endParaRPr lang="en-US" altLang="zh-CN"/>
          </a:p>
        </p:txBody>
      </p:sp>
    </p:spTree>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BB1C81A-D356-49CD-868A-F74D536CCA3B}" type="slidenum">
              <a:rPr lang="en-US" altLang="zh-CN"/>
              <a:t>‹#›</a:t>
            </a:fld>
            <a:endParaRPr lang="en-US" altLang="zh-CN"/>
          </a:p>
        </p:txBody>
      </p:sp>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1C96004-1FDB-4059-B5C9-28D7F92CF1B7}" type="slidenum">
              <a:rPr lang="en-US" altLang="zh-CN"/>
              <a:t>‹#›</a:t>
            </a:fld>
            <a:endParaRPr lang="en-US" altLang="zh-CN"/>
          </a:p>
        </p:txBody>
      </p:sp>
    </p:spTree>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438D621-63A9-4B72-9D5A-2A95B42D8276}" type="slidenum">
              <a:rPr lang="en-US" altLang="zh-CN"/>
              <a:t>‹#›</a:t>
            </a:fld>
            <a:endParaRPr lang="en-US" altLang="zh-CN"/>
          </a:p>
        </p:txBody>
      </p:sp>
    </p:spTree>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8BD9E23-F069-491F-BF3A-CCC376A7E251}" type="slidenum">
              <a:rPr lang="en-US" altLang="zh-CN"/>
              <a:t>‹#›</a:t>
            </a:fld>
            <a:endParaRPr lang="en-US" altLang="zh-CN"/>
          </a:p>
        </p:txBody>
      </p:sp>
    </p:spTree>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2B8492E9-4601-4ABF-A781-8D45B103E272}" type="slidenum">
              <a:rPr lang="en-US" altLang="zh-CN"/>
              <a:t>‹#›</a:t>
            </a:fld>
            <a:endParaRPr lang="en-US" altLang="zh-CN"/>
          </a:p>
        </p:txBody>
      </p:sp>
    </p:spTree>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4C6B72F0-0DD5-4144-8DCF-2CB5D62EA21B}" type="slidenum">
              <a:rPr lang="en-US" altLang="zh-CN"/>
              <a:t>‹#›</a:t>
            </a:fld>
            <a:endParaRPr lang="en-US" altLang="zh-CN"/>
          </a:p>
        </p:txBody>
      </p:sp>
    </p:spTree>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A67C110-8BB5-4913-A72D-9CCD6986CFAF}" type="slidenum">
              <a:rPr lang="en-US" altLang="zh-CN"/>
              <a:t>‹#›</a:t>
            </a:fld>
            <a:endParaRPr lang="en-US" altLang="zh-CN"/>
          </a:p>
        </p:txBody>
      </p:sp>
    </p:spTree>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DE01A06-F3E2-4219-B6D6-3CAD6558B01B}" type="slidenum">
              <a:rPr lang="en-US" altLang="zh-CN"/>
              <a:t>‹#›</a:t>
            </a:fld>
            <a:endParaRPr lang="en-US" altLang="zh-CN"/>
          </a:p>
        </p:txBody>
      </p:sp>
    </p:spTree>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0B84C12-091E-461B-AB2B-DCC56730B450}" type="slidenum">
              <a:rPr lang="en-US" altLang="zh-CN"/>
              <a:t>‹#›</a:t>
            </a:fld>
            <a:endParaRPr lang="en-US" altLang="zh-CN"/>
          </a:p>
        </p:txBody>
      </p:sp>
    </p:spTree>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1126800-687C-45B5-9EC8-DE5648ED441B}" type="slidenum">
              <a:rPr lang="en-US" altLang="zh-CN"/>
              <a:t>‹#›</a:t>
            </a:fld>
            <a:endParaRPr lang="en-US" altLang="zh-CN"/>
          </a:p>
        </p:txBody>
      </p:sp>
    </p:spTree>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63F1177-C75C-4D5F-8A85-CF6290CF26E4}" type="slidenum">
              <a:rPr lang="en-US" altLang="zh-CN"/>
              <a:t>‹#›</a:t>
            </a:fld>
            <a:endParaRPr lang="en-US" altLang="zh-CN"/>
          </a:p>
        </p:txBody>
      </p:sp>
    </p:spTree>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EFFA1FD-D101-4EDB-88ED-503E2A778B9F}" type="slidenum">
              <a:rPr lang="en-US" altLang="zh-CN"/>
              <a:t>‹#›</a:t>
            </a:fld>
            <a:endParaRPr lang="en-US" altLang="zh-CN"/>
          </a:p>
        </p:txBody>
      </p:sp>
    </p:spTree>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4047E27-D966-4D65-A914-21225A053754}" type="slidenum">
              <a:rPr lang="en-US" altLang="zh-CN"/>
              <a:t>‹#›</a:t>
            </a:fld>
            <a:endParaRPr lang="en-US" altLang="zh-CN"/>
          </a:p>
        </p:txBody>
      </p:sp>
    </p:spTree>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58024DB-209C-4CB6-8A69-1D7CCFC4857B}" type="slidenum">
              <a:rPr lang="en-US" altLang="zh-CN"/>
              <a:t>‹#›</a:t>
            </a:fld>
            <a:endParaRPr lang="en-US" altLang="zh-CN"/>
          </a:p>
        </p:txBody>
      </p:sp>
    </p:spTree>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AAABE35B-49C1-4260-86FE-812036ACB5A9}" type="slidenum">
              <a:rPr lang="en-US" altLang="zh-CN"/>
              <a:t>‹#›</a:t>
            </a:fld>
            <a:endParaRPr lang="en-US" altLang="zh-CN"/>
          </a:p>
        </p:txBody>
      </p:sp>
    </p:spTree>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77884E29-F091-40A1-B64C-13EDCBB9046E}" type="slidenum">
              <a:rPr lang="en-US" altLang="zh-CN"/>
              <a:t>‹#›</a:t>
            </a:fld>
            <a:endParaRPr lang="en-US" altLang="zh-CN"/>
          </a:p>
        </p:txBody>
      </p:sp>
    </p:spTree>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CA83A3B5-A965-4DA7-8DBD-0A08BFC329FE}" type="slidenum">
              <a:rPr lang="en-US" altLang="zh-CN"/>
              <a:t>‹#›</a:t>
            </a:fld>
            <a:endParaRPr lang="en-US" altLang="zh-CN"/>
          </a:p>
        </p:txBody>
      </p:sp>
    </p:spTree>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FE19B2F-F103-418F-AB5C-BFEEDAC720AF}" type="slidenum">
              <a:rPr lang="en-US" altLang="zh-CN"/>
              <a:t>‹#›</a:t>
            </a:fld>
            <a:endParaRPr lang="en-US" altLang="zh-CN"/>
          </a:p>
        </p:txBody>
      </p:sp>
    </p:spTree>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B70EA4E-9E10-4FAA-ADBD-1F115FBBBE3F}" type="slidenum">
              <a:rPr lang="en-US" altLang="zh-CN"/>
              <a:t>‹#›</a:t>
            </a:fld>
            <a:endParaRPr lang="en-US" altLang="zh-CN"/>
          </a:p>
        </p:txBody>
      </p:sp>
    </p:spTree>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F37281F-37FF-420F-9AF6-0F0690D73B5A}" type="slidenum">
              <a:rPr lang="en-US" altLang="zh-CN"/>
              <a:t>‹#›</a:t>
            </a:fld>
            <a:endParaRPr lang="en-US" altLang="zh-CN"/>
          </a:p>
        </p:txBody>
      </p:sp>
    </p:spTree>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A6AE208-77D8-401C-AB78-7DA675F74DF9}" type="slidenum">
              <a:rPr lang="en-US" altLang="zh-CN"/>
              <a:t>‹#›</a:t>
            </a:fld>
            <a:endParaRPr lang="en-US" altLang="zh-CN"/>
          </a:p>
        </p:txBody>
      </p:sp>
    </p:spTree>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1561709-D247-4C54-B51F-B1D7F815A175}" type="slidenum">
              <a:rPr lang="en-US" altLang="zh-CN"/>
              <a:t>‹#›</a:t>
            </a:fld>
            <a:endParaRPr lang="en-US" altLang="zh-CN"/>
          </a:p>
        </p:txBody>
      </p:sp>
    </p:spTree>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CA93502-901C-4012-A1A3-D8A0013D83D6}" type="slidenum">
              <a:rPr lang="en-US" altLang="zh-CN"/>
              <a:t>‹#›</a:t>
            </a:fld>
            <a:endParaRPr lang="en-US" altLang="zh-CN"/>
          </a:p>
        </p:txBody>
      </p:sp>
    </p:spTree>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B61F254-9509-4CA1-98E4-D15A1DCE5F8D}" type="slidenum">
              <a:rPr lang="en-US" altLang="zh-CN"/>
              <a:t>‹#›</a:t>
            </a:fld>
            <a:endParaRPr lang="en-US" altLang="zh-CN"/>
          </a:p>
        </p:txBody>
      </p:sp>
    </p:spTree>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77293EA-153D-41F3-BA1D-DCA46F34C780}" type="slidenum">
              <a:rPr lang="en-US" altLang="zh-CN"/>
              <a:t>‹#›</a:t>
            </a:fld>
            <a:endParaRPr lang="en-US" altLang="zh-CN"/>
          </a:p>
        </p:txBody>
      </p:sp>
    </p:spTree>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1E74919-68AC-44B5-BAF6-57101F650107}" type="slidenum">
              <a:rPr lang="en-US" altLang="zh-CN"/>
              <a:t>‹#›</a:t>
            </a:fld>
            <a:endParaRPr lang="en-US" altLang="zh-CN"/>
          </a:p>
        </p:txBody>
      </p:sp>
    </p:spTree>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14740808-FAC2-4E8D-A4C3-019FD4F01F60}" type="slidenum">
              <a:rPr lang="en-US" altLang="zh-CN"/>
              <a:t>‹#›</a:t>
            </a:fld>
            <a:endParaRPr lang="en-US" altLang="zh-CN"/>
          </a:p>
        </p:txBody>
      </p:sp>
    </p:spTree>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BD5B07C5-FFBA-41F9-82CC-2F50E51A8D73}" type="slidenum">
              <a:rPr lang="en-US" altLang="zh-CN"/>
              <a:t>‹#›</a:t>
            </a:fld>
            <a:endParaRPr lang="en-US" altLang="zh-CN"/>
          </a:p>
        </p:txBody>
      </p:sp>
    </p:spTree>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C3BF110-B92F-4154-A901-61F9EAED3670}" type="slidenum">
              <a:rPr lang="en-US" altLang="zh-CN"/>
              <a:t>‹#›</a:t>
            </a:fld>
            <a:endParaRPr lang="en-US" altLang="zh-CN"/>
          </a:p>
        </p:txBody>
      </p:sp>
    </p:spTree>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8A729F1-20F8-42FF-AA08-10614D304903}" type="slidenum">
              <a:rPr lang="en-US" altLang="zh-CN"/>
              <a:t>‹#›</a:t>
            </a:fld>
            <a:endParaRPr lang="en-US" altLang="zh-CN"/>
          </a:p>
        </p:txBody>
      </p:sp>
    </p:spTree>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C665D0B-A3F2-40A5-9184-1F46286E02DA}" type="slidenum">
              <a:rPr lang="en-US" altLang="zh-CN"/>
              <a:t>‹#›</a:t>
            </a:fld>
            <a:endParaRPr lang="en-US" altLang="zh-CN"/>
          </a:p>
        </p:txBody>
      </p:sp>
    </p:spTree>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CF00AE3-0E8E-4AC8-BE5B-3CA19F0DFE69}" type="slidenum">
              <a:rPr lang="en-US" altLang="zh-CN"/>
              <a:t>‹#›</a:t>
            </a:fld>
            <a:endParaRPr lang="en-US" altLang="zh-CN"/>
          </a:p>
        </p:txBody>
      </p:sp>
    </p:spTree>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49EAC11-3211-4CBA-A149-061A84119FF8}" type="slidenum">
              <a:rPr lang="en-US" altLang="zh-CN"/>
              <a:t>‹#›</a:t>
            </a:fld>
            <a:endParaRPr lang="en-US" altLang="zh-CN"/>
          </a:p>
        </p:txBody>
      </p:sp>
    </p:spTree>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3095AAB-70C0-4FEC-A481-CE2182D3E8C0}" type="slidenum">
              <a:rPr lang="en-US" altLang="zh-CN"/>
              <a:t>‹#›</a:t>
            </a:fld>
            <a:endParaRPr lang="en-US" altLang="zh-CN"/>
          </a:p>
        </p:txBody>
      </p:sp>
    </p:spTree>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DE4C2E1-3B57-4C05-8470-6AD79956F211}" type="slidenum">
              <a:rPr lang="en-US" altLang="zh-CN"/>
              <a:t>‹#›</a:t>
            </a:fld>
            <a:endParaRPr lang="en-US" altLang="zh-CN"/>
          </a:p>
        </p:txBody>
      </p:sp>
    </p:spTree>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DB1BE95-3D40-4B23-8146-E28E14DF3355}" type="slidenum">
              <a:rPr lang="en-US" altLang="zh-CN"/>
              <a:t>‹#›</a:t>
            </a:fld>
            <a:endParaRPr lang="en-US" altLang="zh-CN"/>
          </a:p>
        </p:txBody>
      </p:sp>
    </p:spTree>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5A47998-39A1-4296-99D7-3A8BAE785788}" type="slidenum">
              <a:rPr lang="en-US" altLang="zh-CN"/>
              <a:t>‹#›</a:t>
            </a:fld>
            <a:endParaRPr lang="en-US" altLang="zh-CN"/>
          </a:p>
        </p:txBody>
      </p:sp>
    </p:spTree>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3A86CDF9-83DD-4378-9253-AD66D14F378F}" type="slidenum">
              <a:rPr lang="en-US" altLang="zh-CN"/>
              <a:t>‹#›</a:t>
            </a:fld>
            <a:endParaRPr lang="en-US" altLang="zh-CN"/>
          </a:p>
        </p:txBody>
      </p:sp>
    </p:spTree>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39EECB99-DF59-4BBB-950B-63528FC4B798}" type="slidenum">
              <a:rPr lang="en-US" altLang="zh-CN"/>
              <a:t>‹#›</a:t>
            </a:fld>
            <a:endParaRPr lang="en-US" altLang="zh-CN"/>
          </a:p>
        </p:txBody>
      </p:sp>
    </p:spTree>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D39BE5D-1964-41A0-BD92-C69EA1067A1D}" type="slidenum">
              <a:rPr lang="en-US" altLang="zh-CN"/>
              <a:t>‹#›</a:t>
            </a:fld>
            <a:endParaRPr lang="en-US" altLang="zh-CN"/>
          </a:p>
        </p:txBody>
      </p:sp>
    </p:spTree>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E0B2D29-2B3E-4F2B-9B6F-79F16F688CA3}" type="slidenum">
              <a:rPr lang="en-US" altLang="zh-CN"/>
              <a:t>‹#›</a:t>
            </a:fld>
            <a:endParaRPr lang="en-US" altLang="zh-CN"/>
          </a:p>
        </p:txBody>
      </p:sp>
    </p:spTree>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6CA1784-8A2D-4EA6-81E1-6D5C0C2D1B75}" type="slidenum">
              <a:rPr lang="en-US" altLang="zh-CN"/>
              <a:t>‹#›</a:t>
            </a:fld>
            <a:endParaRPr lang="en-US" altLang="zh-CN"/>
          </a:p>
        </p:txBody>
      </p:sp>
    </p:spTree>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6EFC4C9-2DB4-4EEC-923A-17D325D2E4AA}" type="slidenum">
              <a:rPr lang="en-US" altLang="zh-CN"/>
              <a:t>‹#›</a:t>
            </a:fld>
            <a:endParaRPr lang="en-US" altLang="zh-CN"/>
          </a:p>
        </p:txBody>
      </p:sp>
    </p:spTree>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4DD570-E7F6-420F-9D6C-96D7848F7576}" type="slidenum">
              <a:rPr lang="en-US" altLang="zh-CN"/>
              <a:t>‹#›</a:t>
            </a:fld>
            <a:endParaRPr lang="en-US" altLang="zh-CN"/>
          </a:p>
        </p:txBody>
      </p:sp>
    </p:spTree>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D8BF642-8DFE-4334-80D3-4997408E0DE2}" type="slidenum">
              <a:rPr lang="en-US" altLang="zh-CN"/>
              <a:t>‹#›</a:t>
            </a:fld>
            <a:endParaRPr lang="en-US" altLang="zh-CN"/>
          </a:p>
        </p:txBody>
      </p:sp>
    </p:spTree>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29BE7A-6068-49FA-905B-2CF09CDDBF48}" type="slidenum">
              <a:rPr lang="en-US" altLang="zh-CN"/>
              <a:t>‹#›</a:t>
            </a:fld>
            <a:endParaRPr lang="en-US" altLang="zh-CN"/>
          </a:p>
        </p:txBody>
      </p:sp>
    </p:spTree>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B50CE2F-C661-4D76-A4BB-13EDB8E4758B}" type="slidenum">
              <a:rPr lang="en-US" altLang="zh-CN"/>
              <a:t>‹#›</a:t>
            </a:fld>
            <a:endParaRPr lang="en-US" altLang="zh-CN"/>
          </a:p>
        </p:txBody>
      </p:sp>
    </p:spTree>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F2B462AA-71C9-4E97-BB24-FA45BD87A01A}" type="slidenum">
              <a:rPr lang="en-US" altLang="zh-CN"/>
              <a:t>‹#›</a:t>
            </a:fld>
            <a:endParaRPr lang="en-US" altLang="zh-CN"/>
          </a:p>
        </p:txBody>
      </p:sp>
    </p:spTree>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759BD7E2-466D-40AF-A7EE-CFA229298E6E}" type="slidenum">
              <a:rPr lang="en-US" altLang="zh-CN"/>
              <a:t>‹#›</a:t>
            </a:fld>
            <a:endParaRPr lang="en-US" altLang="zh-CN"/>
          </a:p>
        </p:txBody>
      </p:sp>
    </p:spTree>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B47DB1DE-F440-4B9A-AD37-957E1CAAA726}" type="slidenum">
              <a:rPr lang="en-US" altLang="zh-CN"/>
              <a:t>‹#›</a:t>
            </a:fld>
            <a:endParaRPr lang="en-US" altLang="zh-CN"/>
          </a:p>
        </p:txBody>
      </p:sp>
    </p:spTree>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030A1BF-5736-485E-8ECE-B47D0892A35B}" type="slidenum">
              <a:rPr lang="en-US" altLang="zh-CN"/>
              <a:t>‹#›</a:t>
            </a:fld>
            <a:endParaRPr lang="en-US" altLang="zh-CN"/>
          </a:p>
        </p:txBody>
      </p:sp>
    </p:spTree>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336D92A-B2A5-4A57-B2F1-A8C25460DD0F}" type="slidenum">
              <a:rPr lang="en-US" altLang="zh-CN"/>
              <a:t>‹#›</a:t>
            </a:fld>
            <a:endParaRPr lang="en-US" altLang="zh-CN"/>
          </a:p>
        </p:txBody>
      </p:sp>
    </p:spTree>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F951BAA-C7C6-4652-A39F-982FE4B68006}" type="slidenum">
              <a:rPr lang="en-US" altLang="zh-CN"/>
              <a:t>‹#›</a:t>
            </a:fld>
            <a:endParaRPr lang="en-US" altLang="zh-CN"/>
          </a:p>
        </p:txBody>
      </p:sp>
    </p:spTree>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D5AEF81-F478-4975-BCD7-20CF8185CB6C}" type="slidenum">
              <a:rPr lang="en-US" altLang="zh-CN"/>
              <a:t>‹#›</a:t>
            </a:fld>
            <a:endParaRPr lang="en-US" altLang="zh-CN"/>
          </a:p>
        </p:txBody>
      </p:sp>
    </p:spTree>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AD1B4B1-F802-46A4-B236-6A99BD57BBA8}" type="slidenum">
              <a:rPr lang="en-US" altLang="zh-CN"/>
              <a:t>‹#›</a:t>
            </a:fld>
            <a:endParaRPr lang="en-US" altLang="zh-CN"/>
          </a:p>
        </p:txBody>
      </p:sp>
    </p:spTree>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BC34CDB-AEF9-4305-8A44-4DD89A82F7A9}" type="slidenum">
              <a:rPr lang="en-US" altLang="zh-CN"/>
              <a:t>‹#›</a:t>
            </a:fld>
            <a:endParaRPr lang="en-US" altLang="zh-CN"/>
          </a:p>
        </p:txBody>
      </p:sp>
    </p:spTree>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3FF57D-F1CE-4503-89A1-DCBAADD098AC}" type="slidenum">
              <a:rPr lang="en-US" altLang="zh-CN"/>
              <a:t>‹#›</a:t>
            </a:fld>
            <a:endParaRPr lang="en-US" altLang="zh-CN"/>
          </a:p>
        </p:txBody>
      </p:sp>
    </p:spTree>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D6DD8E-68D1-4D7F-8F61-27D9FFA8336D}" type="slidenum">
              <a:rPr lang="en-US" altLang="zh-CN"/>
              <a:t>‹#›</a:t>
            </a:fld>
            <a:endParaRPr lang="en-US" altLang="zh-CN"/>
          </a:p>
        </p:txBody>
      </p:sp>
    </p:spTree>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8B62A90C-F356-40DB-80E8-C9ED9939146C}" type="slidenum">
              <a:rPr lang="en-US" altLang="zh-CN"/>
              <a:t>‹#›</a:t>
            </a:fld>
            <a:endParaRPr lang="en-US" altLang="zh-CN"/>
          </a:p>
        </p:txBody>
      </p:sp>
    </p:spTree>
  </p:cSld>
  <p:clrMapOvr>
    <a:masterClrMapping/>
  </p:clrMapOvr>
  <p:transition>
    <p:fade/>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5F1FAF23-5920-48FF-90C0-6B37937F4C12}" type="slidenum">
              <a:rPr lang="en-US" altLang="zh-CN"/>
              <a:t>‹#›</a:t>
            </a:fld>
            <a:endParaRPr lang="en-US" altLang="zh-CN"/>
          </a:p>
        </p:txBody>
      </p:sp>
    </p:spTree>
  </p:cSld>
  <p:clrMapOvr>
    <a:masterClrMapping/>
  </p:clrMapOvr>
  <p:transition>
    <p:fade/>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87F0B4B-6C1E-453E-BF20-E87E53504A2F}" type="slidenum">
              <a:rPr lang="en-US" altLang="zh-CN"/>
              <a:t>‹#›</a:t>
            </a:fld>
            <a:endParaRPr lang="en-US" altLang="zh-CN"/>
          </a:p>
        </p:txBody>
      </p:sp>
    </p:spTree>
  </p:cSld>
  <p:clrMapOvr>
    <a:masterClrMapping/>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182C820-DE79-4273-B084-EFA547954305}" type="slidenum">
              <a:rPr lang="en-US" altLang="zh-CN"/>
              <a:t>‹#›</a:t>
            </a:fld>
            <a:endParaRPr lang="en-US" altLang="zh-CN"/>
          </a:p>
        </p:txBody>
      </p:sp>
    </p:spTree>
  </p:cSld>
  <p:clrMapOvr>
    <a:masterClrMapping/>
  </p:clrMapOvr>
  <p:transition>
    <p:fade/>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149D9B3-45E4-45A8-9BF2-2036E346E29C}" type="slidenum">
              <a:rPr lang="en-US" altLang="zh-CN"/>
              <a:t>‹#›</a:t>
            </a:fld>
            <a:endParaRPr lang="en-US" altLang="zh-CN"/>
          </a:p>
        </p:txBody>
      </p:sp>
    </p:spTree>
  </p:cSld>
  <p:clrMapOvr>
    <a:masterClrMapping/>
  </p:clrMapOvr>
  <p:transition>
    <p:fade/>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38AF9C3-0054-4847-8EB6-1A9187F8726F}" type="slidenum">
              <a:rPr lang="en-US" altLang="zh-CN"/>
              <a:t>‹#›</a:t>
            </a:fld>
            <a:endParaRPr lang="en-US" altLang="zh-CN"/>
          </a:p>
        </p:txBody>
      </p:sp>
    </p:spTree>
  </p:cSld>
  <p:clrMapOvr>
    <a:masterClrMapping/>
  </p:clrMapOvr>
  <p:transition>
    <p:fade/>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3D9243-EA08-4E51-9D4D-27E4991FB743}" type="slidenum">
              <a:rPr lang="en-US" altLang="zh-CN"/>
              <a:t>‹#›</a:t>
            </a:fld>
            <a:endParaRPr lang="en-US" altLang="zh-CN"/>
          </a:p>
        </p:txBody>
      </p:sp>
    </p:spTree>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AEEBD7A-BCB1-4EDF-825B-527BF2EE3F6F}" type="slidenum">
              <a:rPr lang="en-US" altLang="zh-CN"/>
              <a:t>‹#›</a:t>
            </a:fld>
            <a:endParaRPr lang="en-US" altLang="zh-CN"/>
          </a:p>
        </p:txBody>
      </p:sp>
    </p:spTree>
  </p:cSld>
  <p:clrMapOvr>
    <a:masterClrMapping/>
  </p:clrMapOvr>
  <p:transition>
    <p:fade/>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DF9F038-118B-45F8-8FC7-20B996E2E60F}" type="slidenum">
              <a:rPr lang="en-US" altLang="zh-CN"/>
              <a:t>‹#›</a:t>
            </a:fld>
            <a:endParaRPr lang="en-US" altLang="zh-CN"/>
          </a:p>
        </p:txBody>
      </p:sp>
    </p:spTree>
  </p:cSld>
  <p:clrMapOvr>
    <a:masterClrMapping/>
  </p:clrMapOvr>
  <p:transition>
    <p:fade/>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94619CA-5230-4B7F-B1F5-8B63974BD625}" type="slidenum">
              <a:rPr lang="en-US" altLang="zh-CN"/>
              <a:t>‹#›</a:t>
            </a:fld>
            <a:endParaRPr lang="en-US" altLang="zh-CN"/>
          </a:p>
        </p:txBody>
      </p:sp>
    </p:spTree>
  </p:cSld>
  <p:clrMapOvr>
    <a:masterClrMapping/>
  </p:clrMapOvr>
  <p:transition>
    <p:fade/>
  </p:transition>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BBBBD4E-2DE5-4C3F-AE00-A6DD86E0D596}" type="slidenum">
              <a:rPr lang="en-US" altLang="zh-CN"/>
              <a:t>‹#›</a:t>
            </a:fld>
            <a:endParaRPr lang="en-US" altLang="zh-CN"/>
          </a:p>
        </p:txBody>
      </p:sp>
    </p:spTree>
  </p:cSld>
  <p:clrMapOvr>
    <a:masterClrMapping/>
  </p:clrMapOvr>
  <p:transition>
    <p:fade/>
  </p:transition>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031812E9-64D5-4B89-A105-A3133ACA97F3}" type="slidenum">
              <a:rPr lang="en-US" altLang="zh-CN"/>
              <a:t>‹#›</a:t>
            </a:fld>
            <a:endParaRPr lang="en-US" altLang="zh-CN"/>
          </a:p>
        </p:txBody>
      </p:sp>
    </p:spTree>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D634776F-61D5-4076-9436-63E31E40A25C}" type="slidenum">
              <a:rPr lang="en-US" altLang="zh-CN"/>
              <a:t>‹#›</a:t>
            </a:fld>
            <a:endParaRPr lang="en-US" altLang="zh-CN"/>
          </a:p>
        </p:txBody>
      </p:sp>
    </p:spTree>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AFB6392-A7DB-4F7F-A2E5-A741CDE39A63}" type="slidenum">
              <a:rPr lang="en-US" altLang="zh-CN"/>
              <a:t>‹#›</a:t>
            </a:fld>
            <a:endParaRPr lang="en-US" altLang="zh-CN"/>
          </a:p>
        </p:txBody>
      </p:sp>
    </p:spTree>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1948645F-EDC4-465B-B0E1-245409E6250E}" type="slidenum">
              <a:rPr lang="en-US" altLang="zh-CN"/>
              <a:t>‹#›</a:t>
            </a:fld>
            <a:endParaRPr lang="en-US" altLang="zh-CN"/>
          </a:p>
        </p:txBody>
      </p:sp>
    </p:spTree>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C5F19F0-4B43-4EA4-927F-97A09905EC94}" type="slidenum">
              <a:rPr lang="en-US" altLang="zh-CN"/>
              <a:t>‹#›</a:t>
            </a:fld>
            <a:endParaRPr lang="en-US" altLang="zh-CN"/>
          </a:p>
        </p:txBody>
      </p:sp>
    </p:spTree>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1C0998B-7A25-4C56-B6D1-E8390C0A0445}" type="slidenum">
              <a:rPr lang="en-US" altLang="zh-CN"/>
              <a:t>‹#›</a:t>
            </a:fld>
            <a:endParaRPr lang="en-US" altLang="zh-CN"/>
          </a:p>
        </p:txBody>
      </p:sp>
    </p:spTree>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8CA4B53-0519-41C2-960B-A205FBE0ACA6}" type="slidenum">
              <a:rPr lang="en-US" altLang="zh-CN"/>
              <a:t>‹#›</a:t>
            </a:fld>
            <a:endParaRPr lang="en-US" altLang="zh-CN"/>
          </a:p>
        </p:txBody>
      </p:sp>
    </p:spTree>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9E66213-56B8-482C-AD9B-FB947A2BC758}" type="slidenum">
              <a:rPr lang="en-US" altLang="zh-CN"/>
              <a:t>‹#›</a:t>
            </a:fld>
            <a:endParaRPr lang="en-US" altLang="zh-CN"/>
          </a:p>
        </p:txBody>
      </p:sp>
    </p:spTree>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B3B4324-17E7-4773-B819-604DC43FA4DB}" type="slidenum">
              <a:rPr lang="en-US" altLang="zh-CN"/>
              <a:t>‹#›</a:t>
            </a:fld>
            <a:endParaRPr lang="en-US" altLang="zh-CN"/>
          </a:p>
        </p:txBody>
      </p:sp>
    </p:spTree>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4BCC448-8C60-4F43-8E02-0C3088E19F72}" type="slidenum">
              <a:rPr lang="en-US" altLang="zh-CN"/>
              <a:t>‹#›</a:t>
            </a:fld>
            <a:endParaRPr lang="en-US" altLang="zh-CN"/>
          </a:p>
        </p:txBody>
      </p:sp>
    </p:spTree>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67D27DC-967C-4D02-8CC7-E43982E5B361}" type="slidenum">
              <a:rPr lang="en-US" altLang="zh-CN"/>
              <a:t>‹#›</a:t>
            </a:fld>
            <a:endParaRPr lang="en-US" altLang="zh-CN"/>
          </a:p>
        </p:txBody>
      </p:sp>
    </p:spTree>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859462E6-967D-4361-81AB-24A9BA7761F0}" type="slidenum">
              <a:rPr lang="en-US" altLang="zh-CN"/>
              <a:t>‹#›</a:t>
            </a:fld>
            <a:endParaRPr lang="en-US" altLang="zh-CN"/>
          </a:p>
        </p:txBody>
      </p:sp>
    </p:spTree>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169A2224-296F-44DA-8700-217DAD3A352B}" type="slidenum">
              <a:rPr lang="en-US" altLang="zh-CN"/>
              <a:t>‹#›</a:t>
            </a:fld>
            <a:endParaRPr lang="en-US" altLang="zh-CN"/>
          </a:p>
        </p:txBody>
      </p:sp>
    </p:spTree>
  </p:cSld>
  <p:clrMapOvr>
    <a:masterClrMapping/>
  </p:clrMapOvr>
  <p:transition>
    <p:fade/>
  </p:transition>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FA12BD83-B569-4E30-9A06-5096E98FA0E4}" type="slidenum">
              <a:rPr lang="en-US" altLang="zh-CN"/>
              <a:t>‹#›</a:t>
            </a:fld>
            <a:endParaRPr lang="en-US" altLang="zh-CN"/>
          </a:p>
        </p:txBody>
      </p:sp>
    </p:spTree>
  </p:cSld>
  <p:clrMapOvr>
    <a:masterClrMapping/>
  </p:clrMapOvr>
  <p:transition>
    <p:fade/>
  </p:transition>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7AE6D2-22A6-4CA6-AF1E-B0D8ECFAFF11}" type="slidenum">
              <a:rPr lang="en-US" altLang="zh-CN"/>
              <a:t>‹#›</a:t>
            </a:fld>
            <a:endParaRPr lang="en-US" altLang="zh-CN"/>
          </a:p>
        </p:txBody>
      </p:sp>
    </p:spTree>
  </p:cSld>
  <p:clrMapOvr>
    <a:masterClrMapping/>
  </p:clrMapOvr>
  <p:transition>
    <p:fade/>
  </p:transition>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51AD7D0-7220-422E-8969-1833DB58138A}" type="slidenum">
              <a:rPr lang="en-US" altLang="zh-CN"/>
              <a:t>‹#›</a:t>
            </a:fld>
            <a:endParaRPr lang="en-US" altLang="zh-CN"/>
          </a:p>
        </p:txBody>
      </p:sp>
    </p:spTree>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7E39F58-B8BE-4E15-B1F7-FF346217007B}" type="slidenum">
              <a:rPr lang="en-US" altLang="zh-CN"/>
              <a:t>‹#›</a:t>
            </a:fld>
            <a:endParaRPr lang="en-US" altLang="zh-CN"/>
          </a:p>
        </p:txBody>
      </p:sp>
    </p:spTree>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B9EBC5F-3FCA-4D67-B097-43F7FE2AF809}" type="slidenum">
              <a:rPr lang="en-US" altLang="zh-CN"/>
              <a:t>‹#›</a:t>
            </a:fld>
            <a:endParaRPr lang="en-US" altLang="zh-CN"/>
          </a:p>
        </p:txBody>
      </p:sp>
    </p:spTree>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2BB1B73-2608-4F2E-8FC2-CE10719FE70A}" type="slidenum">
              <a:rPr lang="en-US" altLang="zh-CN"/>
              <a:t>‹#›</a:t>
            </a:fld>
            <a:endParaRPr lang="en-US" altLang="zh-CN"/>
          </a:p>
        </p:txBody>
      </p:sp>
    </p:spTree>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70F6608-3DE4-4E29-B811-7E3CE3A16193}" type="slidenum">
              <a:rPr lang="en-US" altLang="zh-CN"/>
              <a:t>‹#›</a:t>
            </a:fld>
            <a:endParaRPr lang="en-US" altLang="zh-CN"/>
          </a:p>
        </p:txBody>
      </p:sp>
    </p:spTree>
  </p:cSld>
  <p:clrMapOvr>
    <a:masterClrMapping/>
  </p:clrMapOvr>
  <p:transition>
    <p:fade/>
  </p:transition>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7C87B2C-305F-4667-92DA-C800F85B45B5}" type="slidenum">
              <a:rPr lang="en-US" altLang="zh-CN"/>
              <a:t>‹#›</a:t>
            </a:fld>
            <a:endParaRPr lang="en-US" altLang="zh-CN"/>
          </a:p>
        </p:txBody>
      </p:sp>
    </p:spTree>
  </p:cSld>
  <p:clrMapOvr>
    <a:masterClrMapping/>
  </p:clrMapOvr>
  <p:transition>
    <p:fade/>
  </p:transition>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D7B25A9-D20B-4867-84B7-8DECF23A7352}" type="slidenum">
              <a:rPr lang="en-US" altLang="zh-CN"/>
              <a:t>‹#›</a:t>
            </a:fld>
            <a:endParaRPr lang="en-US" altLang="zh-CN"/>
          </a:p>
        </p:txBody>
      </p:sp>
    </p:spTree>
  </p:cSld>
  <p:clrMapOvr>
    <a:masterClrMapping/>
  </p:clrMapOvr>
  <p:transition>
    <p:fade/>
  </p:transition>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AEC5861A-B817-4C87-AE28-A7400CC8CA83}" type="slidenum">
              <a:rPr lang="en-US" altLang="zh-CN"/>
              <a:t>‹#›</a:t>
            </a:fld>
            <a:endParaRPr lang="en-US" altLang="zh-CN"/>
          </a:p>
        </p:txBody>
      </p:sp>
    </p:spTree>
  </p:cSld>
  <p:clrMapOvr>
    <a:masterClrMapping/>
  </p:clrMapOvr>
  <p:transition>
    <p:fade/>
  </p:transition>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EFFC327E-C779-4798-81D0-D28C22B2FEC0}" type="slidenum">
              <a:rPr lang="en-US" altLang="zh-CN"/>
              <a:t>‹#›</a:t>
            </a:fld>
            <a:endParaRPr lang="en-US" altLang="zh-CN"/>
          </a:p>
        </p:txBody>
      </p:sp>
    </p:spTree>
  </p:cSld>
  <p:clrMapOvr>
    <a:masterClrMapping/>
  </p:clrMapOvr>
  <p:transition>
    <p:fade/>
  </p:transition>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98912096-AB36-40FF-A7C0-AA5D1ECC8890}" type="slidenum">
              <a:rPr lang="en-US" altLang="zh-CN"/>
              <a:t>‹#›</a:t>
            </a:fld>
            <a:endParaRPr lang="en-US" altLang="zh-CN"/>
          </a:p>
        </p:txBody>
      </p:sp>
    </p:spTree>
  </p:cSld>
  <p:clrMapOvr>
    <a:masterClrMapping/>
  </p:clrMapOvr>
  <p:transition>
    <p:fade/>
  </p:transition>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35E591A-129A-4FE1-8354-250D47C1AE48}" type="slidenum">
              <a:rPr lang="en-US" altLang="zh-CN"/>
              <a:t>‹#›</a:t>
            </a:fld>
            <a:endParaRPr lang="en-US" altLang="zh-CN"/>
          </a:p>
        </p:txBody>
      </p:sp>
    </p:spTree>
  </p:cSld>
  <p:clrMapOvr>
    <a:masterClrMapping/>
  </p:clrMapOvr>
  <p:transition>
    <p:fade/>
  </p:transition>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4ECEB16-CD86-4EDA-B87B-83F0E1164559}" type="slidenum">
              <a:rPr lang="en-US" altLang="zh-CN"/>
              <a:t>‹#›</a:t>
            </a:fld>
            <a:endParaRPr lang="en-US" altLang="zh-CN"/>
          </a:p>
        </p:txBody>
      </p:sp>
    </p:spTree>
  </p:cSld>
  <p:clrMapOvr>
    <a:masterClrMapping/>
  </p:clrMapOvr>
  <p:transition>
    <p:fade/>
  </p:transition>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0F44B06-E568-4872-A16A-A3F009044688}" type="slidenum">
              <a:rPr lang="en-US" altLang="zh-CN"/>
              <a:t>‹#›</a:t>
            </a:fld>
            <a:endParaRPr lang="en-US" altLang="zh-CN"/>
          </a:p>
        </p:txBody>
      </p:sp>
    </p:spTree>
  </p:cSld>
  <p:clrMapOvr>
    <a:masterClrMapping/>
  </p:clrMapOvr>
  <p:transition>
    <p:fade/>
  </p:transition>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4F8D772-A5C7-4537-8B50-471B1DCE6303}" type="slidenum">
              <a:rPr lang="en-US" altLang="zh-CN"/>
              <a:t>‹#›</a:t>
            </a:fld>
            <a:endParaRPr lang="en-US" altLang="zh-CN"/>
          </a:p>
        </p:txBody>
      </p:sp>
    </p:spTree>
  </p:cSld>
  <p:clrMapOvr>
    <a:masterClrMapping/>
  </p:clrMapOvr>
  <p:transition>
    <p:fade/>
  </p:transition>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194D1B8-0021-48EA-8567-DEEE003A364C}" type="slidenum">
              <a:rPr lang="en-US" altLang="zh-CN"/>
              <a:t>‹#›</a:t>
            </a:fld>
            <a:endParaRPr lang="en-US" altLang="zh-CN"/>
          </a:p>
        </p:txBody>
      </p:sp>
    </p:spTree>
  </p:cSld>
  <p:clrMapOvr>
    <a:masterClrMapping/>
  </p:clrMapOvr>
  <p:transition>
    <p:fade/>
  </p:transition>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DC32637-CB4E-42FE-8CD4-8000B33ED0A7}" type="slidenum">
              <a:rPr lang="en-US" altLang="zh-CN"/>
              <a:t>‹#›</a:t>
            </a:fld>
            <a:endParaRPr lang="en-US" altLang="zh-CN"/>
          </a:p>
        </p:txBody>
      </p:sp>
    </p:spTree>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F7EAA2C7-EADB-424D-9E0D-7F03C3609206}" type="slidenum">
              <a:rPr lang="en-US" altLang="zh-CN"/>
              <a:t>‹#›</a:t>
            </a:fld>
            <a:endParaRPr lang="en-US" altLang="zh-CN"/>
          </a:p>
        </p:txBody>
      </p:sp>
    </p:spTree>
  </p:cSld>
  <p:clrMapOvr>
    <a:masterClrMapping/>
  </p:clrMapOvr>
  <p:transition>
    <p:fade/>
  </p:transition>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68A8D0C-8434-4789-A739-632037B2F3FA}" type="slidenum">
              <a:rPr lang="en-US" altLang="zh-CN"/>
              <a:t>‹#›</a:t>
            </a:fld>
            <a:endParaRPr lang="en-US" altLang="zh-CN"/>
          </a:p>
        </p:txBody>
      </p:sp>
    </p:spTree>
  </p:cSld>
  <p:clrMapOvr>
    <a:masterClrMapping/>
  </p:clrMapOvr>
  <p:transition>
    <p:fade/>
  </p:transition>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FC5DD52-8F2D-4F8A-848E-B4C328807861}" type="slidenum">
              <a:rPr lang="en-US" altLang="zh-CN"/>
              <a:t>‹#›</a:t>
            </a:fld>
            <a:endParaRPr lang="en-US" altLang="zh-CN"/>
          </a:p>
        </p:txBody>
      </p:sp>
    </p:spTree>
  </p:cSld>
  <p:clrMapOvr>
    <a:masterClrMapping/>
  </p:clrMapOvr>
  <p:transition>
    <p:fade/>
  </p:transition>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BFD7ECA2-A1C1-4DCB-ACF6-2631347D686A}" type="slidenum">
              <a:rPr lang="en-US" altLang="zh-CN"/>
              <a:t>‹#›</a:t>
            </a:fld>
            <a:endParaRPr lang="en-US" altLang="zh-CN"/>
          </a:p>
        </p:txBody>
      </p:sp>
    </p:spTree>
  </p:cSld>
  <p:clrMapOvr>
    <a:masterClrMapping/>
  </p:clrMapOvr>
  <p:transition>
    <p:fade/>
  </p:transition>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642C0319-666D-4F01-B8FA-68D543FDB4F3}" type="slidenum">
              <a:rPr lang="en-US" altLang="zh-CN"/>
              <a:t>‹#›</a:t>
            </a:fld>
            <a:endParaRPr lang="en-US" altLang="zh-CN"/>
          </a:p>
        </p:txBody>
      </p:sp>
    </p:spTree>
  </p:cSld>
  <p:clrMapOvr>
    <a:masterClrMapping/>
  </p:clrMapOvr>
  <p:transition>
    <p:fade/>
  </p:transition>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75BEB431-4964-4BBD-A9A4-971F900AB60D}" type="slidenum">
              <a:rPr lang="en-US" altLang="zh-CN"/>
              <a:t>‹#›</a:t>
            </a:fld>
            <a:endParaRPr lang="en-US" altLang="zh-CN"/>
          </a:p>
        </p:txBody>
      </p:sp>
    </p:spTree>
  </p:cSld>
  <p:clrMapOvr>
    <a:masterClrMapping/>
  </p:clrMapOvr>
  <p:transition>
    <p:fade/>
  </p:transition>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024031B-14CA-43CD-A51C-CC55175B9F72}" type="slidenum">
              <a:rPr lang="en-US" altLang="zh-CN"/>
              <a:t>‹#›</a:t>
            </a:fld>
            <a:endParaRPr lang="en-US" altLang="zh-CN"/>
          </a:p>
        </p:txBody>
      </p:sp>
    </p:spTree>
  </p:cSld>
  <p:clrMapOvr>
    <a:masterClrMapping/>
  </p:clrMapOvr>
  <p:transition>
    <p:fade/>
  </p:transition>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9A42B653-74FF-48C8-A05E-F9A386CC0BD4}" type="slidenum">
              <a:rPr lang="en-US" altLang="zh-CN"/>
              <a:t>‹#›</a:t>
            </a:fld>
            <a:endParaRPr lang="en-US" altLang="zh-CN"/>
          </a:p>
        </p:txBody>
      </p:sp>
    </p:spTree>
  </p:cSld>
  <p:clrMapOvr>
    <a:masterClrMapping/>
  </p:clrMapOvr>
  <p:transition>
    <p:fade/>
  </p:transition>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3C3A87-C6F5-48BB-B1D7-03D64D4392BC}" type="slidenum">
              <a:rPr lang="en-US" altLang="zh-CN"/>
              <a:t>‹#›</a:t>
            </a:fld>
            <a:endParaRPr lang="en-US" altLang="zh-CN"/>
          </a:p>
        </p:txBody>
      </p:sp>
    </p:spTree>
  </p:cSld>
  <p:clrMapOvr>
    <a:masterClrMapping/>
  </p:clrMapOvr>
  <p:transition>
    <p:fade/>
  </p:transition>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84262FA-CA44-4D3A-BC22-1A5427BC04E7}" type="slidenum">
              <a:rPr lang="en-US" altLang="zh-CN"/>
              <a:t>‹#›</a:t>
            </a:fld>
            <a:endParaRPr lang="en-US" altLang="zh-CN"/>
          </a:p>
        </p:txBody>
      </p:sp>
    </p:spTree>
  </p:cSld>
  <p:clrMapOvr>
    <a:masterClrMapping/>
  </p:clrMapOvr>
  <p:transition>
    <p:fade/>
  </p:transition>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AA2EF75-6D4C-4305-86CD-10031D9A878D}" type="slidenum">
              <a:rPr lang="en-US" altLang="zh-CN"/>
              <a:t>‹#›</a:t>
            </a:fld>
            <a:endParaRPr lang="en-US" altLang="zh-CN"/>
          </a:p>
        </p:txBody>
      </p:sp>
    </p:spTree>
  </p:cSld>
  <p:clrMapOvr>
    <a:masterClrMapping/>
  </p:clrMapOvr>
  <p:transition>
    <p:fade/>
  </p:transition>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FBDA79B-E153-4A70-8931-703300F74775}" type="slidenum">
              <a:rPr lang="en-US" altLang="zh-CN"/>
              <a:t>‹#›</a:t>
            </a:fld>
            <a:endParaRPr lang="en-US" altLang="zh-CN"/>
          </a:p>
        </p:txBody>
      </p:sp>
    </p:spTree>
  </p:cSld>
  <p:clrMapOvr>
    <a:masterClrMapping/>
  </p:clrMapOvr>
  <p:transition>
    <p:fade/>
  </p:transition>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B128B6BE-E56D-4D96-982E-50C5A9677BA5}" type="slidenum">
              <a:rPr lang="en-US" altLang="zh-CN"/>
              <a:t>‹#›</a:t>
            </a:fld>
            <a:endParaRPr lang="en-US" altLang="zh-CN"/>
          </a:p>
        </p:txBody>
      </p:sp>
    </p:spTree>
  </p:cSld>
  <p:clrMapOvr>
    <a:masterClrMapping/>
  </p:clrMapOvr>
  <p:transition>
    <p:fade/>
  </p:transition>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D96489A1-7B69-4338-B104-80B521BDEEE7}" type="slidenum">
              <a:rPr lang="en-US" altLang="zh-CN"/>
              <a:t>‹#›</a:t>
            </a:fld>
            <a:endParaRPr lang="en-US" altLang="zh-CN"/>
          </a:p>
        </p:txBody>
      </p:sp>
    </p:spTree>
  </p:cSld>
  <p:clrMapOvr>
    <a:masterClrMapping/>
  </p:clrMapOvr>
  <p:transition>
    <p:fade/>
  </p:transition>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7757608-46F9-4651-8B72-F78043E539D9}" type="slidenum">
              <a:rPr lang="en-US" altLang="zh-CN"/>
              <a:t>‹#›</a:t>
            </a:fld>
            <a:endParaRPr lang="en-US" altLang="zh-CN"/>
          </a:p>
        </p:txBody>
      </p:sp>
    </p:spTree>
  </p:cSld>
  <p:clrMapOvr>
    <a:masterClrMapping/>
  </p:clrMapOvr>
  <p:transition>
    <p:fade/>
  </p:transition>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4D53F11A-5F0A-4F0A-948C-C10F63247457}" type="slidenum">
              <a:rPr lang="en-US" altLang="zh-CN"/>
              <a:t>‹#›</a:t>
            </a:fld>
            <a:endParaRPr lang="en-US" altLang="zh-CN"/>
          </a:p>
        </p:txBody>
      </p:sp>
    </p:spTree>
  </p:cSld>
  <p:clrMapOvr>
    <a:masterClrMapping/>
  </p:clrMapOvr>
  <p:transition>
    <p:fade/>
  </p:transition>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DB4DF0F-5641-4F50-9EEF-659BFDDB0A1F}" type="slidenum">
              <a:rPr lang="en-US" altLang="zh-CN"/>
              <a:t>‹#›</a:t>
            </a:fld>
            <a:endParaRPr lang="en-US" altLang="zh-CN"/>
          </a:p>
        </p:txBody>
      </p:sp>
    </p:spTree>
  </p:cSld>
  <p:clrMapOvr>
    <a:masterClrMapping/>
  </p:clrMapOvr>
  <p:transition>
    <p:fade/>
  </p:transition>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0C79745-F6DE-45DD-B08A-2E2029C4470C}" type="slidenum">
              <a:rPr lang="en-US" altLang="zh-CN"/>
              <a:t>‹#›</a:t>
            </a:fld>
            <a:endParaRPr lang="en-US" altLang="zh-CN"/>
          </a:p>
        </p:txBody>
      </p:sp>
    </p:spTree>
  </p:cSld>
  <p:clrMapOvr>
    <a:masterClrMapping/>
  </p:clrMapOvr>
  <p:transition>
    <p:fade/>
  </p:transition>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E2D5052-EBF5-40D7-8370-157045FE0057}" type="slidenum">
              <a:rPr lang="en-US" altLang="zh-CN"/>
              <a:t>‹#›</a:t>
            </a:fld>
            <a:endParaRPr lang="en-US" altLang="zh-CN"/>
          </a:p>
        </p:txBody>
      </p:sp>
    </p:spTree>
  </p:cSld>
  <p:clrMapOvr>
    <a:masterClrMapping/>
  </p:clrMapOvr>
  <p:transition>
    <p:fade/>
  </p:transition>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C41B46E-AF76-4A57-B899-2A95A61B0215}" type="slidenum">
              <a:rPr lang="en-US" altLang="zh-CN"/>
              <a:t>‹#›</a:t>
            </a:fld>
            <a:endParaRPr lang="en-US" altLang="zh-CN"/>
          </a:p>
        </p:txBody>
      </p:sp>
    </p:spTree>
  </p:cSld>
  <p:clrMapOvr>
    <a:masterClrMapping/>
  </p:clrMapOvr>
  <p:transition>
    <p:fade/>
  </p:transition>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531C0FB-D4BE-420A-86B3-0D81634DC57A}" type="slidenum">
              <a:rPr lang="en-US" altLang="zh-CN"/>
              <a:t>‹#›</a:t>
            </a:fld>
            <a:endParaRPr lang="en-US" altLang="zh-CN"/>
          </a:p>
        </p:txBody>
      </p:sp>
    </p:spTree>
  </p:cSld>
  <p:clrMapOvr>
    <a:masterClrMapping/>
  </p:clrMapOvr>
  <p:transition>
    <p:fade/>
  </p:transition>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8FE5FC7-8831-4BD2-BEB2-52A77F1719CC}" type="slidenum">
              <a:rPr lang="en-US" altLang="zh-CN"/>
              <a:t>‹#›</a:t>
            </a:fld>
            <a:endParaRPr lang="en-US" altLang="zh-CN"/>
          </a:p>
        </p:txBody>
      </p:sp>
    </p:spTree>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01EF1BDF-EF59-424B-93C6-DEB2B92BF6BB}" type="slidenum">
              <a:rPr lang="en-US" altLang="zh-CN"/>
              <a:t>‹#›</a:t>
            </a:fld>
            <a:endParaRPr lang="en-US" altLang="zh-CN"/>
          </a:p>
        </p:txBody>
      </p:sp>
    </p:spTree>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0FE8BBD-BF05-4F46-89A2-078E855CE9C1}" type="slidenum">
              <a:rPr lang="en-US" altLang="zh-CN"/>
              <a:t>‹#›</a:t>
            </a:fld>
            <a:endParaRPr lang="en-US" altLang="zh-CN"/>
          </a:p>
        </p:txBody>
      </p:sp>
    </p:spTree>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10D5134D-CE94-476E-AC4A-AE756583915A}" type="slidenum">
              <a:rPr lang="en-US" altLang="zh-CN"/>
              <a:t>‹#›</a:t>
            </a:fld>
            <a:endParaRPr lang="en-US" altLang="zh-CN"/>
          </a:p>
        </p:txBody>
      </p:sp>
    </p:spTree>
  </p:cSld>
  <p:clrMapOvr>
    <a:masterClrMapping/>
  </p:clrMapOvr>
  <p:transition>
    <p:fade/>
  </p:transition>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3781821-EAF5-4564-AF9B-955A64B18297}" type="slidenum">
              <a:rPr lang="en-US" altLang="zh-CN"/>
              <a:t>‹#›</a:t>
            </a:fld>
            <a:endParaRPr lang="en-US" altLang="zh-CN"/>
          </a:p>
        </p:txBody>
      </p:sp>
    </p:spTree>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16B7685C-D183-4A0C-9F0A-EDDFC3F82D0B}" type="slidenum">
              <a:rPr lang="en-US" altLang="zh-CN"/>
              <a:t>‹#›</a:t>
            </a:fld>
            <a:endParaRPr lang="en-US" altLang="zh-CN"/>
          </a:p>
        </p:txBody>
      </p:sp>
    </p:spTree>
  </p:cSld>
  <p:clrMapOvr>
    <a:masterClrMapping/>
  </p:clrMapOvr>
  <p:transition>
    <p:fade/>
  </p:transition>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05F2386-BCD0-47B4-9668-67E29C8833E3}" type="slidenum">
              <a:rPr lang="en-US" altLang="zh-CN"/>
              <a:t>‹#›</a:t>
            </a:fld>
            <a:endParaRPr lang="en-US" altLang="zh-CN"/>
          </a:p>
        </p:txBody>
      </p:sp>
    </p:spTree>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F79897D4-0A88-45E4-96C3-AC9D3459E305}" type="slidenum">
              <a:rPr lang="en-US" altLang="zh-CN"/>
              <a:t>‹#›</a:t>
            </a:fld>
            <a:endParaRPr lang="en-US" altLang="zh-CN"/>
          </a:p>
        </p:txBody>
      </p:sp>
    </p:spTree>
  </p:cSld>
  <p:clrMapOvr>
    <a:masterClrMapping/>
  </p:clrMapOvr>
  <p:transition>
    <p:fade/>
  </p:transition>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DF88447-F845-41D9-A541-8297A7045E35}" type="slidenum">
              <a:rPr lang="en-US" altLang="zh-CN"/>
              <a:t>‹#›</a:t>
            </a:fld>
            <a:endParaRPr lang="en-US" altLang="zh-CN"/>
          </a:p>
        </p:txBody>
      </p:sp>
    </p:spTree>
  </p:cSld>
  <p:clrMapOvr>
    <a:masterClrMapping/>
  </p:clrMapOvr>
  <p:transition>
    <p:fade/>
  </p:transition>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B0CBBE6-23DA-4E50-A0B4-6D8D01864E75}" type="slidenum">
              <a:rPr lang="en-US" altLang="zh-CN"/>
              <a:t>‹#›</a:t>
            </a:fld>
            <a:endParaRPr lang="en-US" altLang="zh-CN"/>
          </a:p>
        </p:txBody>
      </p:sp>
    </p:spTree>
  </p:cSld>
  <p:clrMapOvr>
    <a:masterClrMapping/>
  </p:clrMapOvr>
  <p:transition>
    <p:fade/>
  </p:transition>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1384E79-B786-46F4-9CB7-F6F40BB05340}" type="slidenum">
              <a:rPr lang="en-US" altLang="zh-CN"/>
              <a:t>‹#›</a:t>
            </a:fld>
            <a:endParaRPr lang="en-US" altLang="zh-CN"/>
          </a:p>
        </p:txBody>
      </p:sp>
    </p:spTree>
  </p:cSld>
  <p:clrMapOvr>
    <a:masterClrMapping/>
  </p:clrMapOvr>
  <p:transition>
    <p:fade/>
  </p:transition>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20C90AC-2C53-42C0-95A2-BB145028AA9B}" type="slidenum">
              <a:rPr lang="en-US" altLang="zh-CN"/>
              <a:t>‹#›</a:t>
            </a:fld>
            <a:endParaRPr lang="en-US" altLang="zh-CN"/>
          </a:p>
        </p:txBody>
      </p:sp>
    </p:spTree>
  </p:cSld>
  <p:clrMapOvr>
    <a:masterClrMapping/>
  </p:clrMapOvr>
  <p:transition>
    <p:fade/>
  </p:transition>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3CD39A8-83CF-4316-8455-50A752C4CEBD}" type="slidenum">
              <a:rPr lang="en-US" altLang="zh-CN"/>
              <a:t>‹#›</a:t>
            </a:fld>
            <a:endParaRPr lang="en-US" altLang="zh-CN"/>
          </a:p>
        </p:txBody>
      </p:sp>
    </p:spTree>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D16B82E-C3B1-47A7-A64D-ED884AAC7415}" type="slidenum">
              <a:rPr lang="en-US" altLang="zh-CN"/>
              <a:t>‹#›</a:t>
            </a:fld>
            <a:endParaRPr lang="en-US" altLang="zh-CN"/>
          </a:p>
        </p:txBody>
      </p:sp>
    </p:spTree>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0FD83CB9-7C22-4458-8E0F-1748EC619DED}" type="slidenum">
              <a:rPr lang="en-US" altLang="zh-CN"/>
              <a:t>‹#›</a:t>
            </a:fld>
            <a:endParaRPr lang="en-US" altLang="zh-CN"/>
          </a:p>
        </p:txBody>
      </p:sp>
    </p:spTree>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90D79BA9-56CC-49AA-BA4D-9BA6347801B6}" type="slidenum">
              <a:rPr lang="en-US" altLang="zh-CN"/>
              <a:t>‹#›</a:t>
            </a:fld>
            <a:endParaRPr lang="en-US" altLang="zh-CN"/>
          </a:p>
        </p:txBody>
      </p:sp>
    </p:spTree>
  </p:cSld>
  <p:clrMapOvr>
    <a:masterClrMapping/>
  </p:clrMapOvr>
  <p:transition>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A4F38A02-B448-4C99-9C6E-997C465054C2}" type="slidenum">
              <a:rPr lang="en-US" altLang="zh-CN"/>
              <a:t>‹#›</a:t>
            </a:fld>
            <a:endParaRPr lang="en-US" altLang="zh-CN"/>
          </a:p>
        </p:txBody>
      </p:sp>
    </p:spTree>
  </p:cSld>
  <p:clrMapOvr>
    <a:masterClrMapping/>
  </p:clrMapOvr>
  <p:transition>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0FD1380-EAB8-47F4-83D7-096B3098F82B}" type="slidenum">
              <a:rPr lang="en-US" altLang="zh-CN"/>
              <a:t>‹#›</a:t>
            </a:fld>
            <a:endParaRPr lang="en-US" altLang="zh-CN"/>
          </a:p>
        </p:txBody>
      </p:sp>
    </p:spTree>
  </p:cSld>
  <p:clrMapOvr>
    <a:masterClrMapping/>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91DDD08-6582-4D60-84F1-7E550D24EDAA}" type="slidenum">
              <a:rPr lang="en-US" altLang="zh-CN"/>
              <a:t>‹#›</a:t>
            </a:fld>
            <a:endParaRPr lang="en-US" altLang="zh-CN"/>
          </a:p>
        </p:txBody>
      </p:sp>
    </p:spTree>
  </p:cSld>
  <p:clrMapOvr>
    <a:masterClrMapping/>
  </p:clrMapOvr>
  <p:transition>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7356736-10CE-4580-A90C-FB4C80504897}" type="slidenum">
              <a:rPr lang="en-US" altLang="zh-CN"/>
              <a:t>‹#›</a:t>
            </a:fld>
            <a:endParaRPr lang="en-US" altLang="zh-CN"/>
          </a:p>
        </p:txBody>
      </p:sp>
    </p:spTree>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585C44B-E428-416C-8F05-58E4112B4549}" type="slidenum">
              <a:rPr lang="en-US" altLang="zh-CN"/>
              <a:t>‹#›</a:t>
            </a:fld>
            <a:endParaRPr lang="en-US" altLang="zh-CN"/>
          </a:p>
        </p:txBody>
      </p:sp>
    </p:spTree>
  </p:cSld>
  <p:clrMapOvr>
    <a:masterClrMapping/>
  </p:clrMapOvr>
  <p:transition>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E20A850A-4ED0-4E45-AA39-5915DA63B765}" type="slidenum">
              <a:rPr lang="en-US" altLang="zh-CN"/>
              <a:t>‹#›</a:t>
            </a:fld>
            <a:endParaRPr lang="en-US" altLang="zh-CN"/>
          </a:p>
        </p:txBody>
      </p:sp>
    </p:spTree>
  </p:cSld>
  <p:clrMapOvr>
    <a:masterClrMapping/>
  </p:clrMapOvr>
  <p:transition>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9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2E4B41F-71DA-4557-AB19-3BA08BFDF26B}" type="slidenum">
              <a:rPr lang="en-US" altLang="zh-CN"/>
              <a:t>‹#›</a:t>
            </a:fld>
            <a:endParaRPr lang="en-US" altLang="zh-CN"/>
          </a:p>
        </p:txBody>
      </p:sp>
    </p:spTree>
  </p:cSld>
  <p:clrMapOvr>
    <a:masterClrMapping/>
  </p:clrMapOvr>
  <p:transition>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0C68E7A-C9B9-4AD9-BAB4-764716640B79}" type="slidenum">
              <a:rPr lang="en-US" altLang="zh-CN"/>
              <a:t>‹#›</a:t>
            </a:fld>
            <a:endParaRPr lang="en-US" altLang="zh-CN"/>
          </a:p>
        </p:txBody>
      </p:sp>
    </p:spTree>
  </p:cSld>
  <p:clrMapOvr>
    <a:masterClrMapping/>
  </p:clrMapOvr>
  <p:transition>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DFB9627A-8E59-44EF-9DEB-C2E83AD4A11E}" type="slidenum">
              <a:rPr lang="en-US" altLang="zh-CN"/>
              <a:t>‹#›</a:t>
            </a:fld>
            <a:endParaRPr lang="en-US" altLang="zh-CN"/>
          </a:p>
        </p:txBody>
      </p:sp>
    </p:spTree>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37816041-25FD-4EDF-A4E9-90A82BCB8FE8}" type="slidenum">
              <a:rPr lang="en-US" altLang="zh-CN"/>
              <a:t>‹#›</a:t>
            </a:fld>
            <a:endParaRPr lang="en-US" altLang="zh-CN"/>
          </a:p>
        </p:txBody>
      </p:sp>
    </p:spTree>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0E3E9C36-935F-4AEC-9C53-4869F299A24E}" type="slidenum">
              <a:rPr lang="en-US" altLang="zh-CN"/>
              <a:t>‹#›</a:t>
            </a:fld>
            <a:endParaRPr lang="en-US" altLang="zh-CN"/>
          </a:p>
        </p:txBody>
      </p:sp>
    </p:spTree>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08FF686F-CD29-434A-B8B8-C63456865C77}" type="slidenum">
              <a:rPr lang="en-US" altLang="zh-CN"/>
              <a:t>‹#›</a:t>
            </a:fld>
            <a:endParaRPr lang="en-US" altLang="zh-CN"/>
          </a:p>
        </p:txBody>
      </p:sp>
    </p:spTree>
  </p:cSld>
  <p:clrMapOvr>
    <a:masterClrMapping/>
  </p:clrMapOvr>
  <p:transition>
    <p:fade/>
  </p:transition>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5B4EBC8D-2E81-405E-9745-37EAE3F84E4C}" type="slidenum">
              <a:rPr lang="en-US" altLang="zh-CN"/>
              <a:t>‹#›</a:t>
            </a:fld>
            <a:endParaRPr lang="en-US" altLang="zh-CN"/>
          </a:p>
        </p:txBody>
      </p:sp>
    </p:spTree>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AE914AE0-BB6C-48E6-895B-56B68A7FF84C}" type="slidenum">
              <a:rPr lang="en-US" altLang="zh-CN"/>
              <a:t>‹#›</a:t>
            </a:fld>
            <a:endParaRPr lang="en-US" altLang="zh-CN"/>
          </a:p>
        </p:txBody>
      </p:sp>
    </p:spTree>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9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4EAA3B33-5864-415A-86BF-03D8FAA40934}" type="slidenum">
              <a:rPr lang="en-US" altLang="zh-CN"/>
              <a:t>‹#›</a:t>
            </a:fld>
            <a:endParaRPr lang="en-US" altLang="zh-CN"/>
          </a:p>
        </p:txBody>
      </p:sp>
    </p:spTree>
  </p:cSld>
  <p:clrMapOvr>
    <a:masterClrMapping/>
  </p:clrMapOvr>
  <p:transition>
    <p:fade/>
  </p:transition>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74B7509A-9794-4227-8FA9-E616A12A9103}" type="slidenum">
              <a:rPr lang="en-US" altLang="zh-CN"/>
              <a:t>‹#›</a:t>
            </a:fld>
            <a:endParaRPr lang="en-US" altLang="zh-CN"/>
          </a:p>
        </p:txBody>
      </p:sp>
    </p:spTree>
  </p:cSld>
  <p:clrMapOvr>
    <a:masterClrMapping/>
  </p:clrMapOvr>
  <p:transition>
    <p:fade/>
  </p:transition>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58D1F5-05EA-4DCC-9D05-76EDADF48F95}" type="slidenum">
              <a:rPr lang="en-US" altLang="zh-CN"/>
              <a:t>‹#›</a:t>
            </a:fld>
            <a:endParaRPr lang="en-US" altLang="zh-CN"/>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F22A605-D4BD-48F9-826C-C884522CE64A}" type="slidenum">
              <a:rPr lang="en-US" altLang="zh-CN"/>
              <a:t>‹#›</a:t>
            </a:fld>
            <a:endParaRPr lang="en-US" altLang="zh-CN"/>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2303EFBE-F087-4CD1-81C5-767EE840234B}" type="slidenum">
              <a:rPr lang="en-US" altLang="zh-CN"/>
              <a:t>‹#›</a:t>
            </a:fld>
            <a:endParaRPr lang="en-US" altLang="zh-CN"/>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BE3AF9C-1EBC-4E62-B64D-A9FBB0CDD227}" type="slidenum">
              <a:rPr lang="en-US" altLang="zh-CN"/>
              <a:t>‹#›</a:t>
            </a:fld>
            <a:endParaRPr lang="en-US" altLang="zh-CN"/>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D386AFA-23A0-48E0-AEEA-A9F2F06D2F3C}" type="slidenum">
              <a:rPr lang="en-US" altLang="zh-CN"/>
              <a:t>‹#›</a:t>
            </a:fld>
            <a:endParaRPr lang="en-US" altLang="zh-CN"/>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FD87AC10-3D8E-4A64-83D9-36B161DD3E85}" type="slidenum">
              <a:rPr lang="en-US" altLang="zh-CN"/>
              <a:t>‹#›</a:t>
            </a:fld>
            <a:endParaRPr lang="en-US" altLang="zh-CN"/>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9BACC1E-6C69-446A-A817-1F82A037AB89}" type="slidenum">
              <a:rPr lang="en-US" altLang="zh-CN"/>
              <a:t>‹#›</a:t>
            </a:fld>
            <a:endParaRPr lang="en-US" altLang="zh-CN"/>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0604F48F-AFE5-4709-A0B3-E0E268612548}" type="slidenum">
              <a:rPr lang="en-US" altLang="zh-CN"/>
              <a:t>‹#›</a:t>
            </a:fld>
            <a:endParaRPr lang="en-US" altLang="zh-CN"/>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9081BEB9-90A4-4B1F-B8A1-8BF36E3E5125}" type="slidenum">
              <a:rPr lang="en-US" altLang="zh-CN"/>
              <a:t>‹#›</a:t>
            </a:fld>
            <a:endParaRPr lang="en-US" altLang="zh-CN"/>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E50EB4A-D4C6-431E-BB65-EFB27A130E33}" type="slidenum">
              <a:rPr lang="en-US" altLang="zh-CN"/>
              <a:t>‹#›</a:t>
            </a:fld>
            <a:endParaRPr lang="en-US" altLang="zh-CN"/>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A61E1DF-E396-4DEB-ABE9-A89FF3FBA326}" type="slidenum">
              <a:rPr lang="en-US" altLang="zh-CN"/>
              <a:t>‹#›</a:t>
            </a:fld>
            <a:endParaRPr lang="en-US" altLang="zh-CN"/>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AF0643C-F7C8-4D90-A4F7-ACCBC1607B2D}" type="slidenum">
              <a:rPr lang="en-US" altLang="zh-CN"/>
              <a:t>‹#›</a:t>
            </a:fld>
            <a:endParaRPr lang="en-US" altLang="zh-CN"/>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8B3B94F3-29EA-4DA0-A292-C55924B434D9}" type="slidenum">
              <a:rPr lang="en-US" altLang="zh-CN"/>
              <a:t>‹#›</a:t>
            </a:fld>
            <a:endParaRPr lang="en-US" altLang="zh-CN"/>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C406A4D6-6182-4452-9DD3-16FDA3C21ACC}" type="slidenum">
              <a:rPr lang="en-US" altLang="zh-CN"/>
              <a:t>‹#›</a:t>
            </a:fld>
            <a:endParaRPr lang="en-US" altLang="zh-CN"/>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8F86AB70-6D45-478D-A6A9-2A915081A7F7}" type="slidenum">
              <a:rPr lang="en-US" altLang="zh-CN"/>
              <a:t>‹#›</a:t>
            </a:fld>
            <a:endParaRPr lang="en-US" altLang="zh-CN"/>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C3087897-8131-4057-969C-C856BB8A99E0}" type="slidenum">
              <a:rPr lang="en-US" altLang="zh-CN"/>
              <a:t>‹#›</a:t>
            </a:fld>
            <a:endParaRPr lang="en-US" altLang="zh-CN"/>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4AFB8A36-CB5F-424B-9546-E0D8BEC5E5C1}" type="slidenum">
              <a:rPr lang="en-US" altLang="zh-CN"/>
              <a:t>‹#›</a:t>
            </a:fld>
            <a:endParaRPr lang="en-US" altLang="zh-CN"/>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754F01C6-3554-4634-99B7-54B743471FE4}" type="slidenum">
              <a:rPr lang="en-US" altLang="zh-CN"/>
              <a:t>‹#›</a:t>
            </a:fld>
            <a:endParaRPr lang="en-US" altLang="zh-CN"/>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C7C41A9-1993-448A-B025-9852AB4C97AC}" type="slidenum">
              <a:rPr lang="en-US" altLang="zh-CN"/>
              <a:t>‹#›</a:t>
            </a:fld>
            <a:endParaRPr lang="en-US" altLang="zh-CN"/>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392187B3-360F-4D2D-9BA2-5F9822CB6FD0}" type="slidenum">
              <a:rPr lang="en-US" altLang="zh-CN"/>
              <a:t>‹#›</a:t>
            </a:fld>
            <a:endParaRPr lang="en-US" altLang="zh-CN"/>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B4BDD603-61BE-496B-9067-EECA33A77861}" type="slidenum">
              <a:rPr lang="en-US" altLang="zh-CN"/>
              <a:t>‹#›</a:t>
            </a:fld>
            <a:endParaRPr lang="en-US" altLang="zh-CN"/>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04D4737-D8D0-4211-B497-EB727D62AC97}" type="slidenum">
              <a:rPr lang="en-US" altLang="zh-CN"/>
              <a:t>‹#›</a:t>
            </a:fld>
            <a:endParaRPr lang="en-US" altLang="zh-CN"/>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8E2A0CEB-041E-4A2C-8FB2-3E6CFB291216}" type="slidenum">
              <a:rPr lang="en-US" altLang="zh-CN"/>
              <a:t>‹#›</a:t>
            </a:fld>
            <a:endParaRPr lang="en-US" altLang="zh-CN"/>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A9E1B4E-563D-4F1A-9362-4F8704D08810}" type="slidenum">
              <a:rPr lang="en-US" altLang="zh-CN"/>
              <a:t>‹#›</a:t>
            </a:fld>
            <a:endParaRPr lang="en-US" altLang="zh-CN"/>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B7F7B7AD-7231-4D7B-9D62-8FB822BD4C74}" type="slidenum">
              <a:rPr lang="en-US" altLang="zh-CN"/>
              <a:t>‹#›</a:t>
            </a:fld>
            <a:endParaRPr lang="en-US" altLang="zh-CN"/>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56E6393-1461-4266-B1B0-1150C3054DDE}" type="slidenum">
              <a:rPr lang="en-US" altLang="zh-CN"/>
              <a:t>‹#›</a:t>
            </a:fld>
            <a:endParaRPr lang="en-US" altLang="zh-CN"/>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ACDF8C26-8788-428B-843E-D8DBE6DAECDE}" type="slidenum">
              <a:rPr lang="en-US" altLang="zh-CN"/>
              <a:t>‹#›</a:t>
            </a:fld>
            <a:endParaRPr lang="en-US" altLang="zh-CN"/>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F45C0C8A-77EB-41BC-9C60-027E68925D15}" type="slidenum">
              <a:rPr lang="en-US" altLang="zh-CN"/>
              <a:t>‹#›</a:t>
            </a:fld>
            <a:endParaRPr lang="en-US" altLang="zh-CN"/>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B2E4C105-C3F7-40E6-9FA4-C3A640D70A67}" type="slidenum">
              <a:rPr lang="en-US" altLang="zh-CN"/>
              <a:t>‹#›</a:t>
            </a:fld>
            <a:endParaRPr lang="en-US" altLang="zh-CN"/>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A496B379-A5AE-40CF-919F-40591707D9A4}" type="slidenum">
              <a:rPr lang="en-US" altLang="zh-CN"/>
              <a:t>‹#›</a:t>
            </a:fld>
            <a:endParaRPr lang="en-US" altLang="zh-CN"/>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73A40F6-A39B-4C95-9B68-35B0BDD06A99}" type="slidenum">
              <a:rPr lang="en-US" altLang="zh-CN"/>
              <a:t>‹#›</a:t>
            </a:fld>
            <a:endParaRPr lang="en-US" altLang="zh-CN"/>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D74A2A3D-28B1-4BAE-8796-BA225F4C5B99}" type="slidenum">
              <a:rPr lang="en-US" altLang="zh-CN"/>
              <a:t>‹#›</a:t>
            </a:fld>
            <a:endParaRPr lang="en-US" altLang="zh-CN"/>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05F11F6-0C63-4DE9-9543-FB3723A0B6D2}" type="slidenum">
              <a:rPr lang="en-US" altLang="zh-CN"/>
              <a:t>‹#›</a:t>
            </a:fld>
            <a:endParaRPr lang="en-US" altLang="zh-CN"/>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CE668958-D36C-4D02-9EA0-85BF1913EB00}" type="slidenum">
              <a:rPr lang="en-US" altLang="zh-CN"/>
              <a:t>‹#›</a:t>
            </a:fld>
            <a:endParaRPr lang="en-US" altLang="zh-CN"/>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29085148-53F2-478C-A6C2-D1C10BB020F8}" type="slidenum">
              <a:rPr lang="en-US" altLang="zh-CN"/>
              <a:t>‹#›</a:t>
            </a:fld>
            <a:endParaRPr lang="en-US" altLang="zh-CN"/>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34475AD5-CADC-4AD9-93F1-76156C29685D}" type="slidenum">
              <a:rPr lang="en-US" altLang="zh-CN"/>
              <a:t>‹#›</a:t>
            </a:fld>
            <a:endParaRPr lang="en-US" altLang="zh-CN"/>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7C9497A2-EF35-4B40-BCC7-797B3F877731}" type="slidenum">
              <a:rPr lang="en-US" altLang="zh-CN"/>
              <a:t>‹#›</a:t>
            </a:fld>
            <a:endParaRPr lang="en-US" altLang="zh-CN"/>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noChangeArrowheads="1"/>
          </p:cNvSpPr>
          <p:nvPr>
            <p:ph type="dt" sz="half" idx="10"/>
          </p:nvPr>
        </p:nvSpPr>
        <p:spPr/>
        <p:txBody>
          <a:bodyPr/>
          <a:lstStyle>
            <a:lvl1pPr>
              <a:defRPr/>
            </a:lvl1pPr>
          </a:lstStyle>
          <a:p>
            <a:pPr>
              <a:defRPr/>
            </a:pPr>
            <a:endParaRPr lang="en-US" altLang="zh-CN"/>
          </a:p>
        </p:txBody>
      </p:sp>
      <p:sp>
        <p:nvSpPr>
          <p:cNvPr id="8"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8"/>
          <p:cNvSpPr>
            <a:spLocks noGrp="1" noChangeArrowheads="1"/>
          </p:cNvSpPr>
          <p:nvPr>
            <p:ph type="sldNum" sz="quarter" idx="12"/>
          </p:nvPr>
        </p:nvSpPr>
        <p:spPr/>
        <p:txBody>
          <a:bodyPr/>
          <a:lstStyle>
            <a:lvl1pPr>
              <a:defRPr/>
            </a:lvl1pPr>
          </a:lstStyle>
          <a:p>
            <a:pPr>
              <a:defRPr/>
            </a:pPr>
            <a:fld id="{7500CF73-8406-44FA-9B97-5B68F0871F6C}" type="slidenum">
              <a:rPr lang="en-US" altLang="zh-CN"/>
              <a:t>‹#›</a:t>
            </a:fld>
            <a:endParaRPr lang="en-US" altLang="zh-CN"/>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6"/>
          <p:cNvSpPr>
            <a:spLocks noGrp="1" noChangeArrowheads="1"/>
          </p:cNvSpPr>
          <p:nvPr>
            <p:ph type="dt" sz="half" idx="10"/>
          </p:nvPr>
        </p:nvSpPr>
        <p:spPr/>
        <p:txBody>
          <a:bodyPr/>
          <a:lstStyle>
            <a:lvl1pPr>
              <a:defRPr/>
            </a:lvl1pPr>
          </a:lstStyle>
          <a:p>
            <a:pPr>
              <a:defRPr/>
            </a:pPr>
            <a:endParaRPr lang="en-US" altLang="zh-CN"/>
          </a:p>
        </p:txBody>
      </p:sp>
      <p:sp>
        <p:nvSpPr>
          <p:cNvPr id="4"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8"/>
          <p:cNvSpPr>
            <a:spLocks noGrp="1" noChangeArrowheads="1"/>
          </p:cNvSpPr>
          <p:nvPr>
            <p:ph type="sldNum" sz="quarter" idx="12"/>
          </p:nvPr>
        </p:nvSpPr>
        <p:spPr/>
        <p:txBody>
          <a:bodyPr/>
          <a:lstStyle>
            <a:lvl1pPr>
              <a:defRPr/>
            </a:lvl1pPr>
          </a:lstStyle>
          <a:p>
            <a:pPr>
              <a:defRPr/>
            </a:pPr>
            <a:fld id="{54B71D83-6934-492B-9315-B760123445FE}" type="slidenum">
              <a:rPr lang="en-US" altLang="zh-CN"/>
              <a:t>‹#›</a:t>
            </a:fld>
            <a:endParaRPr lang="en-US" altLang="zh-CN"/>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6"/>
          <p:cNvSpPr>
            <a:spLocks noGrp="1" noChangeArrowheads="1"/>
          </p:cNvSpPr>
          <p:nvPr>
            <p:ph type="dt" sz="half" idx="10"/>
          </p:nvPr>
        </p:nvSpPr>
        <p:spPr/>
        <p:txBody>
          <a:bodyPr/>
          <a:lstStyle>
            <a:lvl1pPr>
              <a:defRPr/>
            </a:lvl1pPr>
          </a:lstStyle>
          <a:p>
            <a:pPr>
              <a:defRPr/>
            </a:pPr>
            <a:endParaRPr lang="en-US" altLang="zh-CN"/>
          </a:p>
        </p:txBody>
      </p:sp>
      <p:sp>
        <p:nvSpPr>
          <p:cNvPr id="3"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8"/>
          <p:cNvSpPr>
            <a:spLocks noGrp="1" noChangeArrowheads="1"/>
          </p:cNvSpPr>
          <p:nvPr>
            <p:ph type="sldNum" sz="quarter" idx="12"/>
          </p:nvPr>
        </p:nvSpPr>
        <p:spPr/>
        <p:txBody>
          <a:bodyPr/>
          <a:lstStyle>
            <a:lvl1pPr>
              <a:defRPr/>
            </a:lvl1pPr>
          </a:lstStyle>
          <a:p>
            <a:pPr>
              <a:defRPr/>
            </a:pPr>
            <a:fld id="{7C15BBD8-827D-449B-BA0A-938E94D44F9B}" type="slidenum">
              <a:rPr lang="en-US" altLang="zh-CN"/>
              <a:t>‹#›</a:t>
            </a:fld>
            <a:endParaRPr lang="en-US" altLang="zh-CN"/>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1B596433-D6BA-4421-8E4C-0FA2F4C96645}" type="slidenum">
              <a:rPr lang="en-US" altLang="zh-CN"/>
              <a:t>‹#›</a:t>
            </a:fld>
            <a:endParaRPr lang="en-US" altLang="zh-CN"/>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p:cNvSpPr>
            <a:spLocks noGrp="1" noChangeArrowheads="1"/>
          </p:cNvSpPr>
          <p:nvPr>
            <p:ph type="dt" sz="half" idx="10"/>
          </p:nvPr>
        </p:nvSpPr>
        <p:spPr/>
        <p:txBody>
          <a:bodyPr/>
          <a:lstStyle>
            <a:lvl1pPr>
              <a:defRPr/>
            </a:lvl1pPr>
          </a:lstStyle>
          <a:p>
            <a:pPr>
              <a:defRPr/>
            </a:pPr>
            <a:endParaRPr lang="en-US" altLang="zh-CN"/>
          </a:p>
        </p:txBody>
      </p:sp>
      <p:sp>
        <p:nvSpPr>
          <p:cNvPr id="6"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8"/>
          <p:cNvSpPr>
            <a:spLocks noGrp="1" noChangeArrowheads="1"/>
          </p:cNvSpPr>
          <p:nvPr>
            <p:ph type="sldNum" sz="quarter" idx="12"/>
          </p:nvPr>
        </p:nvSpPr>
        <p:spPr/>
        <p:txBody>
          <a:bodyPr/>
          <a:lstStyle>
            <a:lvl1pPr>
              <a:defRPr/>
            </a:lvl1pPr>
          </a:lstStyle>
          <a:p>
            <a:pPr>
              <a:defRPr/>
            </a:pPr>
            <a:fld id="{ADA1E65B-3D1E-4FEA-81CC-6AD48F2D1C50}" type="slidenum">
              <a:rPr lang="en-US" altLang="zh-CN"/>
              <a:t>‹#›</a:t>
            </a:fld>
            <a:endParaRPr lang="en-US" altLang="zh-CN"/>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B769C7AA-9779-44F1-AC48-E3FF4732D3DE}" type="slidenum">
              <a:rPr lang="en-US" altLang="zh-CN"/>
              <a:t>‹#›</a:t>
            </a:fld>
            <a:endParaRPr lang="en-US" altLang="zh-CN"/>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endParaRPr lang="en-US" altLang="zh-CN"/>
          </a:p>
        </p:txBody>
      </p:sp>
      <p:sp>
        <p:nvSpPr>
          <p:cNvPr id="5" name="页脚占位符 7"/>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8"/>
          <p:cNvSpPr>
            <a:spLocks noGrp="1" noChangeArrowheads="1"/>
          </p:cNvSpPr>
          <p:nvPr>
            <p:ph type="sldNum" sz="quarter" idx="12"/>
          </p:nvPr>
        </p:nvSpPr>
        <p:spPr/>
        <p:txBody>
          <a:bodyPr/>
          <a:lstStyle>
            <a:lvl1pPr>
              <a:defRPr/>
            </a:lvl1pPr>
          </a:lstStyle>
          <a:p>
            <a:pPr>
              <a:defRPr/>
            </a:pPr>
            <a:fld id="{C061181F-3007-4C0E-B345-9F3CD0969A1E}" type="slidenum">
              <a:rPr lang="en-US" altLang="zh-CN"/>
              <a:t>‹#›</a:t>
            </a:fld>
            <a:endParaRPr lang="en-US" altLang="zh-CN"/>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0FF625DD-A8EB-4A42-BF33-83D952557657}" type="slidenum">
              <a:rPr lang="en-US" altLang="zh-CN"/>
              <a:t>‹#›</a:t>
            </a:fld>
            <a:endParaRPr lang="en-US" altLang="zh-CN"/>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419DBFD8-53C8-4F85-A630-C11A4D245DC5}" type="slidenum">
              <a:rPr lang="en-US" altLang="zh-CN"/>
              <a:t>‹#›</a:t>
            </a:fld>
            <a:endParaRPr lang="en-US" altLang="zh-CN"/>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495214E8-2620-414E-8362-6CE74F941905}" type="slidenum">
              <a:rPr lang="en-US" altLang="zh-CN"/>
              <a:t>‹#›</a:t>
            </a:fld>
            <a:endParaRPr lang="en-US" altLang="zh-CN"/>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2E981C35-FDC3-4628-82E6-EBAF95B24FAF}" type="slidenum">
              <a:rPr lang="en-US" altLang="zh-CN"/>
              <a:t>‹#›</a:t>
            </a:fld>
            <a:endParaRPr lang="en-US" altLang="zh-CN"/>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2"/>
          <p:cNvSpPr>
            <a:spLocks noGrp="1" noChangeArrowheads="1"/>
          </p:cNvSpPr>
          <p:nvPr>
            <p:ph type="dt" sz="half" idx="10"/>
          </p:nvPr>
        </p:nvSpPr>
        <p:spPr/>
        <p:txBody>
          <a:bodyPr/>
          <a:lstStyle>
            <a:lvl1pPr>
              <a:defRPr/>
            </a:lvl1pPr>
          </a:lstStyle>
          <a:p>
            <a:pPr>
              <a:defRPr/>
            </a:pPr>
            <a:endParaRPr lang="en-US" altLang="zh-CN"/>
          </a:p>
        </p:txBody>
      </p:sp>
      <p:sp>
        <p:nvSpPr>
          <p:cNvPr id="8"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4"/>
          <p:cNvSpPr>
            <a:spLocks noGrp="1" noChangeArrowheads="1"/>
          </p:cNvSpPr>
          <p:nvPr>
            <p:ph type="sldNum" sz="quarter" idx="12"/>
          </p:nvPr>
        </p:nvSpPr>
        <p:spPr/>
        <p:txBody>
          <a:bodyPr/>
          <a:lstStyle>
            <a:lvl1pPr>
              <a:defRPr/>
            </a:lvl1pPr>
          </a:lstStyle>
          <a:p>
            <a:pPr>
              <a:defRPr/>
            </a:pPr>
            <a:fld id="{00C5B9F5-4764-463B-BEC5-31E77B73B0A0}" type="slidenum">
              <a:rPr lang="en-US" altLang="zh-CN"/>
              <a:t>‹#›</a:t>
            </a:fld>
            <a:endParaRPr lang="en-US" altLang="zh-CN"/>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noChangeArrowheads="1"/>
          </p:cNvSpPr>
          <p:nvPr>
            <p:ph type="dt" sz="half" idx="10"/>
          </p:nvPr>
        </p:nvSpPr>
        <p:spPr/>
        <p:txBody>
          <a:bodyPr/>
          <a:lstStyle>
            <a:lvl1pPr>
              <a:defRPr/>
            </a:lvl1pPr>
          </a:lstStyle>
          <a:p>
            <a:pPr>
              <a:defRPr/>
            </a:pPr>
            <a:endParaRPr lang="en-US" altLang="zh-CN"/>
          </a:p>
        </p:txBody>
      </p:sp>
      <p:sp>
        <p:nvSpPr>
          <p:cNvPr id="4"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4"/>
          <p:cNvSpPr>
            <a:spLocks noGrp="1" noChangeArrowheads="1"/>
          </p:cNvSpPr>
          <p:nvPr>
            <p:ph type="sldNum" sz="quarter" idx="12"/>
          </p:nvPr>
        </p:nvSpPr>
        <p:spPr/>
        <p:txBody>
          <a:bodyPr/>
          <a:lstStyle>
            <a:lvl1pPr>
              <a:defRPr/>
            </a:lvl1pPr>
          </a:lstStyle>
          <a:p>
            <a:pPr>
              <a:defRPr/>
            </a:pPr>
            <a:fld id="{CAB3316A-373F-4594-9DB7-31FEE2B3AF9A}" type="slidenum">
              <a:rPr lang="en-US" altLang="zh-CN"/>
              <a:t>‹#›</a:t>
            </a:fld>
            <a:endParaRPr lang="en-US" altLang="zh-CN"/>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p:cNvSpPr>
            <a:spLocks noGrp="1" noChangeArrowheads="1"/>
          </p:cNvSpPr>
          <p:nvPr>
            <p:ph type="dt" sz="half" idx="10"/>
          </p:nvPr>
        </p:nvSpPr>
        <p:spPr/>
        <p:txBody>
          <a:bodyPr/>
          <a:lstStyle>
            <a:lvl1pPr>
              <a:defRPr/>
            </a:lvl1pPr>
          </a:lstStyle>
          <a:p>
            <a:pPr>
              <a:defRPr/>
            </a:pPr>
            <a:endParaRPr lang="en-US" altLang="zh-CN"/>
          </a:p>
        </p:txBody>
      </p:sp>
      <p:sp>
        <p:nvSpPr>
          <p:cNvPr id="3"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4"/>
          <p:cNvSpPr>
            <a:spLocks noGrp="1" noChangeArrowheads="1"/>
          </p:cNvSpPr>
          <p:nvPr>
            <p:ph type="sldNum" sz="quarter" idx="12"/>
          </p:nvPr>
        </p:nvSpPr>
        <p:spPr/>
        <p:txBody>
          <a:bodyPr/>
          <a:lstStyle>
            <a:lvl1pPr>
              <a:defRPr/>
            </a:lvl1pPr>
          </a:lstStyle>
          <a:p>
            <a:pPr>
              <a:defRPr/>
            </a:pPr>
            <a:fld id="{85D6D5EE-AD33-4A0A-8AB1-DD668319CCC7}" type="slidenum">
              <a:rPr lang="en-US" altLang="zh-CN"/>
              <a:t>‹#›</a:t>
            </a:fld>
            <a:endParaRPr lang="en-US" altLang="zh-CN"/>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F4DE0E2A-AB13-47C8-882D-FD0C82AC19E3}" type="slidenum">
              <a:rPr lang="en-US" altLang="zh-CN"/>
              <a:t>‹#›</a:t>
            </a:fld>
            <a:endParaRPr lang="en-US" altLang="zh-CN"/>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p:cNvSpPr>
            <a:spLocks noGrp="1" noChangeArrowheads="1"/>
          </p:cNvSpPr>
          <p:nvPr>
            <p:ph type="dt" sz="half" idx="10"/>
          </p:nvPr>
        </p:nvSpPr>
        <p:spPr/>
        <p:txBody>
          <a:bodyPr/>
          <a:lstStyle>
            <a:lvl1pPr>
              <a:defRPr/>
            </a:lvl1pPr>
          </a:lstStyle>
          <a:p>
            <a:pPr>
              <a:defRPr/>
            </a:pPr>
            <a:endParaRPr lang="en-US" altLang="zh-CN"/>
          </a:p>
        </p:txBody>
      </p:sp>
      <p:sp>
        <p:nvSpPr>
          <p:cNvPr id="6"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4"/>
          <p:cNvSpPr>
            <a:spLocks noGrp="1" noChangeArrowheads="1"/>
          </p:cNvSpPr>
          <p:nvPr>
            <p:ph type="sldNum" sz="quarter" idx="12"/>
          </p:nvPr>
        </p:nvSpPr>
        <p:spPr/>
        <p:txBody>
          <a:bodyPr/>
          <a:lstStyle>
            <a:lvl1pPr>
              <a:defRPr/>
            </a:lvl1pPr>
          </a:lstStyle>
          <a:p>
            <a:pPr>
              <a:defRPr/>
            </a:pPr>
            <a:fld id="{81570E0B-E967-4706-887B-A9A7CF9CF3B2}" type="slidenum">
              <a:rPr lang="en-US" altLang="zh-CN"/>
              <a:t>‹#›</a:t>
            </a:fld>
            <a:endParaRPr lang="en-US" altLang="zh-CN"/>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7874D467-B7A7-47F2-ABE0-4B056EB8166D}" type="slidenum">
              <a:rPr lang="en-US" altLang="zh-CN"/>
              <a:t>‹#›</a:t>
            </a:fld>
            <a:endParaRPr lang="en-US" altLang="zh-CN"/>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endParaRPr lang="en-US" altLang="zh-CN"/>
          </a:p>
        </p:txBody>
      </p:sp>
      <p:sp>
        <p:nvSpPr>
          <p:cNvPr id="5" name="页脚占位符 3"/>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4"/>
          <p:cNvSpPr>
            <a:spLocks noGrp="1" noChangeArrowheads="1"/>
          </p:cNvSpPr>
          <p:nvPr>
            <p:ph type="sldNum" sz="quarter" idx="12"/>
          </p:nvPr>
        </p:nvSpPr>
        <p:spPr/>
        <p:txBody>
          <a:bodyPr/>
          <a:lstStyle>
            <a:lvl1pPr>
              <a:defRPr/>
            </a:lvl1pPr>
          </a:lstStyle>
          <a:p>
            <a:pPr>
              <a:defRPr/>
            </a:pPr>
            <a:fld id="{93A88E4D-51F4-4C68-849A-BC24AB211C0B}" type="slidenum">
              <a:rPr lang="en-US" altLang="zh-CN"/>
              <a:t>‹#›</a:t>
            </a:fld>
            <a:endParaRPr lang="en-US" altLang="zh-CN"/>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7352DE1D-F6B0-4EF5-93C4-12AD5A35E9C5}" type="slidenum">
              <a:rPr lang="en-US" altLang="zh-CN"/>
              <a:t>‹#›</a:t>
            </a:fld>
            <a:endParaRPr lang="en-US" altLang="zh-CN"/>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AC4992FA-8A62-4424-8709-B13B0ACEA8F2}" type="slidenum">
              <a:rPr lang="en-US" altLang="zh-CN"/>
              <a:t>‹#›</a:t>
            </a:fld>
            <a:endParaRPr lang="en-US" altLang="zh-CN"/>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81891EEB-4638-4A72-BDF4-13BF2F7EC323}" type="slidenum">
              <a:rPr lang="en-US" altLang="zh-CN"/>
              <a:t>‹#›</a:t>
            </a:fld>
            <a:endParaRPr lang="en-US" altLang="zh-CN"/>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DC39B6BE-8529-49CE-BE33-F853376CAD77}" type="slidenum">
              <a:rPr lang="en-US" altLang="zh-CN"/>
              <a:t>‹#›</a:t>
            </a:fld>
            <a:endParaRPr lang="en-US" altLang="zh-CN"/>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1"/>
          <p:cNvSpPr>
            <a:spLocks noGrp="1" noChangeArrowheads="1"/>
          </p:cNvSpPr>
          <p:nvPr>
            <p:ph type="dt" sz="half" idx="10"/>
          </p:nvPr>
        </p:nvSpPr>
        <p:spPr/>
        <p:txBody>
          <a:bodyPr/>
          <a:lstStyle>
            <a:lvl1pPr>
              <a:defRPr/>
            </a:lvl1pPr>
          </a:lstStyle>
          <a:p>
            <a:pPr>
              <a:defRPr/>
            </a:pPr>
            <a:endParaRPr lang="en-US" altLang="zh-CN"/>
          </a:p>
        </p:txBody>
      </p:sp>
      <p:sp>
        <p:nvSpPr>
          <p:cNvPr id="8"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3"/>
          <p:cNvSpPr>
            <a:spLocks noGrp="1" noChangeArrowheads="1"/>
          </p:cNvSpPr>
          <p:nvPr>
            <p:ph type="sldNum" sz="quarter" idx="12"/>
          </p:nvPr>
        </p:nvSpPr>
        <p:spPr/>
        <p:txBody>
          <a:bodyPr/>
          <a:lstStyle>
            <a:lvl1pPr>
              <a:defRPr/>
            </a:lvl1pPr>
          </a:lstStyle>
          <a:p>
            <a:pPr>
              <a:defRPr/>
            </a:pPr>
            <a:fld id="{6C92BE16-3931-4DB6-8149-24C5D68A929B}" type="slidenum">
              <a:rPr lang="en-US" altLang="zh-CN"/>
              <a:t>‹#›</a:t>
            </a:fld>
            <a:endParaRPr lang="en-US" altLang="zh-CN"/>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1"/>
          <p:cNvSpPr>
            <a:spLocks noGrp="1" noChangeArrowheads="1"/>
          </p:cNvSpPr>
          <p:nvPr>
            <p:ph type="dt" sz="half" idx="10"/>
          </p:nvPr>
        </p:nvSpPr>
        <p:spPr/>
        <p:txBody>
          <a:bodyPr/>
          <a:lstStyle>
            <a:lvl1pPr>
              <a:defRPr/>
            </a:lvl1pPr>
          </a:lstStyle>
          <a:p>
            <a:pPr>
              <a:defRPr/>
            </a:pPr>
            <a:endParaRPr lang="en-US" altLang="zh-CN"/>
          </a:p>
        </p:txBody>
      </p:sp>
      <p:sp>
        <p:nvSpPr>
          <p:cNvPr id="4"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3"/>
          <p:cNvSpPr>
            <a:spLocks noGrp="1" noChangeArrowheads="1"/>
          </p:cNvSpPr>
          <p:nvPr>
            <p:ph type="sldNum" sz="quarter" idx="12"/>
          </p:nvPr>
        </p:nvSpPr>
        <p:spPr/>
        <p:txBody>
          <a:bodyPr/>
          <a:lstStyle>
            <a:lvl1pPr>
              <a:defRPr/>
            </a:lvl1pPr>
          </a:lstStyle>
          <a:p>
            <a:pPr>
              <a:defRPr/>
            </a:pPr>
            <a:fld id="{8FAD9761-A5C4-48CE-9DA7-641356E5EDF2}" type="slidenum">
              <a:rPr lang="en-US" altLang="zh-CN"/>
              <a:t>‹#›</a:t>
            </a:fld>
            <a:endParaRPr lang="en-US" altLang="zh-CN"/>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noChangeArrowheads="1"/>
          </p:cNvSpPr>
          <p:nvPr>
            <p:ph type="dt" sz="half" idx="10"/>
          </p:nvPr>
        </p:nvSpPr>
        <p:spPr/>
        <p:txBody>
          <a:bodyPr/>
          <a:lstStyle>
            <a:lvl1pPr>
              <a:defRPr/>
            </a:lvl1pPr>
          </a:lstStyle>
          <a:p>
            <a:pPr>
              <a:defRPr/>
            </a:pPr>
            <a:endParaRPr lang="en-US" altLang="zh-CN"/>
          </a:p>
        </p:txBody>
      </p:sp>
      <p:sp>
        <p:nvSpPr>
          <p:cNvPr id="3"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3"/>
          <p:cNvSpPr>
            <a:spLocks noGrp="1" noChangeArrowheads="1"/>
          </p:cNvSpPr>
          <p:nvPr>
            <p:ph type="sldNum" sz="quarter" idx="12"/>
          </p:nvPr>
        </p:nvSpPr>
        <p:spPr/>
        <p:txBody>
          <a:bodyPr/>
          <a:lstStyle>
            <a:lvl1pPr>
              <a:defRPr/>
            </a:lvl1pPr>
          </a:lstStyle>
          <a:p>
            <a:pPr>
              <a:defRPr/>
            </a:pPr>
            <a:fld id="{915F3D19-21F5-4BCB-9A75-26EECDD00E1C}" type="slidenum">
              <a:rPr lang="en-US" altLang="zh-CN"/>
              <a:t>‹#›</a:t>
            </a:fld>
            <a:endParaRPr lang="en-US" altLang="zh-CN"/>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4855B120-95AF-4371-BF4B-6415155AD4B4}" type="slidenum">
              <a:rPr lang="en-US" altLang="zh-CN"/>
              <a:t>‹#›</a:t>
            </a:fld>
            <a:endParaRPr lang="en-US" altLang="zh-CN"/>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1"/>
          <p:cNvSpPr>
            <a:spLocks noGrp="1" noChangeArrowheads="1"/>
          </p:cNvSpPr>
          <p:nvPr>
            <p:ph type="dt" sz="half" idx="10"/>
          </p:nvPr>
        </p:nvSpPr>
        <p:spPr/>
        <p:txBody>
          <a:bodyPr/>
          <a:lstStyle>
            <a:lvl1pPr>
              <a:defRPr/>
            </a:lvl1pPr>
          </a:lstStyle>
          <a:p>
            <a:pPr>
              <a:defRPr/>
            </a:pPr>
            <a:endParaRPr lang="en-US" altLang="zh-CN"/>
          </a:p>
        </p:txBody>
      </p:sp>
      <p:sp>
        <p:nvSpPr>
          <p:cNvPr id="6"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3"/>
          <p:cNvSpPr>
            <a:spLocks noGrp="1" noChangeArrowheads="1"/>
          </p:cNvSpPr>
          <p:nvPr>
            <p:ph type="sldNum" sz="quarter" idx="12"/>
          </p:nvPr>
        </p:nvSpPr>
        <p:spPr/>
        <p:txBody>
          <a:bodyPr/>
          <a:lstStyle>
            <a:lvl1pPr>
              <a:defRPr/>
            </a:lvl1pPr>
          </a:lstStyle>
          <a:p>
            <a:pPr>
              <a:defRPr/>
            </a:pPr>
            <a:fld id="{D2EA1CA2-D2F7-42D9-AFE0-C4EEEAAAF0A8}" type="slidenum">
              <a:rPr lang="en-US" altLang="zh-CN"/>
              <a:t>‹#›</a:t>
            </a:fld>
            <a:endParaRPr lang="en-US" altLang="zh-CN"/>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477EE09C-94F6-4788-B2B4-53AF9524696D}" type="slidenum">
              <a:rPr lang="en-US" altLang="zh-CN"/>
              <a:t>‹#›</a:t>
            </a:fld>
            <a:endParaRPr lang="en-US" altLang="zh-CN"/>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1"/>
          <p:cNvSpPr>
            <a:spLocks noGrp="1" noChangeArrowheads="1"/>
          </p:cNvSpPr>
          <p:nvPr>
            <p:ph type="dt" sz="half" idx="10"/>
          </p:nvPr>
        </p:nvSpPr>
        <p:spPr/>
        <p:txBody>
          <a:bodyPr/>
          <a:lstStyle>
            <a:lvl1pPr>
              <a:defRPr/>
            </a:lvl1pPr>
          </a:lstStyle>
          <a:p>
            <a:pPr>
              <a:defRPr/>
            </a:pPr>
            <a:endParaRPr lang="en-US" altLang="zh-CN"/>
          </a:p>
        </p:txBody>
      </p:sp>
      <p:sp>
        <p:nvSpPr>
          <p:cNvPr id="5" name="页脚占位符 2"/>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3"/>
          <p:cNvSpPr>
            <a:spLocks noGrp="1" noChangeArrowheads="1"/>
          </p:cNvSpPr>
          <p:nvPr>
            <p:ph type="sldNum" sz="quarter" idx="12"/>
          </p:nvPr>
        </p:nvSpPr>
        <p:spPr/>
        <p:txBody>
          <a:bodyPr/>
          <a:lstStyle>
            <a:lvl1pPr>
              <a:defRPr/>
            </a:lvl1pPr>
          </a:lstStyle>
          <a:p>
            <a:pPr>
              <a:defRPr/>
            </a:pPr>
            <a:fld id="{AAB96242-7120-46D5-8C1F-67CB3EC555A7}" type="slidenum">
              <a:rPr lang="en-US" altLang="zh-CN"/>
              <a:t>‹#›</a:t>
            </a:fld>
            <a:endParaRPr lang="en-US" altLang="zh-CN"/>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ACCE9DA0-2F18-46DD-8A2F-495FF0B7CE1E}" type="slidenum">
              <a:rPr lang="en-US" altLang="zh-CN"/>
              <a:t>‹#›</a:t>
            </a:fld>
            <a:endParaRPr lang="en-US" altLang="zh-CN"/>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A2D85BDA-2F00-4832-94BF-90739FAAA2A6}" type="slidenum">
              <a:rPr lang="en-US" altLang="zh-CN"/>
              <a:t>‹#›</a:t>
            </a:fld>
            <a:endParaRPr lang="en-US" altLang="zh-CN"/>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621BD5B1-4ACA-4953-9300-E814DDCCCE7D}" type="slidenum">
              <a:rPr lang="en-US" altLang="zh-CN"/>
              <a:t>‹#›</a:t>
            </a:fld>
            <a:endParaRPr lang="en-US" altLang="zh-CN"/>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761FD765-2DAC-4E93-9BB2-08EC49FBE6AE}" type="slidenum">
              <a:rPr lang="en-US" altLang="zh-CN"/>
              <a:t>‹#›</a:t>
            </a:fld>
            <a:endParaRPr lang="en-US" altLang="zh-CN"/>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E7D6DE8A-AFDC-41BF-99C1-3E52657C2D0E}" type="slidenum">
              <a:rPr lang="en-US" altLang="zh-CN"/>
              <a:t>‹#›</a:t>
            </a:fld>
            <a:endParaRPr lang="en-US" altLang="zh-CN"/>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57170F7D-2699-4827-9D29-2C3BCBE2D9DB}" type="slidenum">
              <a:rPr lang="en-US" altLang="zh-CN"/>
              <a:t>‹#›</a:t>
            </a:fld>
            <a:endParaRPr lang="en-US" altLang="zh-CN"/>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8672F7AA-8DF2-43C6-9DC5-1B11918A94D5}" type="slidenum">
              <a:rPr lang="en-US" altLang="zh-CN"/>
              <a:t>‹#›</a:t>
            </a:fld>
            <a:endParaRPr lang="en-US" altLang="zh-CN"/>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DFE631D9-6D8B-45D3-B7CD-956440A23670}" type="slidenum">
              <a:rPr lang="en-US" altLang="zh-CN"/>
              <a:t>‹#›</a:t>
            </a:fld>
            <a:endParaRPr lang="en-US" altLang="zh-CN"/>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7122CA0-94BF-4E4F-9B3B-56BC1DFDC98C}" type="slidenum">
              <a:rPr lang="en-US" altLang="zh-CN"/>
              <a:t>‹#›</a:t>
            </a:fld>
            <a:endParaRPr lang="en-US" altLang="zh-CN"/>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9606B1A8-04E3-45E7-B3C1-EF4B1A61E1B3}" type="slidenum">
              <a:rPr lang="en-US" altLang="zh-CN"/>
              <a:t>‹#›</a:t>
            </a:fld>
            <a:endParaRPr lang="en-US" altLang="zh-CN"/>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6661037A-2815-4A48-BE68-42634A29498A}" type="slidenum">
              <a:rPr lang="en-US" altLang="zh-CN"/>
              <a:t>‹#›</a:t>
            </a:fld>
            <a:endParaRPr lang="en-US" altLang="zh-CN"/>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14B28FD7-3A2C-45AE-970C-F5B425E792A1}" type="slidenum">
              <a:rPr lang="en-US" altLang="zh-CN"/>
              <a:t>‹#›</a:t>
            </a:fld>
            <a:endParaRPr lang="en-US" altLang="zh-CN"/>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C37CEDB0-F88D-4FFB-A74E-A3C867E26413}" type="slidenum">
              <a:rPr lang="en-US" altLang="zh-CN"/>
              <a:t>‹#›</a:t>
            </a:fld>
            <a:endParaRPr lang="en-US" altLang="zh-CN"/>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04128967-5C1E-425F-BFB9-739E9279CEF9}" type="slidenum">
              <a:rPr lang="en-US" altLang="zh-CN"/>
              <a:t>‹#›</a:t>
            </a:fld>
            <a:endParaRPr lang="en-US" altLang="zh-CN"/>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86D1AC3C-277F-425E-8F6C-668C23100944}" type="slidenum">
              <a:rPr lang="en-US" altLang="zh-CN"/>
              <a:t>‹#›</a:t>
            </a:fld>
            <a:endParaRPr lang="en-US" altLang="zh-CN"/>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endParaRPr lang="en-US" altLang="zh-CN"/>
          </a:p>
        </p:txBody>
      </p:sp>
      <p:sp>
        <p:nvSpPr>
          <p:cNvPr id="8"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6"/>
          <p:cNvSpPr>
            <a:spLocks noGrp="1" noChangeArrowheads="1"/>
          </p:cNvSpPr>
          <p:nvPr>
            <p:ph type="sldNum" sz="quarter" idx="12"/>
          </p:nvPr>
        </p:nvSpPr>
        <p:spPr/>
        <p:txBody>
          <a:bodyPr/>
          <a:lstStyle>
            <a:lvl1pPr>
              <a:defRPr/>
            </a:lvl1pPr>
          </a:lstStyle>
          <a:p>
            <a:pPr>
              <a:defRPr/>
            </a:pPr>
            <a:fld id="{CE4ACCB3-F48B-49F2-9BDE-D81BAD5C0E4D}" type="slidenum">
              <a:rPr lang="en-US" altLang="zh-CN"/>
              <a:t>‹#›</a:t>
            </a:fld>
            <a:endParaRPr lang="en-US" altLang="zh-CN"/>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endParaRPr lang="en-US" altLang="zh-CN"/>
          </a:p>
        </p:txBody>
      </p:sp>
      <p:sp>
        <p:nvSpPr>
          <p:cNvPr id="4"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6"/>
          <p:cNvSpPr>
            <a:spLocks noGrp="1" noChangeArrowheads="1"/>
          </p:cNvSpPr>
          <p:nvPr>
            <p:ph type="sldNum" sz="quarter" idx="12"/>
          </p:nvPr>
        </p:nvSpPr>
        <p:spPr/>
        <p:txBody>
          <a:bodyPr/>
          <a:lstStyle>
            <a:lvl1pPr>
              <a:defRPr/>
            </a:lvl1pPr>
          </a:lstStyle>
          <a:p>
            <a:pPr>
              <a:defRPr/>
            </a:pPr>
            <a:fld id="{37DF9B26-E05A-4F5E-BA71-FD15BFC890F3}" type="slidenum">
              <a:rPr lang="en-US" altLang="zh-CN"/>
              <a:t>‹#›</a:t>
            </a:fld>
            <a:endParaRPr lang="en-US" altLang="zh-CN"/>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endParaRPr lang="en-US" altLang="zh-CN"/>
          </a:p>
        </p:txBody>
      </p:sp>
      <p:sp>
        <p:nvSpPr>
          <p:cNvPr id="3"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6"/>
          <p:cNvSpPr>
            <a:spLocks noGrp="1" noChangeArrowheads="1"/>
          </p:cNvSpPr>
          <p:nvPr>
            <p:ph type="sldNum" sz="quarter" idx="12"/>
          </p:nvPr>
        </p:nvSpPr>
        <p:spPr/>
        <p:txBody>
          <a:bodyPr/>
          <a:lstStyle>
            <a:lvl1pPr>
              <a:defRPr/>
            </a:lvl1pPr>
          </a:lstStyle>
          <a:p>
            <a:pPr>
              <a:defRPr/>
            </a:pPr>
            <a:fld id="{05C3EEC4-2FB9-4E3F-81CF-7E73700B261B}" type="slidenum">
              <a:rPr lang="en-US" altLang="zh-CN"/>
              <a:t>‹#›</a:t>
            </a:fld>
            <a:endParaRPr lang="en-US" altLang="zh-CN"/>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586EB2A3-8CDF-48D8-B98A-0E5C67CF92A6}" type="slidenum">
              <a:rPr lang="en-US" altLang="zh-CN"/>
              <a:t>‹#›</a:t>
            </a:fld>
            <a:endParaRPr lang="en-US" altLang="zh-CN"/>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endParaRPr lang="en-US" altLang="zh-CN"/>
          </a:p>
        </p:txBody>
      </p:sp>
      <p:sp>
        <p:nvSpPr>
          <p:cNvPr id="6"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6"/>
          <p:cNvSpPr>
            <a:spLocks noGrp="1" noChangeArrowheads="1"/>
          </p:cNvSpPr>
          <p:nvPr>
            <p:ph type="sldNum" sz="quarter" idx="12"/>
          </p:nvPr>
        </p:nvSpPr>
        <p:spPr/>
        <p:txBody>
          <a:bodyPr/>
          <a:lstStyle>
            <a:lvl1pPr>
              <a:defRPr/>
            </a:lvl1pPr>
          </a:lstStyle>
          <a:p>
            <a:pPr>
              <a:defRPr/>
            </a:pPr>
            <a:fld id="{259FB419-93EE-433F-A75A-34E026254533}" type="slidenum">
              <a:rPr lang="en-US" altLang="zh-CN"/>
              <a:t>‹#›</a:t>
            </a:fld>
            <a:endParaRPr lang="en-US" altLang="zh-CN"/>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31E66299-CB85-4140-8FED-BB34CF16C1DA}" type="slidenum">
              <a:rPr lang="en-US" altLang="zh-CN"/>
              <a:t>‹#›</a:t>
            </a:fld>
            <a:endParaRPr lang="en-US" altLang="zh-CN"/>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endParaRPr lang="en-US" altLang="zh-CN"/>
          </a:p>
        </p:txBody>
      </p:sp>
      <p:sp>
        <p:nvSpPr>
          <p:cNvPr id="5" name="页脚占位符 5"/>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6"/>
          <p:cNvSpPr>
            <a:spLocks noGrp="1" noChangeArrowheads="1"/>
          </p:cNvSpPr>
          <p:nvPr>
            <p:ph type="sldNum" sz="quarter" idx="12"/>
          </p:nvPr>
        </p:nvSpPr>
        <p:spPr/>
        <p:txBody>
          <a:bodyPr/>
          <a:lstStyle>
            <a:lvl1pPr>
              <a:defRPr/>
            </a:lvl1pPr>
          </a:lstStyle>
          <a:p>
            <a:pPr>
              <a:defRPr/>
            </a:pPr>
            <a:fld id="{2E06E43F-F1C1-42BF-B335-261199CCFA92}" type="slidenum">
              <a:rPr lang="en-US" altLang="zh-CN"/>
              <a:t>‹#›</a:t>
            </a:fld>
            <a:endParaRPr lang="en-US" altLang="zh-CN"/>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A5925A69-EBEB-4B9F-9210-4DB4A4C867ED}" type="slidenum">
              <a:rPr lang="en-US" altLang="zh-CN"/>
              <a:t>‹#›</a:t>
            </a:fld>
            <a:endParaRPr lang="en-US" altLang="zh-CN"/>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9C429E1-2FCD-4878-A8C8-D79F956D3C8C}" type="slidenum">
              <a:rPr lang="en-US" altLang="zh-CN"/>
              <a:t>‹#›</a:t>
            </a:fld>
            <a:endParaRPr lang="en-US" altLang="zh-CN"/>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C1A16E9-4B92-4B8F-A3D7-883A6A1F927D}" type="slidenum">
              <a:rPr lang="en-US" altLang="zh-CN"/>
              <a:t>‹#›</a:t>
            </a:fld>
            <a:endParaRPr lang="en-US" altLang="zh-CN"/>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66CE10E-4704-43DA-956D-91C5B792BBAE}" type="slidenum">
              <a:rPr lang="en-US" altLang="zh-CN"/>
              <a:t>‹#›</a:t>
            </a:fld>
            <a:endParaRPr lang="en-US" altLang="zh-CN"/>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D4CFECC-8D13-490C-BAA9-CB86E099E36F}" type="slidenum">
              <a:rPr lang="en-US" altLang="zh-CN"/>
              <a:t>‹#›</a:t>
            </a:fld>
            <a:endParaRPr lang="en-US" altLang="zh-CN"/>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F150E39A-2A68-4D1B-8DEE-134E25E0B2BF}" type="slidenum">
              <a:rPr lang="en-US" altLang="zh-CN"/>
              <a:t>‹#›</a:t>
            </a:fld>
            <a:endParaRPr lang="en-US" altLang="zh-CN"/>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E4D83E25-B3AA-4FFB-9D56-B04096C4C212}" type="slidenum">
              <a:rPr lang="en-US" altLang="zh-CN"/>
              <a:t>‹#›</a:t>
            </a:fld>
            <a:endParaRPr lang="en-US" altLang="zh-CN"/>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EB2FBB5D-0F18-4428-A4AD-B882979B6295}" type="slidenum">
              <a:rPr lang="en-US" altLang="zh-CN"/>
              <a:t>‹#›</a:t>
            </a:fld>
            <a:endParaRPr lang="en-US" altLang="zh-CN"/>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C67E7D36-E966-4276-B5DC-ECC22BD55D5F}" type="slidenum">
              <a:rPr lang="en-US" altLang="zh-CN"/>
              <a:t>‹#›</a:t>
            </a:fld>
            <a:endParaRPr lang="en-US" altLang="zh-CN"/>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DEA97F2-FD33-4243-B80F-CA5193195A98}" type="slidenum">
              <a:rPr lang="en-US" altLang="zh-CN"/>
              <a:t>‹#›</a:t>
            </a:fld>
            <a:endParaRPr lang="en-US" altLang="zh-CN"/>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DD16DFFC-27AF-4DB1-9FA0-B2A83D3F3926}" type="slidenum">
              <a:rPr lang="en-US" altLang="zh-CN"/>
              <a:t>‹#›</a:t>
            </a:fld>
            <a:endParaRPr lang="en-US" altLang="zh-CN"/>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C7D9948-00B2-4E42-8428-A41EA145019C}" type="slidenum">
              <a:rPr lang="en-US" altLang="zh-CN"/>
              <a:t>‹#›</a:t>
            </a:fld>
            <a:endParaRPr lang="en-US" altLang="zh-CN"/>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125B9BC1-5D01-436E-8417-845B3021BE23}" type="slidenum">
              <a:rPr lang="en-US" altLang="zh-CN"/>
              <a:t>‹#›</a:t>
            </a:fld>
            <a:endParaRPr lang="en-US" altLang="zh-CN"/>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5C75D45E-F9C0-4F6E-8B22-ECC6BE9D60FB}" type="slidenum">
              <a:rPr lang="en-US" altLang="zh-CN"/>
              <a:t>‹#›</a:t>
            </a:fld>
            <a:endParaRPr lang="en-US" altLang="zh-CN"/>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481ED121-8898-4E48-BE99-C06B9C7E0B36}" type="slidenum">
              <a:rPr lang="en-US" altLang="zh-CN"/>
              <a:t>‹#›</a:t>
            </a:fld>
            <a:endParaRPr lang="en-US" altLang="zh-CN"/>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endParaRPr lang="en-US" altLang="zh-CN"/>
          </a:p>
        </p:txBody>
      </p:sp>
      <p:sp>
        <p:nvSpPr>
          <p:cNvPr id="8"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9" name="灯片编号占位符 5"/>
          <p:cNvSpPr>
            <a:spLocks noGrp="1" noChangeArrowheads="1"/>
          </p:cNvSpPr>
          <p:nvPr>
            <p:ph type="sldNum" sz="quarter" idx="12"/>
          </p:nvPr>
        </p:nvSpPr>
        <p:spPr/>
        <p:txBody>
          <a:bodyPr/>
          <a:lstStyle>
            <a:lvl1pPr>
              <a:defRPr/>
            </a:lvl1pPr>
          </a:lstStyle>
          <a:p>
            <a:pPr>
              <a:defRPr/>
            </a:pPr>
            <a:fld id="{2761EC8C-9352-4729-A4EB-3A9EA3731226}" type="slidenum">
              <a:rPr lang="en-US" altLang="zh-CN"/>
              <a:t>‹#›</a:t>
            </a:fld>
            <a:endParaRPr lang="en-US" altLang="zh-CN"/>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endParaRPr lang="en-US" altLang="zh-CN"/>
          </a:p>
        </p:txBody>
      </p:sp>
      <p:sp>
        <p:nvSpPr>
          <p:cNvPr id="4"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5" name="灯片编号占位符 5"/>
          <p:cNvSpPr>
            <a:spLocks noGrp="1" noChangeArrowheads="1"/>
          </p:cNvSpPr>
          <p:nvPr>
            <p:ph type="sldNum" sz="quarter" idx="12"/>
          </p:nvPr>
        </p:nvSpPr>
        <p:spPr/>
        <p:txBody>
          <a:bodyPr/>
          <a:lstStyle>
            <a:lvl1pPr>
              <a:defRPr/>
            </a:lvl1pPr>
          </a:lstStyle>
          <a:p>
            <a:pPr>
              <a:defRPr/>
            </a:pPr>
            <a:fld id="{C5AD1588-550A-40E2-BD7B-E0ABB84AD941}" type="slidenum">
              <a:rPr lang="en-US" altLang="zh-CN"/>
              <a:t>‹#›</a:t>
            </a:fld>
            <a:endParaRPr lang="en-US" altLang="zh-CN"/>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endParaRPr lang="en-US" altLang="zh-CN"/>
          </a:p>
        </p:txBody>
      </p:sp>
      <p:sp>
        <p:nvSpPr>
          <p:cNvPr id="3"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4" name="灯片编号占位符 5"/>
          <p:cNvSpPr>
            <a:spLocks noGrp="1" noChangeArrowheads="1"/>
          </p:cNvSpPr>
          <p:nvPr>
            <p:ph type="sldNum" sz="quarter" idx="12"/>
          </p:nvPr>
        </p:nvSpPr>
        <p:spPr/>
        <p:txBody>
          <a:bodyPr/>
          <a:lstStyle>
            <a:lvl1pPr>
              <a:defRPr/>
            </a:lvl1pPr>
          </a:lstStyle>
          <a:p>
            <a:pPr>
              <a:defRPr/>
            </a:pPr>
            <a:fld id="{849A595F-9E0D-4A6A-A1EC-62B4AB3DFE97}" type="slidenum">
              <a:rPr lang="en-US" altLang="zh-CN"/>
              <a:t>‹#›</a:t>
            </a:fld>
            <a:endParaRPr lang="en-US" altLang="zh-CN"/>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63E4363F-62B4-4201-94A8-312B72C24678}" type="slidenum">
              <a:rPr lang="en-US" altLang="zh-CN"/>
              <a:t>‹#›</a:t>
            </a:fld>
            <a:endParaRPr lang="en-US" altLang="zh-CN"/>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endParaRPr lang="en-US" altLang="zh-CN"/>
          </a:p>
        </p:txBody>
      </p:sp>
      <p:sp>
        <p:nvSpPr>
          <p:cNvPr id="6"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7" name="灯片编号占位符 5"/>
          <p:cNvSpPr>
            <a:spLocks noGrp="1" noChangeArrowheads="1"/>
          </p:cNvSpPr>
          <p:nvPr>
            <p:ph type="sldNum" sz="quarter" idx="12"/>
          </p:nvPr>
        </p:nvSpPr>
        <p:spPr/>
        <p:txBody>
          <a:bodyPr/>
          <a:lstStyle>
            <a:lvl1pPr>
              <a:defRPr/>
            </a:lvl1pPr>
          </a:lstStyle>
          <a:p>
            <a:pPr>
              <a:defRPr/>
            </a:pPr>
            <a:fld id="{2757D836-589F-4155-A0C1-533D9C7DEA2E}" type="slidenum">
              <a:rPr lang="en-US" altLang="zh-CN"/>
              <a:t>‹#›</a:t>
            </a:fld>
            <a:endParaRPr lang="en-US" altLang="zh-CN"/>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3314FAA0-C360-48AF-866C-DA1752825177}" type="slidenum">
              <a:rPr lang="en-US" altLang="zh-CN"/>
              <a:t>‹#›</a:t>
            </a:fld>
            <a:endParaRPr lang="en-US" altLang="zh-CN"/>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endParaRPr lang="en-US" altLang="zh-CN"/>
          </a:p>
        </p:txBody>
      </p:sp>
      <p:sp>
        <p:nvSpPr>
          <p:cNvPr id="5" name="页脚占位符 4"/>
          <p:cNvSpPr>
            <a:spLocks noGrp="1" noChangeArrowheads="1"/>
          </p:cNvSpPr>
          <p:nvPr>
            <p:ph type="ftr" sz="quarter" idx="11"/>
          </p:nvPr>
        </p:nvSpPr>
        <p:spPr/>
        <p:txBody>
          <a:bodyPr/>
          <a:lstStyle>
            <a:lvl1pPr>
              <a:defRPr/>
            </a:lvl1pPr>
          </a:lstStyle>
          <a:p>
            <a:pPr>
              <a:defRPr/>
            </a:pPr>
            <a:endParaRPr lang="en-US" altLang="zh-CN"/>
          </a:p>
        </p:txBody>
      </p:sp>
      <p:sp>
        <p:nvSpPr>
          <p:cNvPr id="6" name="灯片编号占位符 5"/>
          <p:cNvSpPr>
            <a:spLocks noGrp="1" noChangeArrowheads="1"/>
          </p:cNvSpPr>
          <p:nvPr>
            <p:ph type="sldNum" sz="quarter" idx="12"/>
          </p:nvPr>
        </p:nvSpPr>
        <p:spPr/>
        <p:txBody>
          <a:bodyPr/>
          <a:lstStyle>
            <a:lvl1pPr>
              <a:defRPr/>
            </a:lvl1pPr>
          </a:lstStyle>
          <a:p>
            <a:pPr>
              <a:defRPr/>
            </a:pPr>
            <a:fld id="{656E9B9B-7DA8-4133-BD87-EEC2C4F25056}" type="slidenum">
              <a:rPr lang="en-US" altLang="zh-CN"/>
              <a:t>‹#›</a:t>
            </a:fld>
            <a:endParaRPr lang="en-US" altLang="zh-CN"/>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C4262B88-9D02-406C-A411-EC19EFA378DD}"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479218F-DE77-4634-910E-4A2D63F861B5}" type="slidenum">
              <a:rPr lang="zh-CN" altLang="en-US"/>
              <a:t>‹#›</a:t>
            </a:fld>
            <a:endParaRPr lang="zh-CN" altLang="en-US"/>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61679C6F-5777-4830-83C5-F950CFD6B562}"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E81BE09-565D-4C8A-8C70-5DBD2D124486}" type="slidenum">
              <a:rPr lang="zh-CN" altLang="en-US"/>
              <a:t>‹#›</a:t>
            </a:fld>
            <a:endParaRPr lang="zh-CN" altLang="en-US"/>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63EA02DA-4F66-424E-A294-5B7B491FA03F}"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C5E7E65-A091-4953-BB13-5A2CA27065EA}" type="slidenum">
              <a:rPr lang="zh-CN" altLang="en-US"/>
              <a:t>‹#›</a:t>
            </a:fld>
            <a:endParaRPr lang="zh-CN" altLang="en-US"/>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2B698BAB-A7F3-4B39-A3BE-70DF1F6BFF61}"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7975E30-ABE9-4304-9177-18050FE03CC4}" type="slidenum">
              <a:rPr lang="zh-CN" altLang="en-US"/>
              <a:t>‹#›</a:t>
            </a:fld>
            <a:endParaRPr lang="zh-CN" altLang="en-US"/>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7B84368E-B5B1-4CD6-8798-6676BE81FFAE}"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8ABFD2DB-AFB7-4BB4-B385-F57857CF1CFF}" type="slidenum">
              <a:rPr lang="zh-CN" altLang="en-US"/>
              <a:t>‹#›</a:t>
            </a:fld>
            <a:endParaRPr lang="zh-CN" altLang="en-US"/>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966D3FB7-BF84-47A9-8DB8-A24DD8C523CE}"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BBD6801C-2804-4354-99A5-F5CE59F3AB51}" type="slidenum">
              <a:rPr lang="zh-CN" altLang="en-US"/>
              <a:t>‹#›</a:t>
            </a:fld>
            <a:endParaRPr lang="zh-CN" altLang="en-US"/>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FA955BD-D9D0-4C92-ABA3-B301520EFA35}"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52572CEC-BA03-4542-BBBB-DA5F02D5AED0}" type="slidenum">
              <a:rPr lang="zh-CN" altLang="en-US"/>
              <a:t>‹#›</a:t>
            </a:fld>
            <a:endParaRPr lang="zh-CN" altLang="en-US"/>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C10E2399-9833-44A8-8BB7-2CC9EB65E5B5}"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45A3B91A-D5A3-468C-91BE-E1A2676024E3}" type="slidenum">
              <a:rPr lang="zh-CN" altLang="en-US"/>
              <a:t>‹#›</a:t>
            </a:fld>
            <a:endParaRPr lang="zh-CN" altLang="en-US"/>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CDE81D5E-D046-4559-9D70-B3D46FD61A01}"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7535244E-D0F7-4E6A-8539-5112B84E585F}" type="slidenum">
              <a:rPr lang="zh-CN" altLang="en-US"/>
              <a:t>‹#›</a:t>
            </a:fld>
            <a:endParaRPr lang="zh-CN" altLang="en-US"/>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2F54ED90-C965-4E28-98D6-4E6C34356665}"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43EB454D-3065-4079-8E0D-3E3B5E7A356E}" type="slidenum">
              <a:rPr lang="zh-CN" altLang="en-US"/>
              <a:t>‹#›</a:t>
            </a:fld>
            <a:endParaRPr lang="zh-CN" altLang="en-US"/>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5652A514-F996-4AB9-A037-3778A88A1B56}"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FAF6DD7-5400-47B4-8DAE-7E72E18BACC7}" type="slidenum">
              <a:rPr lang="zh-CN" altLang="en-US"/>
              <a:t>‹#›</a:t>
            </a:fld>
            <a:endParaRPr lang="zh-CN" altLang="en-US"/>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E42343A2-C119-447B-81A1-E208961A5CAB}"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ADDA02D-D3F8-406B-8791-F1F571AF11DC}" type="slidenum">
              <a:rPr lang="zh-CN" altLang="en-US"/>
              <a:t>‹#›</a:t>
            </a:fld>
            <a:endParaRPr lang="zh-CN" altLang="en-US"/>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8EE597B5-B04A-4FB3-9778-BD8A1A8564F3}"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B3B26A9-B0D6-47F2-A8EE-4B40BD5F2AD5}" type="slidenum">
              <a:rPr lang="zh-CN" altLang="en-US"/>
              <a:t>‹#›</a:t>
            </a:fld>
            <a:endParaRPr lang="zh-CN" altLang="en-US"/>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5E962907-0D06-4A7E-AF83-5C7AEAB0DA43}"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80C1772-7D2E-4462-84A6-41C90A760631}" type="slidenum">
              <a:rPr lang="zh-CN" altLang="en-US"/>
              <a:t>‹#›</a:t>
            </a:fld>
            <a:endParaRPr lang="zh-CN" altLang="en-US"/>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46D75BFE-D146-4990-8292-0D0C8499EEB5}"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691C893F-AC57-476C-AC6D-6236EAA73138}" type="slidenum">
              <a:rPr lang="zh-CN" altLang="en-US"/>
              <a:t>‹#›</a:t>
            </a:fld>
            <a:endParaRPr lang="zh-CN" altLang="en-US"/>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6852CBE5-75EE-433B-8B14-5F4368DE989A}"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D2B320E5-A23A-4613-9D70-2B4CA492662F}" type="slidenum">
              <a:rPr lang="zh-CN" altLang="en-US"/>
              <a:t>‹#›</a:t>
            </a:fld>
            <a:endParaRPr lang="zh-CN" altLang="en-US"/>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5B42961B-A5B4-4351-B29E-561F667A60AD}"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F94DA758-7365-46A0-A5F0-A95B5E6F51FC}" type="slidenum">
              <a:rPr lang="zh-CN" altLang="en-US"/>
              <a:t>‹#›</a:t>
            </a:fld>
            <a:endParaRPr lang="zh-CN" altLang="en-US"/>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2B2CA53F-5DC7-40E2-81E1-BD45C798B724}"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76FF3221-BE52-4FA8-A3D8-6A10F6CB13C5}" type="slidenum">
              <a:rPr lang="zh-CN" altLang="en-US"/>
              <a:t>‹#›</a:t>
            </a:fld>
            <a:endParaRPr lang="zh-CN" altLang="en-US"/>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7F824CB4-C553-45C3-B645-4B5296C33BD3}"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829B3B40-5CCE-4459-804A-6AC26F4072BB}" type="slidenum">
              <a:rPr lang="zh-CN" altLang="en-US"/>
              <a:t>‹#›</a:t>
            </a:fld>
            <a:endParaRPr lang="zh-CN" altLang="en-US"/>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2AB6D148-EDEB-42E1-B8A1-727D492BB75D}"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298DA462-D13D-4701-8D70-7B7CDE01AAAE}" type="slidenum">
              <a:rPr lang="zh-CN" altLang="en-US"/>
              <a:t>‹#›</a:t>
            </a:fld>
            <a:endParaRPr lang="zh-CN" altLang="en-US"/>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AF096915-D5B7-4F97-968D-89C7BC3F8786}"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3C8DF7BE-1DD1-49EB-86A5-0690C306678E}" type="slidenum">
              <a:rPr lang="zh-CN" altLang="en-US"/>
              <a:t>‹#›</a:t>
            </a:fld>
            <a:endParaRPr lang="zh-CN" altLang="en-US"/>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B831A8C4-03D2-4F6D-85E8-BFAB764B164A}"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1672766-257C-48F1-B9A8-EE9F511F8CA9}" type="slidenum">
              <a:rPr lang="zh-CN" altLang="en-US"/>
              <a:t>‹#›</a:t>
            </a:fld>
            <a:endParaRPr lang="zh-CN" altLang="en-US"/>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225578D1-D7E3-41EE-AC94-00996C831CF0}"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5A1E536F-2C15-4C80-A939-57E622BD3C75}" type="slidenum">
              <a:rPr lang="zh-CN" altLang="en-US"/>
              <a:t>‹#›</a:t>
            </a:fld>
            <a:endParaRPr lang="zh-CN" altLang="en-US"/>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E5601341-730E-450F-B6EC-38FE680772AB}"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A67799D1-EFB3-4205-BD73-39EB987728B9}" type="slidenum">
              <a:rPr lang="zh-CN" altLang="en-US"/>
              <a:t>‹#›</a:t>
            </a:fld>
            <a:endParaRPr lang="zh-CN" altLang="en-US"/>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5657B74F-10F6-4D6D-9B70-09776DCA0CC0}"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219B81B-933C-4483-A571-8235EBE7F50B}" type="slidenum">
              <a:rPr lang="zh-CN" altLang="en-US"/>
              <a:t>‹#›</a:t>
            </a:fld>
            <a:endParaRPr lang="zh-CN" altLang="en-US"/>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5C00AECE-1F74-4CD5-8CB1-225AFD5A55A3}"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3F552859-29B5-45F7-B799-3999315EFDE0}" type="slidenum">
              <a:rPr lang="zh-CN" altLang="en-US"/>
              <a:t>‹#›</a:t>
            </a:fld>
            <a:endParaRPr lang="zh-CN" altLang="en-US"/>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3DB06C04-271F-44D9-B58E-8AACFA062B20}"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A311A4FE-1E07-47E7-BD50-C68D44793AEA}" type="slidenum">
              <a:rPr lang="zh-CN" altLang="en-US"/>
              <a:t>‹#›</a:t>
            </a:fld>
            <a:endParaRPr lang="zh-CN" altLang="en-US"/>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BCA12776-6415-45B4-BD26-ACFF4EE8F322}"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19BBAAEE-1F50-43EF-B007-D0CD5532F580}" type="slidenum">
              <a:rPr lang="zh-CN" altLang="en-US"/>
              <a:t>‹#›</a:t>
            </a:fld>
            <a:endParaRPr lang="zh-CN" altLang="en-US"/>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3B04710A-7FC0-492E-A4A3-40B2C185B06B}"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68574C56-3137-4923-8695-B7CE861647F9}" type="slidenum">
              <a:rPr lang="zh-CN" altLang="en-US"/>
              <a:t>‹#›</a:t>
            </a:fld>
            <a:endParaRPr lang="zh-CN" altLang="en-US"/>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4ED2E10E-9FB1-490B-9F65-D8A9E166898F}"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BAE1213D-B4EC-4F43-9D33-7493FDEB288A}" type="slidenum">
              <a:rPr lang="zh-CN" altLang="en-US"/>
              <a:t>‹#›</a:t>
            </a:fld>
            <a:endParaRPr lang="zh-CN" altLang="en-US"/>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11A06E51-1C93-466B-A898-F19AF2086A56}"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336F86D-2986-48C4-AE7C-25BF604B5610}" type="slidenum">
              <a:rPr lang="zh-CN" altLang="en-US"/>
              <a:t>‹#›</a:t>
            </a:fld>
            <a:endParaRPr lang="zh-CN" altLang="en-US"/>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87A2FC53-2A54-4558-97E7-2DE23E40C9FC}"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9857808A-C7BA-495D-98B1-AEABCE612005}" type="slidenum">
              <a:rPr lang="zh-CN" altLang="en-US"/>
              <a:t>‹#›</a:t>
            </a:fld>
            <a:endParaRPr lang="zh-CN" altLang="en-US"/>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F79E4995-046D-4A8F-9346-6A09562AEA9E}"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CB77D434-09E5-4428-B5EA-BB2E000DA670}" type="slidenum">
              <a:rPr lang="zh-CN" altLang="en-US"/>
              <a:t>‹#›</a:t>
            </a:fld>
            <a:endParaRPr lang="zh-CN" altLang="en-US"/>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fld id="{931B36BF-07FF-4169-9D15-671346207D68}"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9B5FBA42-3C67-49CB-87DB-46146FE5A0CC}" type="slidenum">
              <a:rPr lang="zh-CN" altLang="en-US"/>
              <a:t>‹#›</a:t>
            </a:fld>
            <a:endParaRPr lang="zh-CN" altLang="en-US"/>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665EC331-A2E8-438B-9F3F-D4650C9A5468}"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7D76A15-8CD6-4FF0-8C0A-7AC1BAD50EBA}" type="slidenum">
              <a:rPr lang="zh-CN" altLang="en-US"/>
              <a:t>‹#›</a:t>
            </a:fld>
            <a:endParaRPr lang="zh-CN" altLang="en-US"/>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fld id="{C156919E-C297-4D17-BCDD-3DB0FB6635C6}"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E5B7B8B4-40AC-4420-AA9C-40D1774763E1}" type="slidenum">
              <a:rPr lang="zh-CN" altLang="en-US"/>
              <a:t>‹#›</a:t>
            </a:fld>
            <a:endParaRPr lang="zh-CN" altLang="en-US"/>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fld id="{0C21026A-B547-41D0-B85D-3BDEC730A6B0}"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5526526E-B77A-4083-8AFB-7A97D561DC8B}" type="slidenum">
              <a:rPr lang="zh-CN" altLang="en-US"/>
              <a:t>‹#›</a:t>
            </a:fld>
            <a:endParaRPr lang="zh-CN" altLang="en-US"/>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fld id="{8F255F20-5D09-44DA-B886-CB44627B655F}" type="datetimeFigureOut">
              <a:rPr lang="zh-CN" altLang="en-US"/>
              <a:t>2025/10/7</a:t>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3D523A75-E73F-429E-A571-5935277BF4C0}" type="slidenum">
              <a:rPr lang="zh-CN" altLang="en-US"/>
              <a:t>‹#›</a:t>
            </a:fld>
            <a:endParaRPr lang="zh-CN" altLang="en-US"/>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fld id="{EF99CC54-7FBF-4A0F-B2C2-1BC876336465}" type="datetimeFigureOut">
              <a:rPr lang="zh-CN" altLang="en-US"/>
              <a:t>2025/10/7</a:t>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2482D451-EB44-4CE7-B7EA-C8B6A4D4E912}" type="slidenum">
              <a:rPr lang="zh-CN" altLang="en-US"/>
              <a:t>‹#›</a:t>
            </a:fld>
            <a:endParaRPr lang="zh-CN" altLang="en-US"/>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6D3101B6-18B1-424F-8EEA-AE2962267BCF}" type="datetimeFigureOut">
              <a:rPr lang="zh-CN" altLang="en-US"/>
              <a:t>2025/10/7</a:t>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9B2F030E-A8D9-4527-8476-5E51D1D3676E}" type="slidenum">
              <a:rPr lang="zh-CN" altLang="en-US"/>
              <a:t>‹#›</a:t>
            </a:fld>
            <a:endParaRPr lang="zh-CN" altLang="en-US"/>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B68B5FCA-93A1-452D-BD35-69280B974969}"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C2C56761-4567-4352-95FA-72A641F6242D}" type="slidenum">
              <a:rPr lang="zh-CN" altLang="en-US"/>
              <a:t>‹#›</a:t>
            </a:fld>
            <a:endParaRPr lang="zh-CN" altLang="en-US"/>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3133E171-8515-4E2E-8B25-1700ACAD27AB}"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116D4A6B-0E1E-44E3-9C38-00C5F61AE55A}" type="slidenum">
              <a:rPr lang="zh-CN" altLang="en-US"/>
              <a:t>‹#›</a:t>
            </a:fld>
            <a:endParaRPr lang="zh-CN" altLang="en-US"/>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01EFE9C3-4C83-407D-8D92-C7B8B19352A8}"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B0F229DE-0ACC-4852-849A-D133DF247E63}" type="slidenum">
              <a:rPr lang="zh-CN" altLang="en-US"/>
              <a:t>‹#›</a:t>
            </a:fld>
            <a:endParaRPr lang="zh-CN" altLang="en-US"/>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9DB9D02A-FB7E-4945-B033-9165AE499A03}"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F0E430F4-91A6-497F-A3E5-6AABA56E2221}" type="slidenum">
              <a:rPr lang="zh-CN" altLang="en-US"/>
              <a:t>‹#›</a:t>
            </a:fld>
            <a:endParaRPr lang="zh-CN" altLang="en-US"/>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6"/>
          <p:cNvSpPr>
            <a:spLocks noGrp="1" noChangeArrowheads="1"/>
          </p:cNvSpPr>
          <p:nvPr>
            <p:ph type="dt" sz="half" idx="10"/>
          </p:nvPr>
        </p:nvSpPr>
        <p:spPr/>
        <p:txBody>
          <a:bodyPr/>
          <a:lstStyle>
            <a:lvl1pPr>
              <a:defRPr/>
            </a:lvl1pPr>
          </a:lstStyle>
          <a:p>
            <a:pPr>
              <a:defRPr/>
            </a:pPr>
            <a:fld id="{A9360E6B-EA95-443B-9EC6-05EA48341404}" type="datetimeFigureOut">
              <a:rPr lang="zh-CN" altLang="en-US"/>
              <a:t>2025/10/7</a:t>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F0D21397-6B61-4C68-8C92-1AEA3D082ECE}" type="slidenum">
              <a:rPr lang="zh-CN" altLang="en-US"/>
              <a:t>‹#›</a:t>
            </a:fld>
            <a:endParaRPr lang="zh-CN" altLang="en-US"/>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fld id="{D814DAEF-A09E-4034-A1B7-32DCA79FDA48}" type="datetimeFigureOut">
              <a:rPr lang="zh-CN" altLang="en-US"/>
              <a:t>2025/10/7</a:t>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FA537F3B-968D-4635-8E59-E830DEDFBB30}" type="slidenum">
              <a:rPr lang="zh-CN" altLang="en-US"/>
              <a:t>‹#›</a:t>
            </a:fld>
            <a:endParaRPr lang="zh-CN" altLang="en-US"/>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6"/>
          <p:cNvSpPr>
            <a:spLocks noGrp="1" noChangeArrowheads="1"/>
          </p:cNvSpPr>
          <p:nvPr>
            <p:ph type="dt" sz="half" idx="10"/>
          </p:nvPr>
        </p:nvSpPr>
        <p:spPr/>
        <p:txBody>
          <a:bodyPr/>
          <a:lstStyle>
            <a:lvl1pPr>
              <a:defRPr/>
            </a:lvl1pPr>
          </a:lstStyle>
          <a:p>
            <a:pPr>
              <a:defRPr/>
            </a:pPr>
            <a:fld id="{B2D82F87-BB4E-427F-B93D-6A119DD5B387}" type="datetimeFigureOut">
              <a:rPr lang="zh-CN" altLang="en-US"/>
              <a:t>2025/10/7</a:t>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7977FE64-EAC5-4BB0-8E08-D5EF0A2311AB}" type="slidenum">
              <a:rPr lang="zh-CN" altLang="en-US"/>
              <a:t>‹#›</a:t>
            </a:fld>
            <a:endParaRPr lang="zh-CN" altLang="en-US"/>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6"/>
          <p:cNvSpPr>
            <a:spLocks noGrp="1" noChangeArrowheads="1"/>
          </p:cNvSpPr>
          <p:nvPr>
            <p:ph type="dt" sz="half" idx="10"/>
          </p:nvPr>
        </p:nvSpPr>
        <p:spPr/>
        <p:txBody>
          <a:bodyPr/>
          <a:lstStyle>
            <a:lvl1pPr>
              <a:defRPr/>
            </a:lvl1pPr>
          </a:lstStyle>
          <a:p>
            <a:pPr>
              <a:defRPr/>
            </a:pPr>
            <a:fld id="{406CC4CD-EFB1-440A-A528-5831D23BFE86}" type="datetimeFigureOut">
              <a:rPr lang="zh-CN" altLang="en-US"/>
              <a:t>2025/10/7</a:t>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FD61E7B2-4FEC-4A6A-8831-5A0431EAB9F6}" type="slidenum">
              <a:rPr lang="zh-CN" altLang="en-US"/>
              <a:t>‹#›</a:t>
            </a:fld>
            <a:endParaRPr lang="zh-CN" altLang="en-US"/>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noChangeArrowheads="1"/>
          </p:cNvSpPr>
          <p:nvPr>
            <p:ph type="dt" sz="half" idx="10"/>
          </p:nvPr>
        </p:nvSpPr>
        <p:spPr/>
        <p:txBody>
          <a:bodyPr/>
          <a:lstStyle>
            <a:lvl1pPr>
              <a:defRPr/>
            </a:lvl1pPr>
          </a:lstStyle>
          <a:p>
            <a:pPr>
              <a:defRPr/>
            </a:pPr>
            <a:fld id="{CDE35253-1A59-43D6-A676-0C13434C57DF}" type="datetimeFigureOut">
              <a:rPr lang="zh-CN" altLang="en-US"/>
              <a:t>2025/10/7</a:t>
            </a:fld>
            <a:endParaRPr lang="zh-CN" altLang="en-US"/>
          </a:p>
        </p:txBody>
      </p:sp>
      <p:sp>
        <p:nvSpPr>
          <p:cNvPr id="8"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8"/>
          <p:cNvSpPr>
            <a:spLocks noGrp="1" noChangeArrowheads="1"/>
          </p:cNvSpPr>
          <p:nvPr>
            <p:ph type="sldNum" sz="quarter" idx="12"/>
          </p:nvPr>
        </p:nvSpPr>
        <p:spPr/>
        <p:txBody>
          <a:bodyPr/>
          <a:lstStyle>
            <a:lvl1pPr>
              <a:defRPr/>
            </a:lvl1pPr>
          </a:lstStyle>
          <a:p>
            <a:pPr>
              <a:defRPr/>
            </a:pPr>
            <a:fld id="{F422264F-AA30-44E2-9698-FE0D749FF602}" type="slidenum">
              <a:rPr lang="zh-CN" altLang="en-US"/>
              <a:t>‹#›</a:t>
            </a:fld>
            <a:endParaRPr lang="zh-CN" altLang="en-US"/>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6"/>
          <p:cNvSpPr>
            <a:spLocks noGrp="1" noChangeArrowheads="1"/>
          </p:cNvSpPr>
          <p:nvPr>
            <p:ph type="dt" sz="half" idx="10"/>
          </p:nvPr>
        </p:nvSpPr>
        <p:spPr/>
        <p:txBody>
          <a:bodyPr/>
          <a:lstStyle>
            <a:lvl1pPr>
              <a:defRPr/>
            </a:lvl1pPr>
          </a:lstStyle>
          <a:p>
            <a:pPr>
              <a:defRPr/>
            </a:pPr>
            <a:fld id="{60D980FC-8B8D-4B69-A4B4-BE5326BEF707}" type="datetimeFigureOut">
              <a:rPr lang="zh-CN" altLang="en-US"/>
              <a:t>2025/10/7</a:t>
            </a:fld>
            <a:endParaRPr lang="zh-CN" altLang="en-US"/>
          </a:p>
        </p:txBody>
      </p:sp>
      <p:sp>
        <p:nvSpPr>
          <p:cNvPr id="4"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8"/>
          <p:cNvSpPr>
            <a:spLocks noGrp="1" noChangeArrowheads="1"/>
          </p:cNvSpPr>
          <p:nvPr>
            <p:ph type="sldNum" sz="quarter" idx="12"/>
          </p:nvPr>
        </p:nvSpPr>
        <p:spPr/>
        <p:txBody>
          <a:bodyPr/>
          <a:lstStyle>
            <a:lvl1pPr>
              <a:defRPr/>
            </a:lvl1pPr>
          </a:lstStyle>
          <a:p>
            <a:pPr>
              <a:defRPr/>
            </a:pPr>
            <a:fld id="{8ADF7D21-5DCE-4B31-B6BD-564B29AB1B27}" type="slidenum">
              <a:rPr lang="zh-CN" altLang="en-US"/>
              <a:t>‹#›</a:t>
            </a:fld>
            <a:endParaRPr lang="zh-CN" altLang="en-US"/>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6"/>
          <p:cNvSpPr>
            <a:spLocks noGrp="1" noChangeArrowheads="1"/>
          </p:cNvSpPr>
          <p:nvPr>
            <p:ph type="dt" sz="half" idx="10"/>
          </p:nvPr>
        </p:nvSpPr>
        <p:spPr/>
        <p:txBody>
          <a:bodyPr/>
          <a:lstStyle>
            <a:lvl1pPr>
              <a:defRPr/>
            </a:lvl1pPr>
          </a:lstStyle>
          <a:p>
            <a:pPr>
              <a:defRPr/>
            </a:pPr>
            <a:fld id="{5E101572-9C04-405A-95C7-97BC2021D395}" type="datetimeFigureOut">
              <a:rPr lang="zh-CN" altLang="en-US"/>
              <a:t>2025/10/7</a:t>
            </a:fld>
            <a:endParaRPr lang="zh-CN" altLang="en-US"/>
          </a:p>
        </p:txBody>
      </p:sp>
      <p:sp>
        <p:nvSpPr>
          <p:cNvPr id="3"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8"/>
          <p:cNvSpPr>
            <a:spLocks noGrp="1" noChangeArrowheads="1"/>
          </p:cNvSpPr>
          <p:nvPr>
            <p:ph type="sldNum" sz="quarter" idx="12"/>
          </p:nvPr>
        </p:nvSpPr>
        <p:spPr/>
        <p:txBody>
          <a:bodyPr/>
          <a:lstStyle>
            <a:lvl1pPr>
              <a:defRPr/>
            </a:lvl1pPr>
          </a:lstStyle>
          <a:p>
            <a:pPr>
              <a:defRPr/>
            </a:pPr>
            <a:fld id="{42DC5413-289B-4FC1-A9AB-ABCEE326DCA1}" type="slidenum">
              <a:rPr lang="zh-CN" altLang="en-US"/>
              <a:t>‹#›</a:t>
            </a:fld>
            <a:endParaRPr lang="zh-CN" altLang="en-US"/>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p:cNvSpPr>
            <a:spLocks noGrp="1" noChangeArrowheads="1"/>
          </p:cNvSpPr>
          <p:nvPr>
            <p:ph type="dt" sz="half" idx="10"/>
          </p:nvPr>
        </p:nvSpPr>
        <p:spPr/>
        <p:txBody>
          <a:bodyPr/>
          <a:lstStyle>
            <a:lvl1pPr>
              <a:defRPr/>
            </a:lvl1pPr>
          </a:lstStyle>
          <a:p>
            <a:pPr>
              <a:defRPr/>
            </a:pPr>
            <a:fld id="{78866C7A-4F3A-45C0-B7C1-7E4E1A8B18C3}" type="datetimeFigureOut">
              <a:rPr lang="zh-CN" altLang="en-US"/>
              <a:t>2025/10/7</a:t>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EBFACCD7-F543-4234-A264-B26C3C05959C}" type="slidenum">
              <a:rPr lang="zh-CN" altLang="en-US"/>
              <a:t>‹#›</a:t>
            </a:fld>
            <a:endParaRPr lang="zh-CN" altLang="en-US"/>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6"/>
          <p:cNvSpPr>
            <a:spLocks noGrp="1" noChangeArrowheads="1"/>
          </p:cNvSpPr>
          <p:nvPr>
            <p:ph type="dt" sz="half" idx="10"/>
          </p:nvPr>
        </p:nvSpPr>
        <p:spPr/>
        <p:txBody>
          <a:bodyPr/>
          <a:lstStyle>
            <a:lvl1pPr>
              <a:defRPr/>
            </a:lvl1pPr>
          </a:lstStyle>
          <a:p>
            <a:pPr>
              <a:defRPr/>
            </a:pPr>
            <a:fld id="{FAD2D44D-7C14-40EF-8C7B-6660A53C734A}" type="datetimeFigureOut">
              <a:rPr lang="zh-CN" altLang="en-US"/>
              <a:t>2025/10/7</a:t>
            </a:fld>
            <a:endParaRPr lang="zh-CN" altLang="en-US"/>
          </a:p>
        </p:txBody>
      </p:sp>
      <p:sp>
        <p:nvSpPr>
          <p:cNvPr id="6"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8"/>
          <p:cNvSpPr>
            <a:spLocks noGrp="1" noChangeArrowheads="1"/>
          </p:cNvSpPr>
          <p:nvPr>
            <p:ph type="sldNum" sz="quarter" idx="12"/>
          </p:nvPr>
        </p:nvSpPr>
        <p:spPr/>
        <p:txBody>
          <a:bodyPr/>
          <a:lstStyle>
            <a:lvl1pPr>
              <a:defRPr/>
            </a:lvl1pPr>
          </a:lstStyle>
          <a:p>
            <a:pPr>
              <a:defRPr/>
            </a:pPr>
            <a:fld id="{7279AD47-7CFA-4D99-BBB9-0A034CF8FC50}" type="slidenum">
              <a:rPr lang="zh-CN" altLang="en-US"/>
              <a:t>‹#›</a:t>
            </a:fld>
            <a:endParaRPr lang="zh-CN" altLang="en-US"/>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fld id="{9EF32FF0-AFEC-43B8-8612-0D2300332AA0}" type="datetimeFigureOut">
              <a:rPr lang="zh-CN" altLang="en-US"/>
              <a:t>2025/10/7</a:t>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B7F6A691-5876-4722-93A8-B8B71EFE3D41}" type="slidenum">
              <a:rPr lang="zh-CN" altLang="en-US"/>
              <a:t>‹#›</a:t>
            </a:fld>
            <a:endParaRPr lang="zh-CN" altLang="en-US"/>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6"/>
          <p:cNvSpPr>
            <a:spLocks noGrp="1" noChangeArrowheads="1"/>
          </p:cNvSpPr>
          <p:nvPr>
            <p:ph type="dt" sz="half" idx="10"/>
          </p:nvPr>
        </p:nvSpPr>
        <p:spPr/>
        <p:txBody>
          <a:bodyPr/>
          <a:lstStyle>
            <a:lvl1pPr>
              <a:defRPr/>
            </a:lvl1pPr>
          </a:lstStyle>
          <a:p>
            <a:pPr>
              <a:defRPr/>
            </a:pPr>
            <a:fld id="{1DD2BE4F-8F50-407F-899D-FEC567F3BE18}" type="datetimeFigureOut">
              <a:rPr lang="zh-CN" altLang="en-US"/>
              <a:t>2025/10/7</a:t>
            </a:fld>
            <a:endParaRPr lang="zh-CN" altLang="en-US"/>
          </a:p>
        </p:txBody>
      </p:sp>
      <p:sp>
        <p:nvSpPr>
          <p:cNvPr id="5" name="页脚占位符 7"/>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8"/>
          <p:cNvSpPr>
            <a:spLocks noGrp="1" noChangeArrowheads="1"/>
          </p:cNvSpPr>
          <p:nvPr>
            <p:ph type="sldNum" sz="quarter" idx="12"/>
          </p:nvPr>
        </p:nvSpPr>
        <p:spPr/>
        <p:txBody>
          <a:bodyPr/>
          <a:lstStyle>
            <a:lvl1pPr>
              <a:defRPr/>
            </a:lvl1pPr>
          </a:lstStyle>
          <a:p>
            <a:pPr>
              <a:defRPr/>
            </a:pPr>
            <a:fld id="{03758E0A-A108-4392-BCE0-EE1ADB1CA401}" type="slidenum">
              <a:rPr lang="zh-CN" altLang="en-US"/>
              <a:t>‹#›</a:t>
            </a:fld>
            <a:endParaRPr lang="zh-CN" altLang="en-US"/>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2"/>
          <p:cNvSpPr>
            <a:spLocks noGrp="1" noChangeArrowheads="1"/>
          </p:cNvSpPr>
          <p:nvPr>
            <p:ph type="dt" sz="half" idx="10"/>
          </p:nvPr>
        </p:nvSpPr>
        <p:spPr/>
        <p:txBody>
          <a:bodyPr/>
          <a:lstStyle>
            <a:lvl1pPr>
              <a:defRPr/>
            </a:lvl1pPr>
          </a:lstStyle>
          <a:p>
            <a:pPr>
              <a:defRPr/>
            </a:pPr>
            <a:fld id="{0C3AAA2E-9B09-4997-82C1-23C552579041}" type="datetimeFigureOut">
              <a:rPr lang="zh-CN" altLang="en-US"/>
              <a:t>2025/10/7</a:t>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F85F1FB2-89A8-4FEE-BAC2-8AAEB2DDFA70}" type="slidenum">
              <a:rPr lang="zh-CN" altLang="en-US"/>
              <a:t>‹#›</a:t>
            </a:fld>
            <a:endParaRPr lang="zh-CN" altLang="en-US"/>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fld id="{20EDDFB1-C137-4B41-AB3A-918FD105ACC2}" type="datetimeFigureOut">
              <a:rPr lang="zh-CN" altLang="en-US"/>
              <a:t>2025/10/7</a:t>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AEAC34C7-D114-4CB6-B8EB-4034D6E54C75}" type="slidenum">
              <a:rPr lang="zh-CN" altLang="en-US"/>
              <a:t>‹#›</a:t>
            </a:fld>
            <a:endParaRPr lang="zh-CN" altLang="en-US"/>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2"/>
          <p:cNvSpPr>
            <a:spLocks noGrp="1" noChangeArrowheads="1"/>
          </p:cNvSpPr>
          <p:nvPr>
            <p:ph type="dt" sz="half" idx="10"/>
          </p:nvPr>
        </p:nvSpPr>
        <p:spPr/>
        <p:txBody>
          <a:bodyPr/>
          <a:lstStyle>
            <a:lvl1pPr>
              <a:defRPr/>
            </a:lvl1pPr>
          </a:lstStyle>
          <a:p>
            <a:pPr>
              <a:defRPr/>
            </a:pPr>
            <a:fld id="{F67269EA-3525-47FC-A766-2DBBBE33BCB8}" type="datetimeFigureOut">
              <a:rPr lang="zh-CN" altLang="en-US"/>
              <a:t>2025/10/7</a:t>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E4AE2E15-24EA-4C80-A8F5-652602A8AF20}" type="slidenum">
              <a:rPr lang="zh-CN" altLang="en-US"/>
              <a:t>‹#›</a:t>
            </a:fld>
            <a:endParaRPr lang="zh-CN" altLang="en-US"/>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2"/>
          <p:cNvSpPr>
            <a:spLocks noGrp="1" noChangeArrowheads="1"/>
          </p:cNvSpPr>
          <p:nvPr>
            <p:ph type="dt" sz="half" idx="10"/>
          </p:nvPr>
        </p:nvSpPr>
        <p:spPr/>
        <p:txBody>
          <a:bodyPr/>
          <a:lstStyle>
            <a:lvl1pPr>
              <a:defRPr/>
            </a:lvl1pPr>
          </a:lstStyle>
          <a:p>
            <a:pPr>
              <a:defRPr/>
            </a:pPr>
            <a:fld id="{48DAB6D9-7E3B-4672-8E41-D2CA28AE8F86}" type="datetimeFigureOut">
              <a:rPr lang="zh-CN" altLang="en-US"/>
              <a:t>2025/10/7</a:t>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CD0871A2-E3F3-491C-8FE7-AC2416A00988}" type="slidenum">
              <a:rPr lang="zh-CN" altLang="en-US"/>
              <a:t>‹#›</a:t>
            </a:fld>
            <a:endParaRPr lang="zh-CN" altLang="en-US"/>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2"/>
          <p:cNvSpPr>
            <a:spLocks noGrp="1" noChangeArrowheads="1"/>
          </p:cNvSpPr>
          <p:nvPr>
            <p:ph type="dt" sz="half" idx="10"/>
          </p:nvPr>
        </p:nvSpPr>
        <p:spPr/>
        <p:txBody>
          <a:bodyPr/>
          <a:lstStyle>
            <a:lvl1pPr>
              <a:defRPr/>
            </a:lvl1pPr>
          </a:lstStyle>
          <a:p>
            <a:pPr>
              <a:defRPr/>
            </a:pPr>
            <a:fld id="{5913DE93-0946-491E-908B-CC3C7E291C65}" type="datetimeFigureOut">
              <a:rPr lang="zh-CN" altLang="en-US"/>
              <a:t>2025/10/7</a:t>
            </a:fld>
            <a:endParaRPr lang="zh-CN" altLang="en-US"/>
          </a:p>
        </p:txBody>
      </p:sp>
      <p:sp>
        <p:nvSpPr>
          <p:cNvPr id="8"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4"/>
          <p:cNvSpPr>
            <a:spLocks noGrp="1" noChangeArrowheads="1"/>
          </p:cNvSpPr>
          <p:nvPr>
            <p:ph type="sldNum" sz="quarter" idx="12"/>
          </p:nvPr>
        </p:nvSpPr>
        <p:spPr/>
        <p:txBody>
          <a:bodyPr/>
          <a:lstStyle>
            <a:lvl1pPr>
              <a:defRPr/>
            </a:lvl1pPr>
          </a:lstStyle>
          <a:p>
            <a:pPr>
              <a:defRPr/>
            </a:pPr>
            <a:fld id="{857E9F8E-7FFA-4E31-B224-998AEB61836D}" type="slidenum">
              <a:rPr lang="zh-CN" altLang="en-US"/>
              <a:t>‹#›</a:t>
            </a:fld>
            <a:endParaRPr lang="zh-CN" altLang="en-US"/>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noChangeArrowheads="1"/>
          </p:cNvSpPr>
          <p:nvPr>
            <p:ph type="dt" sz="half" idx="10"/>
          </p:nvPr>
        </p:nvSpPr>
        <p:spPr/>
        <p:txBody>
          <a:bodyPr/>
          <a:lstStyle>
            <a:lvl1pPr>
              <a:defRPr/>
            </a:lvl1pPr>
          </a:lstStyle>
          <a:p>
            <a:pPr>
              <a:defRPr/>
            </a:pPr>
            <a:fld id="{FC4D8E0F-2DED-4AC4-850C-AF9F9E2DBE96}" type="datetimeFigureOut">
              <a:rPr lang="zh-CN" altLang="en-US"/>
              <a:t>2025/10/7</a:t>
            </a:fld>
            <a:endParaRPr lang="zh-CN" altLang="en-US"/>
          </a:p>
        </p:txBody>
      </p:sp>
      <p:sp>
        <p:nvSpPr>
          <p:cNvPr id="4"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4"/>
          <p:cNvSpPr>
            <a:spLocks noGrp="1" noChangeArrowheads="1"/>
          </p:cNvSpPr>
          <p:nvPr>
            <p:ph type="sldNum" sz="quarter" idx="12"/>
          </p:nvPr>
        </p:nvSpPr>
        <p:spPr/>
        <p:txBody>
          <a:bodyPr/>
          <a:lstStyle>
            <a:lvl1pPr>
              <a:defRPr/>
            </a:lvl1pPr>
          </a:lstStyle>
          <a:p>
            <a:pPr>
              <a:defRPr/>
            </a:pPr>
            <a:fld id="{ACE7EA45-EB70-493B-AF47-0B2085BC12C1}" type="slidenum">
              <a:rPr lang="zh-CN" altLang="en-US"/>
              <a:t>‹#›</a:t>
            </a:fld>
            <a:endParaRPr lang="zh-CN" altLang="en-US"/>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2"/>
          <p:cNvSpPr>
            <a:spLocks noGrp="1" noChangeArrowheads="1"/>
          </p:cNvSpPr>
          <p:nvPr>
            <p:ph type="dt" sz="half" idx="10"/>
          </p:nvPr>
        </p:nvSpPr>
        <p:spPr/>
        <p:txBody>
          <a:bodyPr/>
          <a:lstStyle>
            <a:lvl1pPr>
              <a:defRPr/>
            </a:lvl1pPr>
          </a:lstStyle>
          <a:p>
            <a:pPr>
              <a:defRPr/>
            </a:pPr>
            <a:fld id="{357EE2DC-E3A3-494E-B930-B8761495920E}" type="datetimeFigureOut">
              <a:rPr lang="zh-CN" altLang="en-US"/>
              <a:t>2025/10/7</a:t>
            </a:fld>
            <a:endParaRPr lang="zh-CN" altLang="en-US"/>
          </a:p>
        </p:txBody>
      </p:sp>
      <p:sp>
        <p:nvSpPr>
          <p:cNvPr id="3"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4"/>
          <p:cNvSpPr>
            <a:spLocks noGrp="1" noChangeArrowheads="1"/>
          </p:cNvSpPr>
          <p:nvPr>
            <p:ph type="sldNum" sz="quarter" idx="12"/>
          </p:nvPr>
        </p:nvSpPr>
        <p:spPr/>
        <p:txBody>
          <a:bodyPr/>
          <a:lstStyle>
            <a:lvl1pPr>
              <a:defRPr/>
            </a:lvl1pPr>
          </a:lstStyle>
          <a:p>
            <a:pPr>
              <a:defRPr/>
            </a:pPr>
            <a:fld id="{0B9D006E-9D97-4191-9044-C2118157D4B8}" type="slidenum">
              <a:rPr lang="zh-CN" altLang="en-US"/>
              <a:t>‹#›</a:t>
            </a:fld>
            <a:endParaRPr lang="zh-CN" altLang="en-US"/>
          </a:p>
        </p:txBody>
      </p:sp>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p:cNvSpPr>
            <a:spLocks noGrp="1" noChangeArrowheads="1"/>
          </p:cNvSpPr>
          <p:nvPr>
            <p:ph type="dt" sz="half" idx="10"/>
          </p:nvPr>
        </p:nvSpPr>
        <p:spPr/>
        <p:txBody>
          <a:bodyPr/>
          <a:lstStyle>
            <a:lvl1pPr>
              <a:defRPr/>
            </a:lvl1pPr>
          </a:lstStyle>
          <a:p>
            <a:pPr>
              <a:defRPr/>
            </a:pPr>
            <a:fld id="{35D6D112-D8C4-4141-AD5B-A5BA35D2FCFF}" type="datetimeFigureOut">
              <a:rPr lang="zh-CN" altLang="en-US"/>
              <a:t>2025/10/7</a:t>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596F5D69-A5E6-4A87-A3F4-D697BB7340F4}" type="slidenum">
              <a:rPr lang="zh-CN" altLang="en-US"/>
              <a:t>‹#›</a:t>
            </a:fld>
            <a:endParaRPr lang="zh-CN" altLang="en-US"/>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2"/>
          <p:cNvSpPr>
            <a:spLocks noGrp="1" noChangeArrowheads="1"/>
          </p:cNvSpPr>
          <p:nvPr>
            <p:ph type="dt" sz="half" idx="10"/>
          </p:nvPr>
        </p:nvSpPr>
        <p:spPr/>
        <p:txBody>
          <a:bodyPr/>
          <a:lstStyle>
            <a:lvl1pPr>
              <a:defRPr/>
            </a:lvl1pPr>
          </a:lstStyle>
          <a:p>
            <a:pPr>
              <a:defRPr/>
            </a:pPr>
            <a:fld id="{62F13C26-9A55-4629-9158-B0DF58D4756B}" type="datetimeFigureOut">
              <a:rPr lang="zh-CN" altLang="en-US"/>
              <a:t>2025/10/7</a:t>
            </a:fld>
            <a:endParaRPr lang="zh-CN" altLang="en-US"/>
          </a:p>
        </p:txBody>
      </p:sp>
      <p:sp>
        <p:nvSpPr>
          <p:cNvPr id="6"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4"/>
          <p:cNvSpPr>
            <a:spLocks noGrp="1" noChangeArrowheads="1"/>
          </p:cNvSpPr>
          <p:nvPr>
            <p:ph type="sldNum" sz="quarter" idx="12"/>
          </p:nvPr>
        </p:nvSpPr>
        <p:spPr/>
        <p:txBody>
          <a:bodyPr/>
          <a:lstStyle>
            <a:lvl1pPr>
              <a:defRPr/>
            </a:lvl1pPr>
          </a:lstStyle>
          <a:p>
            <a:pPr>
              <a:defRPr/>
            </a:pPr>
            <a:fld id="{38856C4C-C972-411C-870F-166E2AC738CC}" type="slidenum">
              <a:rPr lang="zh-CN" altLang="en-US"/>
              <a:t>‹#›</a:t>
            </a:fld>
            <a:endParaRPr lang="zh-CN" altLang="en-US"/>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fld id="{2B96166A-B893-4256-ABC6-F0FA843B89FE}" type="datetimeFigureOut">
              <a:rPr lang="zh-CN" altLang="en-US"/>
              <a:t>2025/10/7</a:t>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2350BBBC-7FE1-44AB-A530-4391222654DB}" type="slidenum">
              <a:rPr lang="zh-CN" altLang="en-US"/>
              <a:t>‹#›</a:t>
            </a:fld>
            <a:endParaRPr lang="zh-CN" altLang="en-US"/>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2"/>
          <p:cNvSpPr>
            <a:spLocks noGrp="1" noChangeArrowheads="1"/>
          </p:cNvSpPr>
          <p:nvPr>
            <p:ph type="dt" sz="half" idx="10"/>
          </p:nvPr>
        </p:nvSpPr>
        <p:spPr/>
        <p:txBody>
          <a:bodyPr/>
          <a:lstStyle>
            <a:lvl1pPr>
              <a:defRPr/>
            </a:lvl1pPr>
          </a:lstStyle>
          <a:p>
            <a:pPr>
              <a:defRPr/>
            </a:pPr>
            <a:fld id="{E2458DAA-1840-48EA-A487-3720343AF3B1}" type="datetimeFigureOut">
              <a:rPr lang="zh-CN" altLang="en-US"/>
              <a:t>2025/10/7</a:t>
            </a:fld>
            <a:endParaRPr lang="zh-CN" altLang="en-US"/>
          </a:p>
        </p:txBody>
      </p:sp>
      <p:sp>
        <p:nvSpPr>
          <p:cNvPr id="5" name="页脚占位符 3"/>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4"/>
          <p:cNvSpPr>
            <a:spLocks noGrp="1" noChangeArrowheads="1"/>
          </p:cNvSpPr>
          <p:nvPr>
            <p:ph type="sldNum" sz="quarter" idx="12"/>
          </p:nvPr>
        </p:nvSpPr>
        <p:spPr/>
        <p:txBody>
          <a:bodyPr/>
          <a:lstStyle>
            <a:lvl1pPr>
              <a:defRPr/>
            </a:lvl1pPr>
          </a:lstStyle>
          <a:p>
            <a:pPr>
              <a:defRPr/>
            </a:pPr>
            <a:fld id="{71B5B127-2760-45DB-B00F-CA59B7F4292A}" type="slidenum">
              <a:rPr lang="zh-CN" altLang="en-US"/>
              <a:t>‹#›</a:t>
            </a:fld>
            <a:endParaRPr lang="zh-CN" altLang="en-US"/>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fld id="{850E8A4C-91B9-4A19-9BE1-246F9CFE76A6}"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4C3D65CA-C2A6-4661-9731-4435620400FE}" type="slidenum">
              <a:rPr lang="zh-CN" altLang="en-US"/>
              <a:t>‹#›</a:t>
            </a:fld>
            <a:endParaRPr lang="zh-CN" altLang="en-US"/>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9BC09C0C-CC24-4633-94B6-3F6161B0E1F9}"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AA64D85E-E3D3-4448-99FC-45B91EB7BB93}" type="slidenum">
              <a:rPr lang="zh-CN" altLang="en-US"/>
              <a:t>‹#›</a:t>
            </a:fld>
            <a:endParaRPr lang="zh-CN" altLang="en-US"/>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fld id="{353DB70E-B4F2-4BC9-81B7-83C06FD75329}"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C08E9061-2647-48D5-A31F-5B52C12D5E5B}" type="slidenum">
              <a:rPr lang="zh-CN" altLang="en-US"/>
              <a:t>‹#›</a:t>
            </a:fld>
            <a:endParaRPr lang="zh-CN" altLang="en-US"/>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fld id="{F6339634-CDAA-485B-84D1-48A7DE81CDE0}"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74D015FB-20BE-4040-94B2-098CBB10DBBA}" type="slidenum">
              <a:rPr lang="zh-CN" altLang="en-US"/>
              <a:t>‹#›</a:t>
            </a:fld>
            <a:endParaRPr lang="zh-CN" altLang="en-US"/>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fld id="{3544D058-B412-4D91-AFFB-020B93E28F59}" type="datetimeFigureOut">
              <a:rPr lang="zh-CN" altLang="en-US"/>
              <a:t>2025/10/7</a:t>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50E785AA-7EA6-423E-B539-890AD866BE9C}" type="slidenum">
              <a:rPr lang="zh-CN" altLang="en-US"/>
              <a:t>‹#›</a:t>
            </a:fld>
            <a:endParaRPr lang="zh-CN" altLang="en-US"/>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fld id="{20F417D4-A9F2-4D21-AE29-BF1823BE4DF2}" type="datetimeFigureOut">
              <a:rPr lang="zh-CN" altLang="en-US"/>
              <a:t>2025/10/7</a:t>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B7409B76-7C0F-4BA3-A2C4-99EDE1908454}" type="slidenum">
              <a:rPr lang="zh-CN" altLang="en-US"/>
              <a:t>‹#›</a:t>
            </a:fld>
            <a:endParaRPr lang="zh-CN" altLang="en-US"/>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B5ACC868-E515-4A6D-9D48-AA7ECDC70545}" type="datetimeFigureOut">
              <a:rPr lang="zh-CN" altLang="en-US"/>
              <a:t>2025/10/7</a:t>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6D0353BB-19B3-4081-81AE-757F7A075824}" type="slidenum">
              <a:rPr lang="zh-CN" altLang="en-US"/>
              <a:t>‹#›</a:t>
            </a:fld>
            <a:endParaRPr lang="zh-CN" altLang="en-US"/>
          </a:p>
        </p:txBody>
      </p:sp>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E755DA7F-DC04-421A-99F2-48472ABEAB40}"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2E5BA461-C950-42EF-A489-B1C43386A7C7}" type="slidenum">
              <a:rPr lang="zh-CN" altLang="en-US"/>
              <a:t>‹#›</a:t>
            </a:fld>
            <a:endParaRPr lang="zh-CN" altLang="en-US"/>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C566EF3E-0EDC-4642-9156-146F12DBCC10}"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99DB91CC-3366-4906-B036-F5E6D30DCFD4}" type="slidenum">
              <a:rPr lang="zh-CN" altLang="en-US"/>
              <a:t>‹#›</a:t>
            </a:fld>
            <a:endParaRPr lang="zh-CN" altLang="en-US"/>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71788FF8-1F04-469B-A6F8-AA9D314D9D39}"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9E5F62BB-C716-49D7-991D-5E7C81E1759F}" type="slidenum">
              <a:rPr lang="zh-CN" altLang="en-US"/>
              <a:t>‹#›</a:t>
            </a:fld>
            <a:endParaRPr lang="zh-CN" altLang="en-US"/>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B8085F22-6D82-4452-9851-CDD279A4F1BC}"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350456F2-7384-409B-A14D-F7E323DFA061}" type="slidenum">
              <a:rPr lang="zh-CN" altLang="en-US"/>
              <a:t>‹#›</a:t>
            </a:fld>
            <a:endParaRPr lang="zh-CN" altLang="en-US"/>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4"/>
          <p:cNvSpPr>
            <a:spLocks noGrp="1" noChangeArrowheads="1"/>
          </p:cNvSpPr>
          <p:nvPr>
            <p:ph type="dt" sz="half" idx="10"/>
          </p:nvPr>
        </p:nvSpPr>
        <p:spPr/>
        <p:txBody>
          <a:bodyPr/>
          <a:lstStyle>
            <a:lvl1pPr>
              <a:defRPr/>
            </a:lvl1pPr>
          </a:lstStyle>
          <a:p>
            <a:pPr>
              <a:defRPr/>
            </a:pPr>
            <a:fld id="{B36F1E32-AB81-437E-AE3A-E2DBA230F724}"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05A01FF-8C49-4ECE-AEFC-9E8319A83F1A}" type="slidenum">
              <a:rPr lang="zh-CN" altLang="en-US"/>
              <a:t>‹#›</a:t>
            </a:fld>
            <a:endParaRPr lang="zh-CN" altLang="en-US"/>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EE1373A2-4160-45A5-A5A3-9AF0C7440620}"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7ED682CA-6D72-4B74-84CE-58E2E62BA507}" type="slidenum">
              <a:rPr lang="zh-CN" altLang="en-US"/>
              <a:t>‹#›</a:t>
            </a:fld>
            <a:endParaRPr lang="zh-CN" altLang="en-US"/>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4"/>
          <p:cNvSpPr>
            <a:spLocks noGrp="1" noChangeArrowheads="1"/>
          </p:cNvSpPr>
          <p:nvPr>
            <p:ph type="dt" sz="half" idx="10"/>
          </p:nvPr>
        </p:nvSpPr>
        <p:spPr/>
        <p:txBody>
          <a:bodyPr/>
          <a:lstStyle>
            <a:lvl1pPr>
              <a:defRPr/>
            </a:lvl1pPr>
          </a:lstStyle>
          <a:p>
            <a:pPr>
              <a:defRPr/>
            </a:pPr>
            <a:fld id="{BFD78FDD-86D2-4C2C-AC78-C6A7099B8B4D}"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51EB3C9D-6A9E-40F6-A86C-6AC8BC538F44}" type="slidenum">
              <a:rPr lang="zh-CN" altLang="en-US"/>
              <a:t>‹#›</a:t>
            </a:fld>
            <a:endParaRPr lang="zh-CN" altLang="en-US"/>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noChangeArrowheads="1"/>
          </p:cNvSpPr>
          <p:nvPr>
            <p:ph type="dt" sz="half" idx="10"/>
          </p:nvPr>
        </p:nvSpPr>
        <p:spPr/>
        <p:txBody>
          <a:bodyPr/>
          <a:lstStyle>
            <a:lvl1pPr>
              <a:defRPr/>
            </a:lvl1pPr>
          </a:lstStyle>
          <a:p>
            <a:pPr>
              <a:defRPr/>
            </a:pPr>
            <a:fld id="{4129AFC1-B1BB-406E-B7EC-EAF3CA6E605E}"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0A6888F8-9BB0-4A1E-9FF5-A462455BE1D0}" type="slidenum">
              <a:rPr lang="zh-CN" altLang="en-US"/>
              <a:t>‹#›</a:t>
            </a:fld>
            <a:endParaRPr lang="zh-CN" altLang="en-US"/>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4"/>
          <p:cNvSpPr>
            <a:spLocks noGrp="1" noChangeArrowheads="1"/>
          </p:cNvSpPr>
          <p:nvPr>
            <p:ph type="dt" sz="half" idx="10"/>
          </p:nvPr>
        </p:nvSpPr>
        <p:spPr/>
        <p:txBody>
          <a:bodyPr/>
          <a:lstStyle>
            <a:lvl1pPr>
              <a:defRPr/>
            </a:lvl1pPr>
          </a:lstStyle>
          <a:p>
            <a:pPr>
              <a:defRPr/>
            </a:pPr>
            <a:fld id="{ADC7E2F2-3B0F-404D-949E-18A34E5CFCFD}" type="datetimeFigureOut">
              <a:rPr lang="zh-CN" altLang="en-US"/>
              <a:t>2025/10/7</a:t>
            </a:fld>
            <a:endParaRPr lang="zh-CN" altLang="en-US"/>
          </a:p>
        </p:txBody>
      </p:sp>
      <p:sp>
        <p:nvSpPr>
          <p:cNvPr id="8"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6"/>
          <p:cNvSpPr>
            <a:spLocks noGrp="1" noChangeArrowheads="1"/>
          </p:cNvSpPr>
          <p:nvPr>
            <p:ph type="sldNum" sz="quarter" idx="12"/>
          </p:nvPr>
        </p:nvSpPr>
        <p:spPr/>
        <p:txBody>
          <a:bodyPr/>
          <a:lstStyle>
            <a:lvl1pPr>
              <a:defRPr/>
            </a:lvl1pPr>
          </a:lstStyle>
          <a:p>
            <a:pPr>
              <a:defRPr/>
            </a:pPr>
            <a:fld id="{74EF62E3-7BA7-4C68-A82D-2AA3585CBDC1}" type="slidenum">
              <a:rPr lang="zh-CN" altLang="en-US"/>
              <a:t>‹#›</a:t>
            </a:fld>
            <a:endParaRPr lang="zh-CN" altLang="en-US"/>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4"/>
          <p:cNvSpPr>
            <a:spLocks noGrp="1" noChangeArrowheads="1"/>
          </p:cNvSpPr>
          <p:nvPr>
            <p:ph type="dt" sz="half" idx="10"/>
          </p:nvPr>
        </p:nvSpPr>
        <p:spPr/>
        <p:txBody>
          <a:bodyPr/>
          <a:lstStyle>
            <a:lvl1pPr>
              <a:defRPr/>
            </a:lvl1pPr>
          </a:lstStyle>
          <a:p>
            <a:pPr>
              <a:defRPr/>
            </a:pPr>
            <a:fld id="{2EF57C71-BD8C-4365-9431-13DF4E430A04}" type="datetimeFigureOut">
              <a:rPr lang="zh-CN" altLang="en-US"/>
              <a:t>2025/10/7</a:t>
            </a:fld>
            <a:endParaRPr lang="zh-CN" altLang="en-US"/>
          </a:p>
        </p:txBody>
      </p:sp>
      <p:sp>
        <p:nvSpPr>
          <p:cNvPr id="4"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6"/>
          <p:cNvSpPr>
            <a:spLocks noGrp="1" noChangeArrowheads="1"/>
          </p:cNvSpPr>
          <p:nvPr>
            <p:ph type="sldNum" sz="quarter" idx="12"/>
          </p:nvPr>
        </p:nvSpPr>
        <p:spPr/>
        <p:txBody>
          <a:bodyPr/>
          <a:lstStyle>
            <a:lvl1pPr>
              <a:defRPr/>
            </a:lvl1pPr>
          </a:lstStyle>
          <a:p>
            <a:pPr>
              <a:defRPr/>
            </a:pPr>
            <a:fld id="{5C48805A-2800-4A49-B54B-7EDCE87F0186}" type="slidenum">
              <a:rPr lang="zh-CN" altLang="en-US"/>
              <a:t>‹#›</a:t>
            </a:fld>
            <a:endParaRPr lang="zh-CN" altLang="en-US"/>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4"/>
          <p:cNvSpPr>
            <a:spLocks noGrp="1" noChangeArrowheads="1"/>
          </p:cNvSpPr>
          <p:nvPr>
            <p:ph type="dt" sz="half" idx="10"/>
          </p:nvPr>
        </p:nvSpPr>
        <p:spPr/>
        <p:txBody>
          <a:bodyPr/>
          <a:lstStyle>
            <a:lvl1pPr>
              <a:defRPr/>
            </a:lvl1pPr>
          </a:lstStyle>
          <a:p>
            <a:pPr>
              <a:defRPr/>
            </a:pPr>
            <a:fld id="{3426D001-FCB1-4861-BE13-9376B2B50697}" type="datetimeFigureOut">
              <a:rPr lang="zh-CN" altLang="en-US"/>
              <a:t>2025/10/7</a:t>
            </a:fld>
            <a:endParaRPr lang="zh-CN" altLang="en-US"/>
          </a:p>
        </p:txBody>
      </p:sp>
      <p:sp>
        <p:nvSpPr>
          <p:cNvPr id="3"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6"/>
          <p:cNvSpPr>
            <a:spLocks noGrp="1" noChangeArrowheads="1"/>
          </p:cNvSpPr>
          <p:nvPr>
            <p:ph type="sldNum" sz="quarter" idx="12"/>
          </p:nvPr>
        </p:nvSpPr>
        <p:spPr/>
        <p:txBody>
          <a:bodyPr/>
          <a:lstStyle>
            <a:lvl1pPr>
              <a:defRPr/>
            </a:lvl1pPr>
          </a:lstStyle>
          <a:p>
            <a:pPr>
              <a:defRPr/>
            </a:pPr>
            <a:fld id="{09722CC3-EAE2-4C67-B64F-D295E6E9791D}" type="slidenum">
              <a:rPr lang="zh-CN" altLang="en-US"/>
              <a:t>‹#›</a:t>
            </a:fld>
            <a:endParaRPr lang="zh-CN" altLang="en-US"/>
          </a:p>
        </p:txBody>
      </p:sp>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7C18FCCF-8AD4-4CAF-BDE3-7FE71F8ADC1F}"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351BF334-B222-4526-9BE1-52BDD0FE9258}" type="slidenum">
              <a:rPr lang="zh-CN" altLang="en-US"/>
              <a:t>‹#›</a:t>
            </a:fld>
            <a:endParaRPr lang="zh-CN" altLang="en-US"/>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noChangeArrowheads="1"/>
          </p:cNvSpPr>
          <p:nvPr>
            <p:ph type="dt" sz="half" idx="10"/>
          </p:nvPr>
        </p:nvSpPr>
        <p:spPr/>
        <p:txBody>
          <a:bodyPr/>
          <a:lstStyle>
            <a:lvl1pPr>
              <a:defRPr/>
            </a:lvl1pPr>
          </a:lstStyle>
          <a:p>
            <a:pPr>
              <a:defRPr/>
            </a:pPr>
            <a:fld id="{974EDD74-1A8F-44EA-A7F9-294F3D13718F}" type="datetimeFigureOut">
              <a:rPr lang="zh-CN" altLang="en-US"/>
              <a:t>2025/10/7</a:t>
            </a:fld>
            <a:endParaRPr lang="zh-CN" altLang="en-US"/>
          </a:p>
        </p:txBody>
      </p:sp>
      <p:sp>
        <p:nvSpPr>
          <p:cNvPr id="6"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6"/>
          <p:cNvSpPr>
            <a:spLocks noGrp="1" noChangeArrowheads="1"/>
          </p:cNvSpPr>
          <p:nvPr>
            <p:ph type="sldNum" sz="quarter" idx="12"/>
          </p:nvPr>
        </p:nvSpPr>
        <p:spPr/>
        <p:txBody>
          <a:bodyPr/>
          <a:lstStyle>
            <a:lvl1pPr>
              <a:defRPr/>
            </a:lvl1pPr>
          </a:lstStyle>
          <a:p>
            <a:pPr>
              <a:defRPr/>
            </a:pPr>
            <a:fld id="{8A57C7AA-EA5C-4544-9DAB-FE88568C8C39}" type="slidenum">
              <a:rPr lang="zh-CN" altLang="en-US"/>
              <a:t>‹#›</a:t>
            </a:fld>
            <a:endParaRPr lang="zh-CN" altLang="en-US"/>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EF9C80C7-2175-4A26-B29D-5CA67731F121}"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11017CF3-7E53-45CF-92E5-E141F440F970}" type="slidenum">
              <a:rPr lang="zh-CN" altLang="en-US"/>
              <a:t>‹#›</a:t>
            </a:fld>
            <a:endParaRPr lang="zh-CN" altLang="en-US"/>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4"/>
          <p:cNvSpPr>
            <a:spLocks noGrp="1" noChangeArrowheads="1"/>
          </p:cNvSpPr>
          <p:nvPr>
            <p:ph type="dt" sz="half" idx="10"/>
          </p:nvPr>
        </p:nvSpPr>
        <p:spPr/>
        <p:txBody>
          <a:bodyPr/>
          <a:lstStyle>
            <a:lvl1pPr>
              <a:defRPr/>
            </a:lvl1pPr>
          </a:lstStyle>
          <a:p>
            <a:pPr>
              <a:defRPr/>
            </a:pPr>
            <a:fld id="{B488009C-FEC8-4C78-84A3-16517C5C6D7B}" type="datetimeFigureOut">
              <a:rPr lang="zh-CN" altLang="en-US"/>
              <a:t>2025/10/7</a:t>
            </a:fld>
            <a:endParaRPr lang="zh-CN" altLang="en-US"/>
          </a:p>
        </p:txBody>
      </p:sp>
      <p:sp>
        <p:nvSpPr>
          <p:cNvPr id="5" name="页脚占位符 5"/>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6"/>
          <p:cNvSpPr>
            <a:spLocks noGrp="1" noChangeArrowheads="1"/>
          </p:cNvSpPr>
          <p:nvPr>
            <p:ph type="sldNum" sz="quarter" idx="12"/>
          </p:nvPr>
        </p:nvSpPr>
        <p:spPr/>
        <p:txBody>
          <a:bodyPr/>
          <a:lstStyle>
            <a:lvl1pPr>
              <a:defRPr/>
            </a:lvl1pPr>
          </a:lstStyle>
          <a:p>
            <a:pPr>
              <a:defRPr/>
            </a:pPr>
            <a:fld id="{C397D582-FDEA-47FA-B87E-78C681037718}" type="slidenum">
              <a:rPr lang="zh-CN" altLang="en-US"/>
              <a:t>‹#›</a:t>
            </a:fld>
            <a:endParaRPr lang="zh-CN" altLang="en-US"/>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EA1C5CA7-6129-4F80-8430-4F78EDA9F9F8}"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E8599D6B-CFC6-48AE-A9F1-9F7B5BAF0575}" type="slidenum">
              <a:rPr lang="zh-CN" altLang="en-US"/>
              <a:t>‹#›</a:t>
            </a:fld>
            <a:endParaRPr lang="zh-CN" altLang="en-US"/>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E1D2E218-14F6-412E-8C57-37F856658881}"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7BC212FC-2F7D-42D4-A926-48A34C90DB8E}" type="slidenum">
              <a:rPr lang="zh-CN" altLang="en-US"/>
              <a:t>‹#›</a:t>
            </a:fld>
            <a:endParaRPr lang="zh-CN" altLang="en-US"/>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D65C8C06-47B4-467D-843E-06EE5846B587}"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4B855AB-13AA-42EF-AE02-AE64AC0CE769}" type="slidenum">
              <a:rPr lang="zh-CN" altLang="en-US"/>
              <a:t>‹#›</a:t>
            </a:fld>
            <a:endParaRPr lang="zh-CN" altLang="en-US"/>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D291A662-EC00-44D5-8971-1A44D3BFEB7D}"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1D646483-F47D-475C-BBA4-0FF77373EBD0}" type="slidenum">
              <a:rPr lang="zh-CN" altLang="en-US"/>
              <a:t>‹#›</a:t>
            </a:fld>
            <a:endParaRPr lang="zh-CN" altLang="en-US"/>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D1A70B25-9181-4D88-8614-5D40AF94C9D1}"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DB80C86B-5973-43EA-9ED5-470D9D392447}" type="slidenum">
              <a:rPr lang="zh-CN" altLang="en-US"/>
              <a:t>‹#›</a:t>
            </a:fld>
            <a:endParaRPr lang="zh-CN" altLang="en-US"/>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CCE4C466-ABAC-4229-A6BD-A7BEF7A1CCEB}"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2E8A4821-5D01-4CAE-9130-955C713A841D}" type="slidenum">
              <a:rPr lang="zh-CN" altLang="en-US"/>
              <a:t>‹#›</a:t>
            </a:fld>
            <a:endParaRPr lang="zh-CN" altLang="en-US"/>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685D8F80-D53C-4067-BB09-DE02DA313D27}"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0210969A-A7A9-4212-B987-EC51CE6BF379}" type="slidenum">
              <a:rPr lang="zh-CN" altLang="en-US"/>
              <a:t>‹#›</a:t>
            </a:fld>
            <a:endParaRPr lang="zh-CN" altLang="en-US"/>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FBD4CDB0-D534-4B3E-B917-8369E00EBCC6}"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F6FA851C-CE58-4103-81A6-B628ADF025BC}" type="slidenum">
              <a:rPr lang="zh-CN" altLang="en-US"/>
              <a:t>‹#›</a:t>
            </a:fld>
            <a:endParaRPr lang="zh-CN" altLang="en-US"/>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B5875966-9A7D-437D-B7AA-750E52835203}"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C9CA3CB0-37BC-495B-AC7C-B29E7A71FD44}" type="slidenum">
              <a:rPr lang="zh-CN" altLang="en-US"/>
              <a:t>‹#›</a:t>
            </a:fld>
            <a:endParaRPr lang="zh-CN" altLang="en-US"/>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D6B340E9-93A3-4F3F-A296-E73AA7907ECF}"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2794AE71-9097-414B-8AA6-D3B8893AE5E8}" type="slidenum">
              <a:rPr lang="zh-CN" altLang="en-US"/>
              <a:t>‹#›</a:t>
            </a:fld>
            <a:endParaRPr lang="zh-CN" altLang="en-US"/>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EC81A784-F7C6-4976-A85A-2935A5F42273}"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E9AA46D-D1D7-4BE6-97D5-565C49F457D5}" type="slidenum">
              <a:rPr lang="zh-CN" altLang="en-US"/>
              <a:t>‹#›</a:t>
            </a:fld>
            <a:endParaRPr lang="zh-CN" altLang="en-US"/>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4825"/>
            <a:ext cx="7772400" cy="1225550"/>
          </a:xfr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65421A44-A144-444A-A83B-B8EF2A2941AC}"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D38AA79-CD98-4696-8BDC-3100182EE2E2}" type="slidenum">
              <a:rPr lang="zh-CN" altLang="en-US"/>
              <a:t>‹#›</a:t>
            </a:fld>
            <a:endParaRPr lang="zh-CN" altLang="en-US"/>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A79B9352-94C3-4F0A-AEAF-66A2CBE0E1C1}"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52D43740-318F-41C3-BB48-A34C1DF8C361}" type="slidenum">
              <a:rPr lang="zh-CN" altLang="en-US"/>
              <a:t>‹#›</a:t>
            </a:fld>
            <a:endParaRPr lang="zh-CN" altLang="en-US"/>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1888"/>
            <a:ext cx="7772400" cy="11350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525"/>
            <a:ext cx="7772400" cy="124936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88573D16-E465-4693-8431-5C5F3100B086}"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1EF1C7B-3056-4AFA-A4E4-FFED5015D4DE}" type="slidenum">
              <a:rPr lang="zh-CN" altLang="en-US"/>
              <a:t>‹#›</a:t>
            </a:fld>
            <a:endParaRPr lang="zh-CN" altLang="en-US"/>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33500"/>
            <a:ext cx="4038600" cy="3771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03CE9F20-B1C9-465B-9AA7-49BBB12C9D45}"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F40F5B6C-6972-433C-B8C4-A3AE2A55B88B}" type="slidenum">
              <a:rPr lang="zh-CN" altLang="en-US"/>
              <a:t>‹#›</a:t>
            </a:fld>
            <a:endParaRPr lang="zh-CN" altLang="en-US"/>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525"/>
            <a:ext cx="4040188"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925"/>
            <a:ext cx="4040188"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279525"/>
            <a:ext cx="4041775" cy="5334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12925"/>
            <a:ext cx="4041775" cy="32924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682E297E-243B-4953-ABDA-2CBC1BB334A3}" type="datetimeFigureOut">
              <a:rPr lang="zh-CN" altLang="en-US"/>
              <a:t>2025/10/7</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885775AF-D884-420A-9763-5ED1D02C424C}" type="slidenum">
              <a:rPr lang="zh-CN" altLang="en-US"/>
              <a:t>‹#›</a:t>
            </a:fld>
            <a:endParaRPr lang="zh-CN" altLang="en-US"/>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45028FE4-4597-42B7-A371-298BA2A99E8B}" type="datetimeFigureOut">
              <a:rPr lang="zh-CN" altLang="en-US"/>
              <a:t>2025/10/7</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76DD58AD-7443-48A6-ACA7-28444E0EBD82}" type="slidenum">
              <a:rPr lang="zh-CN" altLang="en-US"/>
              <a:t>‹#›</a:t>
            </a:fld>
            <a:endParaRPr lang="zh-CN" altLang="en-US"/>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E9C0B969-D77C-423B-88EE-6115159CD366}" type="datetimeFigureOut">
              <a:rPr lang="zh-CN" altLang="en-US"/>
              <a:t>2025/10/7</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B8A460C6-AB03-4657-9251-B14560CB014E}" type="slidenum">
              <a:rPr lang="zh-CN" altLang="en-US"/>
              <a:t>‹#›</a:t>
            </a:fld>
            <a:endParaRPr lang="zh-CN" altLang="en-US"/>
          </a:p>
        </p:txBody>
      </p:sp>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7013"/>
            <a:ext cx="3008313" cy="968375"/>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013"/>
            <a:ext cx="5111750" cy="48783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195388"/>
            <a:ext cx="3008313" cy="3910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F8B96786-8C9D-4AD2-A0A8-D7D07C254EB7}"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23F449D-27F4-4926-A509-92C852AC8C0A}" type="slidenum">
              <a:rPr lang="zh-CN" altLang="en-US"/>
              <a:t>‹#›</a:t>
            </a:fld>
            <a:endParaRPr lang="zh-CN" altLang="en-US"/>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30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1175"/>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473575"/>
            <a:ext cx="5486400" cy="6699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7EDD4E8D-170B-4B97-A706-AEBC8DE3C853}" type="datetimeFigureOut">
              <a:rPr lang="zh-CN" altLang="en-US"/>
              <a:t>2025/10/7</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72D2B6C3-665A-4335-9C03-2049CC7A8E27}" type="slidenum">
              <a:rPr lang="zh-CN" altLang="en-US"/>
              <a:t>‹#›</a:t>
            </a:fld>
            <a:endParaRPr lang="zh-CN" altLang="en-US"/>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17CA72F4-093D-44F9-97DE-76F8264D356A}"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7977D564-F160-4431-B83F-CC262FC76E21}" type="slidenum">
              <a:rPr lang="zh-CN" altLang="en-US"/>
              <a:t>‹#›</a:t>
            </a:fld>
            <a:endParaRPr lang="zh-CN" altLang="en-US"/>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28600"/>
            <a:ext cx="2057400" cy="4876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28600"/>
            <a:ext cx="6019800" cy="4876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9EDD46DB-A224-42C5-9844-2028549F641E}" type="datetimeFigureOut">
              <a:rPr lang="zh-CN" altLang="en-US"/>
              <a:t>2025/10/7</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A8A5A3CF-C7C8-483F-88A6-2194BBD7AE42}" type="slidenum">
              <a:rPr lang="zh-CN" altLang="en-US"/>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17" Type="http://schemas.openxmlformats.org/officeDocument/2006/relationships/image" Target="../media/image5.png"/><Relationship Id="rId2" Type="http://schemas.openxmlformats.org/officeDocument/2006/relationships/slideLayout" Target="../slideLayouts/slideLayout35.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19" Type="http://schemas.openxmlformats.org/officeDocument/2006/relationships/image" Target="../media/image7.png"/><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3.xml"/><Relationship Id="rId3" Type="http://schemas.openxmlformats.org/officeDocument/2006/relationships/slideLayout" Target="../slideLayouts/slideLayout168.xml"/><Relationship Id="rId7" Type="http://schemas.openxmlformats.org/officeDocument/2006/relationships/slideLayout" Target="../slideLayouts/slideLayout172.xml"/><Relationship Id="rId12" Type="http://schemas.openxmlformats.org/officeDocument/2006/relationships/theme" Target="../theme/theme16.xml"/><Relationship Id="rId2" Type="http://schemas.openxmlformats.org/officeDocument/2006/relationships/slideLayout" Target="../slideLayouts/slideLayout167.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5" Type="http://schemas.openxmlformats.org/officeDocument/2006/relationships/slideLayout" Target="../slideLayouts/slideLayout170.xml"/><Relationship Id="rId10" Type="http://schemas.openxmlformats.org/officeDocument/2006/relationships/slideLayout" Target="../slideLayouts/slideLayout175.xml"/><Relationship Id="rId4" Type="http://schemas.openxmlformats.org/officeDocument/2006/relationships/slideLayout" Target="../slideLayouts/slideLayout169.xml"/><Relationship Id="rId9" Type="http://schemas.openxmlformats.org/officeDocument/2006/relationships/slideLayout" Target="../slideLayouts/slideLayout174.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4.xml"/><Relationship Id="rId3" Type="http://schemas.openxmlformats.org/officeDocument/2006/relationships/slideLayout" Target="../slideLayouts/slideLayout179.xml"/><Relationship Id="rId7" Type="http://schemas.openxmlformats.org/officeDocument/2006/relationships/slideLayout" Target="../slideLayouts/slideLayout183.xml"/><Relationship Id="rId12" Type="http://schemas.openxmlformats.org/officeDocument/2006/relationships/theme" Target="../theme/theme17.xml"/><Relationship Id="rId2" Type="http://schemas.openxmlformats.org/officeDocument/2006/relationships/slideLayout" Target="../slideLayouts/slideLayout178.xml"/><Relationship Id="rId1" Type="http://schemas.openxmlformats.org/officeDocument/2006/relationships/slideLayout" Target="../slideLayouts/slideLayout177.xml"/><Relationship Id="rId6" Type="http://schemas.openxmlformats.org/officeDocument/2006/relationships/slideLayout" Target="../slideLayouts/slideLayout182.xml"/><Relationship Id="rId11" Type="http://schemas.openxmlformats.org/officeDocument/2006/relationships/slideLayout" Target="../slideLayouts/slideLayout187.xml"/><Relationship Id="rId5" Type="http://schemas.openxmlformats.org/officeDocument/2006/relationships/slideLayout" Target="../slideLayouts/slideLayout181.xml"/><Relationship Id="rId10" Type="http://schemas.openxmlformats.org/officeDocument/2006/relationships/slideLayout" Target="../slideLayouts/slideLayout186.xml"/><Relationship Id="rId4" Type="http://schemas.openxmlformats.org/officeDocument/2006/relationships/slideLayout" Target="../slideLayouts/slideLayout180.xml"/><Relationship Id="rId9" Type="http://schemas.openxmlformats.org/officeDocument/2006/relationships/slideLayout" Target="../slideLayouts/slideLayout185.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theme" Target="../theme/theme18.xml"/><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slideLayout" Target="../slideLayouts/slideLayout198.xml"/><Relationship Id="rId5" Type="http://schemas.openxmlformats.org/officeDocument/2006/relationships/slideLayout" Target="../slideLayouts/slideLayout192.xml"/><Relationship Id="rId10" Type="http://schemas.openxmlformats.org/officeDocument/2006/relationships/slideLayout" Target="../slideLayouts/slideLayout197.xml"/><Relationship Id="rId4" Type="http://schemas.openxmlformats.org/officeDocument/2006/relationships/slideLayout" Target="../slideLayouts/slideLayout191.xml"/><Relationship Id="rId9" Type="http://schemas.openxmlformats.org/officeDocument/2006/relationships/slideLayout" Target="../slideLayouts/slideLayout196.xml"/></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06.xml"/><Relationship Id="rId3" Type="http://schemas.openxmlformats.org/officeDocument/2006/relationships/slideLayout" Target="../slideLayouts/slideLayout201.xml"/><Relationship Id="rId7" Type="http://schemas.openxmlformats.org/officeDocument/2006/relationships/slideLayout" Target="../slideLayouts/slideLayout205.xml"/><Relationship Id="rId12" Type="http://schemas.openxmlformats.org/officeDocument/2006/relationships/theme" Target="../theme/theme19.xml"/><Relationship Id="rId2" Type="http://schemas.openxmlformats.org/officeDocument/2006/relationships/slideLayout" Target="../slideLayouts/slideLayout200.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5" Type="http://schemas.openxmlformats.org/officeDocument/2006/relationships/slideLayout" Target="../slideLayouts/slideLayout203.xml"/><Relationship Id="rId10" Type="http://schemas.openxmlformats.org/officeDocument/2006/relationships/slideLayout" Target="../slideLayouts/slideLayout208.xml"/><Relationship Id="rId4" Type="http://schemas.openxmlformats.org/officeDocument/2006/relationships/slideLayout" Target="../slideLayouts/slideLayout202.xml"/><Relationship Id="rId9" Type="http://schemas.openxmlformats.org/officeDocument/2006/relationships/slideLayout" Target="../slideLayouts/slideLayout207.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17.xml"/><Relationship Id="rId3" Type="http://schemas.openxmlformats.org/officeDocument/2006/relationships/slideLayout" Target="../slideLayouts/slideLayout212.xml"/><Relationship Id="rId7" Type="http://schemas.openxmlformats.org/officeDocument/2006/relationships/slideLayout" Target="../slideLayouts/slideLayout216.xml"/><Relationship Id="rId12" Type="http://schemas.openxmlformats.org/officeDocument/2006/relationships/theme" Target="../theme/theme20.xml"/><Relationship Id="rId2" Type="http://schemas.openxmlformats.org/officeDocument/2006/relationships/slideLayout" Target="../slideLayouts/slideLayout211.xml"/><Relationship Id="rId1" Type="http://schemas.openxmlformats.org/officeDocument/2006/relationships/slideLayout" Target="../slideLayouts/slideLayout210.xml"/><Relationship Id="rId6" Type="http://schemas.openxmlformats.org/officeDocument/2006/relationships/slideLayout" Target="../slideLayouts/slideLayout215.xml"/><Relationship Id="rId11" Type="http://schemas.openxmlformats.org/officeDocument/2006/relationships/slideLayout" Target="../slideLayouts/slideLayout220.xml"/><Relationship Id="rId5" Type="http://schemas.openxmlformats.org/officeDocument/2006/relationships/slideLayout" Target="../slideLayouts/slideLayout214.xml"/><Relationship Id="rId10" Type="http://schemas.openxmlformats.org/officeDocument/2006/relationships/slideLayout" Target="../slideLayouts/slideLayout219.xml"/><Relationship Id="rId4" Type="http://schemas.openxmlformats.org/officeDocument/2006/relationships/slideLayout" Target="../slideLayouts/slideLayout213.xml"/><Relationship Id="rId9" Type="http://schemas.openxmlformats.org/officeDocument/2006/relationships/slideLayout" Target="../slideLayouts/slideLayout218.xml"/></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28.xml"/><Relationship Id="rId3" Type="http://schemas.openxmlformats.org/officeDocument/2006/relationships/slideLayout" Target="../slideLayouts/slideLayout223.xml"/><Relationship Id="rId7" Type="http://schemas.openxmlformats.org/officeDocument/2006/relationships/slideLayout" Target="../slideLayouts/slideLayout227.xml"/><Relationship Id="rId12" Type="http://schemas.openxmlformats.org/officeDocument/2006/relationships/theme" Target="../theme/theme21.xml"/><Relationship Id="rId2" Type="http://schemas.openxmlformats.org/officeDocument/2006/relationships/slideLayout" Target="../slideLayouts/slideLayout222.xml"/><Relationship Id="rId1" Type="http://schemas.openxmlformats.org/officeDocument/2006/relationships/slideLayout" Target="../slideLayouts/slideLayout221.xml"/><Relationship Id="rId6" Type="http://schemas.openxmlformats.org/officeDocument/2006/relationships/slideLayout" Target="../slideLayouts/slideLayout226.xml"/><Relationship Id="rId11" Type="http://schemas.openxmlformats.org/officeDocument/2006/relationships/slideLayout" Target="../slideLayouts/slideLayout231.xml"/><Relationship Id="rId5" Type="http://schemas.openxmlformats.org/officeDocument/2006/relationships/slideLayout" Target="../slideLayouts/slideLayout225.xml"/><Relationship Id="rId10" Type="http://schemas.openxmlformats.org/officeDocument/2006/relationships/slideLayout" Target="../slideLayouts/slideLayout230.xml"/><Relationship Id="rId4" Type="http://schemas.openxmlformats.org/officeDocument/2006/relationships/slideLayout" Target="../slideLayouts/slideLayout224.xml"/><Relationship Id="rId9" Type="http://schemas.openxmlformats.org/officeDocument/2006/relationships/slideLayout" Target="../slideLayouts/slideLayout229.xml"/></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39.xml"/><Relationship Id="rId3" Type="http://schemas.openxmlformats.org/officeDocument/2006/relationships/slideLayout" Target="../slideLayouts/slideLayout234.xml"/><Relationship Id="rId7" Type="http://schemas.openxmlformats.org/officeDocument/2006/relationships/slideLayout" Target="../slideLayouts/slideLayout238.xml"/><Relationship Id="rId12" Type="http://schemas.openxmlformats.org/officeDocument/2006/relationships/theme" Target="../theme/theme22.xml"/><Relationship Id="rId2" Type="http://schemas.openxmlformats.org/officeDocument/2006/relationships/slideLayout" Target="../slideLayouts/slideLayout233.xml"/><Relationship Id="rId1" Type="http://schemas.openxmlformats.org/officeDocument/2006/relationships/slideLayout" Target="../slideLayouts/slideLayout232.xml"/><Relationship Id="rId6" Type="http://schemas.openxmlformats.org/officeDocument/2006/relationships/slideLayout" Target="../slideLayouts/slideLayout237.xml"/><Relationship Id="rId11" Type="http://schemas.openxmlformats.org/officeDocument/2006/relationships/slideLayout" Target="../slideLayouts/slideLayout242.xml"/><Relationship Id="rId5" Type="http://schemas.openxmlformats.org/officeDocument/2006/relationships/slideLayout" Target="../slideLayouts/slideLayout236.xml"/><Relationship Id="rId10" Type="http://schemas.openxmlformats.org/officeDocument/2006/relationships/slideLayout" Target="../slideLayouts/slideLayout241.xml"/><Relationship Id="rId4" Type="http://schemas.openxmlformats.org/officeDocument/2006/relationships/slideLayout" Target="../slideLayouts/slideLayout235.xml"/><Relationship Id="rId9" Type="http://schemas.openxmlformats.org/officeDocument/2006/relationships/slideLayout" Target="../slideLayouts/slideLayout240.xml"/></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50.xml"/><Relationship Id="rId3" Type="http://schemas.openxmlformats.org/officeDocument/2006/relationships/slideLayout" Target="../slideLayouts/slideLayout245.xml"/><Relationship Id="rId7" Type="http://schemas.openxmlformats.org/officeDocument/2006/relationships/slideLayout" Target="../slideLayouts/slideLayout249.xml"/><Relationship Id="rId12" Type="http://schemas.openxmlformats.org/officeDocument/2006/relationships/theme" Target="../theme/theme23.xml"/><Relationship Id="rId2" Type="http://schemas.openxmlformats.org/officeDocument/2006/relationships/slideLayout" Target="../slideLayouts/slideLayout244.xml"/><Relationship Id="rId1" Type="http://schemas.openxmlformats.org/officeDocument/2006/relationships/slideLayout" Target="../slideLayouts/slideLayout243.xml"/><Relationship Id="rId6" Type="http://schemas.openxmlformats.org/officeDocument/2006/relationships/slideLayout" Target="../slideLayouts/slideLayout248.xml"/><Relationship Id="rId11" Type="http://schemas.openxmlformats.org/officeDocument/2006/relationships/slideLayout" Target="../slideLayouts/slideLayout253.xml"/><Relationship Id="rId5" Type="http://schemas.openxmlformats.org/officeDocument/2006/relationships/slideLayout" Target="../slideLayouts/slideLayout247.xml"/><Relationship Id="rId10" Type="http://schemas.openxmlformats.org/officeDocument/2006/relationships/slideLayout" Target="../slideLayouts/slideLayout252.xml"/><Relationship Id="rId4" Type="http://schemas.openxmlformats.org/officeDocument/2006/relationships/slideLayout" Target="../slideLayouts/slideLayout246.xml"/><Relationship Id="rId9" Type="http://schemas.openxmlformats.org/officeDocument/2006/relationships/slideLayout" Target="../slideLayouts/slideLayout251.xml"/></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61.xml"/><Relationship Id="rId3" Type="http://schemas.openxmlformats.org/officeDocument/2006/relationships/slideLayout" Target="../slideLayouts/slideLayout256.xml"/><Relationship Id="rId7" Type="http://schemas.openxmlformats.org/officeDocument/2006/relationships/slideLayout" Target="../slideLayouts/slideLayout260.xml"/><Relationship Id="rId12" Type="http://schemas.openxmlformats.org/officeDocument/2006/relationships/theme" Target="../theme/theme24.xml"/><Relationship Id="rId2" Type="http://schemas.openxmlformats.org/officeDocument/2006/relationships/slideLayout" Target="../slideLayouts/slideLayout255.xml"/><Relationship Id="rId1" Type="http://schemas.openxmlformats.org/officeDocument/2006/relationships/slideLayout" Target="../slideLayouts/slideLayout254.xml"/><Relationship Id="rId6" Type="http://schemas.openxmlformats.org/officeDocument/2006/relationships/slideLayout" Target="../slideLayouts/slideLayout259.xml"/><Relationship Id="rId11" Type="http://schemas.openxmlformats.org/officeDocument/2006/relationships/slideLayout" Target="../slideLayouts/slideLayout264.xml"/><Relationship Id="rId5" Type="http://schemas.openxmlformats.org/officeDocument/2006/relationships/slideLayout" Target="../slideLayouts/slideLayout258.xml"/><Relationship Id="rId10" Type="http://schemas.openxmlformats.org/officeDocument/2006/relationships/slideLayout" Target="../slideLayouts/slideLayout263.xml"/><Relationship Id="rId4" Type="http://schemas.openxmlformats.org/officeDocument/2006/relationships/slideLayout" Target="../slideLayouts/slideLayout257.xml"/><Relationship Id="rId9" Type="http://schemas.openxmlformats.org/officeDocument/2006/relationships/slideLayout" Target="../slideLayouts/slideLayout262.xml"/></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72.xml"/><Relationship Id="rId3" Type="http://schemas.openxmlformats.org/officeDocument/2006/relationships/slideLayout" Target="../slideLayouts/slideLayout267.xml"/><Relationship Id="rId7" Type="http://schemas.openxmlformats.org/officeDocument/2006/relationships/slideLayout" Target="../slideLayouts/slideLayout271.xml"/><Relationship Id="rId12" Type="http://schemas.openxmlformats.org/officeDocument/2006/relationships/theme" Target="../theme/theme25.xml"/><Relationship Id="rId2" Type="http://schemas.openxmlformats.org/officeDocument/2006/relationships/slideLayout" Target="../slideLayouts/slideLayout266.xml"/><Relationship Id="rId1" Type="http://schemas.openxmlformats.org/officeDocument/2006/relationships/slideLayout" Target="../slideLayouts/slideLayout265.xml"/><Relationship Id="rId6" Type="http://schemas.openxmlformats.org/officeDocument/2006/relationships/slideLayout" Target="../slideLayouts/slideLayout270.xml"/><Relationship Id="rId11" Type="http://schemas.openxmlformats.org/officeDocument/2006/relationships/slideLayout" Target="../slideLayouts/slideLayout275.xml"/><Relationship Id="rId5" Type="http://schemas.openxmlformats.org/officeDocument/2006/relationships/slideLayout" Target="../slideLayouts/slideLayout269.xml"/><Relationship Id="rId10" Type="http://schemas.openxmlformats.org/officeDocument/2006/relationships/slideLayout" Target="../slideLayouts/slideLayout274.xml"/><Relationship Id="rId4" Type="http://schemas.openxmlformats.org/officeDocument/2006/relationships/slideLayout" Target="../slideLayouts/slideLayout268.xml"/><Relationship Id="rId9" Type="http://schemas.openxmlformats.org/officeDocument/2006/relationships/slideLayout" Target="../slideLayouts/slideLayout273.xml"/></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283.xml"/><Relationship Id="rId3" Type="http://schemas.openxmlformats.org/officeDocument/2006/relationships/slideLayout" Target="../slideLayouts/slideLayout278.xml"/><Relationship Id="rId7" Type="http://schemas.openxmlformats.org/officeDocument/2006/relationships/slideLayout" Target="../slideLayouts/slideLayout282.xml"/><Relationship Id="rId12" Type="http://schemas.openxmlformats.org/officeDocument/2006/relationships/theme" Target="../theme/theme26.xml"/><Relationship Id="rId2" Type="http://schemas.openxmlformats.org/officeDocument/2006/relationships/slideLayout" Target="../slideLayouts/slideLayout277.xml"/><Relationship Id="rId1" Type="http://schemas.openxmlformats.org/officeDocument/2006/relationships/slideLayout" Target="../slideLayouts/slideLayout276.xml"/><Relationship Id="rId6" Type="http://schemas.openxmlformats.org/officeDocument/2006/relationships/slideLayout" Target="../slideLayouts/slideLayout281.xml"/><Relationship Id="rId11" Type="http://schemas.openxmlformats.org/officeDocument/2006/relationships/slideLayout" Target="../slideLayouts/slideLayout286.xml"/><Relationship Id="rId5" Type="http://schemas.openxmlformats.org/officeDocument/2006/relationships/slideLayout" Target="../slideLayouts/slideLayout280.xml"/><Relationship Id="rId10" Type="http://schemas.openxmlformats.org/officeDocument/2006/relationships/slideLayout" Target="../slideLayouts/slideLayout285.xml"/><Relationship Id="rId4" Type="http://schemas.openxmlformats.org/officeDocument/2006/relationships/slideLayout" Target="../slideLayouts/slideLayout279.xml"/><Relationship Id="rId9" Type="http://schemas.openxmlformats.org/officeDocument/2006/relationships/slideLayout" Target="../slideLayouts/slideLayout284.xml"/></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294.xml"/><Relationship Id="rId3" Type="http://schemas.openxmlformats.org/officeDocument/2006/relationships/slideLayout" Target="../slideLayouts/slideLayout289.xml"/><Relationship Id="rId7" Type="http://schemas.openxmlformats.org/officeDocument/2006/relationships/slideLayout" Target="../slideLayouts/slideLayout293.xml"/><Relationship Id="rId12" Type="http://schemas.openxmlformats.org/officeDocument/2006/relationships/theme" Target="../theme/theme27.xml"/><Relationship Id="rId2" Type="http://schemas.openxmlformats.org/officeDocument/2006/relationships/slideLayout" Target="../slideLayouts/slideLayout288.xml"/><Relationship Id="rId1" Type="http://schemas.openxmlformats.org/officeDocument/2006/relationships/slideLayout" Target="../slideLayouts/slideLayout287.xml"/><Relationship Id="rId6" Type="http://schemas.openxmlformats.org/officeDocument/2006/relationships/slideLayout" Target="../slideLayouts/slideLayout292.xml"/><Relationship Id="rId11" Type="http://schemas.openxmlformats.org/officeDocument/2006/relationships/slideLayout" Target="../slideLayouts/slideLayout297.xml"/><Relationship Id="rId5" Type="http://schemas.openxmlformats.org/officeDocument/2006/relationships/slideLayout" Target="../slideLayouts/slideLayout291.xml"/><Relationship Id="rId10" Type="http://schemas.openxmlformats.org/officeDocument/2006/relationships/slideLayout" Target="../slideLayouts/slideLayout296.xml"/><Relationship Id="rId4" Type="http://schemas.openxmlformats.org/officeDocument/2006/relationships/slideLayout" Target="../slideLayouts/slideLayout290.xml"/><Relationship Id="rId9" Type="http://schemas.openxmlformats.org/officeDocument/2006/relationships/slideLayout" Target="../slideLayouts/slideLayout295.xml"/></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05.xml"/><Relationship Id="rId3" Type="http://schemas.openxmlformats.org/officeDocument/2006/relationships/slideLayout" Target="../slideLayouts/slideLayout300.xml"/><Relationship Id="rId7" Type="http://schemas.openxmlformats.org/officeDocument/2006/relationships/slideLayout" Target="../slideLayouts/slideLayout304.xml"/><Relationship Id="rId12" Type="http://schemas.openxmlformats.org/officeDocument/2006/relationships/theme" Target="../theme/theme28.xml"/><Relationship Id="rId2" Type="http://schemas.openxmlformats.org/officeDocument/2006/relationships/slideLayout" Target="../slideLayouts/slideLayout299.xml"/><Relationship Id="rId1" Type="http://schemas.openxmlformats.org/officeDocument/2006/relationships/slideLayout" Target="../slideLayouts/slideLayout298.xml"/><Relationship Id="rId6" Type="http://schemas.openxmlformats.org/officeDocument/2006/relationships/slideLayout" Target="../slideLayouts/slideLayout303.xml"/><Relationship Id="rId11" Type="http://schemas.openxmlformats.org/officeDocument/2006/relationships/slideLayout" Target="../slideLayouts/slideLayout308.xml"/><Relationship Id="rId5" Type="http://schemas.openxmlformats.org/officeDocument/2006/relationships/slideLayout" Target="../slideLayouts/slideLayout302.xml"/><Relationship Id="rId10" Type="http://schemas.openxmlformats.org/officeDocument/2006/relationships/slideLayout" Target="../slideLayouts/slideLayout307.xml"/><Relationship Id="rId4" Type="http://schemas.openxmlformats.org/officeDocument/2006/relationships/slideLayout" Target="../slideLayouts/slideLayout301.xml"/><Relationship Id="rId9" Type="http://schemas.openxmlformats.org/officeDocument/2006/relationships/slideLayout" Target="../slideLayouts/slideLayout306.xml"/></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16.xml"/><Relationship Id="rId3" Type="http://schemas.openxmlformats.org/officeDocument/2006/relationships/slideLayout" Target="../slideLayouts/slideLayout311.xml"/><Relationship Id="rId7" Type="http://schemas.openxmlformats.org/officeDocument/2006/relationships/slideLayout" Target="../slideLayouts/slideLayout315.xml"/><Relationship Id="rId12" Type="http://schemas.openxmlformats.org/officeDocument/2006/relationships/theme" Target="../theme/theme29.xml"/><Relationship Id="rId2" Type="http://schemas.openxmlformats.org/officeDocument/2006/relationships/slideLayout" Target="../slideLayouts/slideLayout310.xml"/><Relationship Id="rId1" Type="http://schemas.openxmlformats.org/officeDocument/2006/relationships/slideLayout" Target="../slideLayouts/slideLayout309.xml"/><Relationship Id="rId6" Type="http://schemas.openxmlformats.org/officeDocument/2006/relationships/slideLayout" Target="../slideLayouts/slideLayout314.xml"/><Relationship Id="rId11" Type="http://schemas.openxmlformats.org/officeDocument/2006/relationships/slideLayout" Target="../slideLayouts/slideLayout319.xml"/><Relationship Id="rId5" Type="http://schemas.openxmlformats.org/officeDocument/2006/relationships/slideLayout" Target="../slideLayouts/slideLayout313.xml"/><Relationship Id="rId10" Type="http://schemas.openxmlformats.org/officeDocument/2006/relationships/slideLayout" Target="../slideLayouts/slideLayout318.xml"/><Relationship Id="rId4" Type="http://schemas.openxmlformats.org/officeDocument/2006/relationships/slideLayout" Target="../slideLayouts/slideLayout312.xml"/><Relationship Id="rId9" Type="http://schemas.openxmlformats.org/officeDocument/2006/relationships/slideLayout" Target="../slideLayouts/slideLayout317.xml"/></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27.xml"/><Relationship Id="rId3" Type="http://schemas.openxmlformats.org/officeDocument/2006/relationships/slideLayout" Target="../slideLayouts/slideLayout322.xml"/><Relationship Id="rId7" Type="http://schemas.openxmlformats.org/officeDocument/2006/relationships/slideLayout" Target="../slideLayouts/slideLayout326.xml"/><Relationship Id="rId12" Type="http://schemas.openxmlformats.org/officeDocument/2006/relationships/theme" Target="../theme/theme30.xml"/><Relationship Id="rId2" Type="http://schemas.openxmlformats.org/officeDocument/2006/relationships/slideLayout" Target="../slideLayouts/slideLayout321.xml"/><Relationship Id="rId1" Type="http://schemas.openxmlformats.org/officeDocument/2006/relationships/slideLayout" Target="../slideLayouts/slideLayout320.xml"/><Relationship Id="rId6" Type="http://schemas.openxmlformats.org/officeDocument/2006/relationships/slideLayout" Target="../slideLayouts/slideLayout325.xml"/><Relationship Id="rId11" Type="http://schemas.openxmlformats.org/officeDocument/2006/relationships/slideLayout" Target="../slideLayouts/slideLayout330.xml"/><Relationship Id="rId5" Type="http://schemas.openxmlformats.org/officeDocument/2006/relationships/slideLayout" Target="../slideLayouts/slideLayout324.xml"/><Relationship Id="rId10" Type="http://schemas.openxmlformats.org/officeDocument/2006/relationships/slideLayout" Target="../slideLayouts/slideLayout329.xml"/><Relationship Id="rId4" Type="http://schemas.openxmlformats.org/officeDocument/2006/relationships/slideLayout" Target="../slideLayouts/slideLayout323.xml"/><Relationship Id="rId9" Type="http://schemas.openxmlformats.org/officeDocument/2006/relationships/slideLayout" Target="../slideLayouts/slideLayout328.xml"/></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38.xml"/><Relationship Id="rId3" Type="http://schemas.openxmlformats.org/officeDocument/2006/relationships/slideLayout" Target="../slideLayouts/slideLayout333.xml"/><Relationship Id="rId7" Type="http://schemas.openxmlformats.org/officeDocument/2006/relationships/slideLayout" Target="../slideLayouts/slideLayout337.xml"/><Relationship Id="rId12" Type="http://schemas.openxmlformats.org/officeDocument/2006/relationships/theme" Target="../theme/theme31.xml"/><Relationship Id="rId2" Type="http://schemas.openxmlformats.org/officeDocument/2006/relationships/slideLayout" Target="../slideLayouts/slideLayout332.xml"/><Relationship Id="rId1" Type="http://schemas.openxmlformats.org/officeDocument/2006/relationships/slideLayout" Target="../slideLayouts/slideLayout331.xml"/><Relationship Id="rId6" Type="http://schemas.openxmlformats.org/officeDocument/2006/relationships/slideLayout" Target="../slideLayouts/slideLayout336.xml"/><Relationship Id="rId11" Type="http://schemas.openxmlformats.org/officeDocument/2006/relationships/slideLayout" Target="../slideLayouts/slideLayout341.xml"/><Relationship Id="rId5" Type="http://schemas.openxmlformats.org/officeDocument/2006/relationships/slideLayout" Target="../slideLayouts/slideLayout335.xml"/><Relationship Id="rId10" Type="http://schemas.openxmlformats.org/officeDocument/2006/relationships/slideLayout" Target="../slideLayouts/slideLayout340.xml"/><Relationship Id="rId4" Type="http://schemas.openxmlformats.org/officeDocument/2006/relationships/slideLayout" Target="../slideLayouts/slideLayout334.xml"/><Relationship Id="rId9" Type="http://schemas.openxmlformats.org/officeDocument/2006/relationships/slideLayout" Target="../slideLayouts/slideLayout339.xml"/></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49.xml"/><Relationship Id="rId3" Type="http://schemas.openxmlformats.org/officeDocument/2006/relationships/slideLayout" Target="../slideLayouts/slideLayout344.xml"/><Relationship Id="rId7" Type="http://schemas.openxmlformats.org/officeDocument/2006/relationships/slideLayout" Target="../slideLayouts/slideLayout348.xml"/><Relationship Id="rId12" Type="http://schemas.openxmlformats.org/officeDocument/2006/relationships/theme" Target="../theme/theme32.xml"/><Relationship Id="rId2" Type="http://schemas.openxmlformats.org/officeDocument/2006/relationships/slideLayout" Target="../slideLayouts/slideLayout343.xml"/><Relationship Id="rId1" Type="http://schemas.openxmlformats.org/officeDocument/2006/relationships/slideLayout" Target="../slideLayouts/slideLayout342.xml"/><Relationship Id="rId6" Type="http://schemas.openxmlformats.org/officeDocument/2006/relationships/slideLayout" Target="../slideLayouts/slideLayout347.xml"/><Relationship Id="rId11" Type="http://schemas.openxmlformats.org/officeDocument/2006/relationships/slideLayout" Target="../slideLayouts/slideLayout352.xml"/><Relationship Id="rId5" Type="http://schemas.openxmlformats.org/officeDocument/2006/relationships/slideLayout" Target="../slideLayouts/slideLayout346.xml"/><Relationship Id="rId10" Type="http://schemas.openxmlformats.org/officeDocument/2006/relationships/slideLayout" Target="../slideLayouts/slideLayout351.xml"/><Relationship Id="rId4" Type="http://schemas.openxmlformats.org/officeDocument/2006/relationships/slideLayout" Target="../slideLayouts/slideLayout345.xml"/><Relationship Id="rId9" Type="http://schemas.openxmlformats.org/officeDocument/2006/relationships/slideLayout" Target="../slideLayouts/slideLayout350.xml"/></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60.xml"/><Relationship Id="rId3" Type="http://schemas.openxmlformats.org/officeDocument/2006/relationships/slideLayout" Target="../slideLayouts/slideLayout355.xml"/><Relationship Id="rId7" Type="http://schemas.openxmlformats.org/officeDocument/2006/relationships/slideLayout" Target="../slideLayouts/slideLayout359.xml"/><Relationship Id="rId12" Type="http://schemas.openxmlformats.org/officeDocument/2006/relationships/theme" Target="../theme/theme33.xml"/><Relationship Id="rId2" Type="http://schemas.openxmlformats.org/officeDocument/2006/relationships/slideLayout" Target="../slideLayouts/slideLayout354.xml"/><Relationship Id="rId1" Type="http://schemas.openxmlformats.org/officeDocument/2006/relationships/slideLayout" Target="../slideLayouts/slideLayout353.xml"/><Relationship Id="rId6" Type="http://schemas.openxmlformats.org/officeDocument/2006/relationships/slideLayout" Target="../slideLayouts/slideLayout358.xml"/><Relationship Id="rId11" Type="http://schemas.openxmlformats.org/officeDocument/2006/relationships/slideLayout" Target="../slideLayouts/slideLayout363.xml"/><Relationship Id="rId5" Type="http://schemas.openxmlformats.org/officeDocument/2006/relationships/slideLayout" Target="../slideLayouts/slideLayout357.xml"/><Relationship Id="rId10" Type="http://schemas.openxmlformats.org/officeDocument/2006/relationships/slideLayout" Target="../slideLayouts/slideLayout362.xml"/><Relationship Id="rId4" Type="http://schemas.openxmlformats.org/officeDocument/2006/relationships/slideLayout" Target="../slideLayouts/slideLayout356.xml"/><Relationship Id="rId9" Type="http://schemas.openxmlformats.org/officeDocument/2006/relationships/slideLayout" Target="../slideLayouts/slideLayout361.xml"/></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371.xml"/><Relationship Id="rId3" Type="http://schemas.openxmlformats.org/officeDocument/2006/relationships/slideLayout" Target="../slideLayouts/slideLayout366.xml"/><Relationship Id="rId7" Type="http://schemas.openxmlformats.org/officeDocument/2006/relationships/slideLayout" Target="../slideLayouts/slideLayout370.xml"/><Relationship Id="rId12" Type="http://schemas.openxmlformats.org/officeDocument/2006/relationships/theme" Target="../theme/theme34.xml"/><Relationship Id="rId2" Type="http://schemas.openxmlformats.org/officeDocument/2006/relationships/slideLayout" Target="../slideLayouts/slideLayout365.xml"/><Relationship Id="rId1" Type="http://schemas.openxmlformats.org/officeDocument/2006/relationships/slideLayout" Target="../slideLayouts/slideLayout364.xml"/><Relationship Id="rId6" Type="http://schemas.openxmlformats.org/officeDocument/2006/relationships/slideLayout" Target="../slideLayouts/slideLayout369.xml"/><Relationship Id="rId11" Type="http://schemas.openxmlformats.org/officeDocument/2006/relationships/slideLayout" Target="../slideLayouts/slideLayout374.xml"/><Relationship Id="rId5" Type="http://schemas.openxmlformats.org/officeDocument/2006/relationships/slideLayout" Target="../slideLayouts/slideLayout368.xml"/><Relationship Id="rId10" Type="http://schemas.openxmlformats.org/officeDocument/2006/relationships/slideLayout" Target="../slideLayouts/slideLayout373.xml"/><Relationship Id="rId4" Type="http://schemas.openxmlformats.org/officeDocument/2006/relationships/slideLayout" Target="../slideLayouts/slideLayout367.xml"/><Relationship Id="rId9" Type="http://schemas.openxmlformats.org/officeDocument/2006/relationships/slideLayout" Target="../slideLayouts/slideLayout372.xml"/></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382.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77.xml"/><Relationship Id="rId7" Type="http://schemas.openxmlformats.org/officeDocument/2006/relationships/slideLayout" Target="../slideLayouts/slideLayout381.xml"/><Relationship Id="rId12" Type="http://schemas.openxmlformats.org/officeDocument/2006/relationships/theme" Target="../theme/theme35.xml"/><Relationship Id="rId17" Type="http://schemas.openxmlformats.org/officeDocument/2006/relationships/image" Target="../media/image5.png"/><Relationship Id="rId2" Type="http://schemas.openxmlformats.org/officeDocument/2006/relationships/slideLayout" Target="../slideLayouts/slideLayout376.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375.xml"/><Relationship Id="rId6" Type="http://schemas.openxmlformats.org/officeDocument/2006/relationships/slideLayout" Target="../slideLayouts/slideLayout380.xml"/><Relationship Id="rId11" Type="http://schemas.openxmlformats.org/officeDocument/2006/relationships/slideLayout" Target="../slideLayouts/slideLayout385.xml"/><Relationship Id="rId5" Type="http://schemas.openxmlformats.org/officeDocument/2006/relationships/slideLayout" Target="../slideLayouts/slideLayout379.xml"/><Relationship Id="rId15" Type="http://schemas.openxmlformats.org/officeDocument/2006/relationships/image" Target="../media/image3.png"/><Relationship Id="rId10" Type="http://schemas.openxmlformats.org/officeDocument/2006/relationships/slideLayout" Target="../slideLayouts/slideLayout384.xml"/><Relationship Id="rId19" Type="http://schemas.openxmlformats.org/officeDocument/2006/relationships/image" Target="../media/image7.png"/><Relationship Id="rId4" Type="http://schemas.openxmlformats.org/officeDocument/2006/relationships/slideLayout" Target="../slideLayouts/slideLayout378.xml"/><Relationship Id="rId9" Type="http://schemas.openxmlformats.org/officeDocument/2006/relationships/slideLayout" Target="../slideLayouts/slideLayout383.xml"/><Relationship Id="rId14" Type="http://schemas.openxmlformats.org/officeDocument/2006/relationships/image" Target="../media/image2.png"/></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393.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88.xml"/><Relationship Id="rId7" Type="http://schemas.openxmlformats.org/officeDocument/2006/relationships/slideLayout" Target="../slideLayouts/slideLayout392.xml"/><Relationship Id="rId12" Type="http://schemas.openxmlformats.org/officeDocument/2006/relationships/theme" Target="../theme/theme36.xml"/><Relationship Id="rId17" Type="http://schemas.openxmlformats.org/officeDocument/2006/relationships/image" Target="../media/image5.png"/><Relationship Id="rId2" Type="http://schemas.openxmlformats.org/officeDocument/2006/relationships/slideLayout" Target="../slideLayouts/slideLayout387.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386.xml"/><Relationship Id="rId6" Type="http://schemas.openxmlformats.org/officeDocument/2006/relationships/slideLayout" Target="../slideLayouts/slideLayout391.xml"/><Relationship Id="rId11" Type="http://schemas.openxmlformats.org/officeDocument/2006/relationships/slideLayout" Target="../slideLayouts/slideLayout396.xml"/><Relationship Id="rId5" Type="http://schemas.openxmlformats.org/officeDocument/2006/relationships/slideLayout" Target="../slideLayouts/slideLayout390.xml"/><Relationship Id="rId15" Type="http://schemas.openxmlformats.org/officeDocument/2006/relationships/image" Target="../media/image3.png"/><Relationship Id="rId10" Type="http://schemas.openxmlformats.org/officeDocument/2006/relationships/slideLayout" Target="../slideLayouts/slideLayout395.xml"/><Relationship Id="rId19" Type="http://schemas.openxmlformats.org/officeDocument/2006/relationships/image" Target="../media/image7.png"/><Relationship Id="rId4" Type="http://schemas.openxmlformats.org/officeDocument/2006/relationships/slideLayout" Target="../slideLayouts/slideLayout389.xml"/><Relationship Id="rId9" Type="http://schemas.openxmlformats.org/officeDocument/2006/relationships/slideLayout" Target="../slideLayouts/slideLayout394.xml"/><Relationship Id="rId14" Type="http://schemas.openxmlformats.org/officeDocument/2006/relationships/image" Target="../media/image2.png"/></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04.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99.xml"/><Relationship Id="rId7" Type="http://schemas.openxmlformats.org/officeDocument/2006/relationships/slideLayout" Target="../slideLayouts/slideLayout403.xml"/><Relationship Id="rId12" Type="http://schemas.openxmlformats.org/officeDocument/2006/relationships/theme" Target="../theme/theme37.xml"/><Relationship Id="rId17" Type="http://schemas.openxmlformats.org/officeDocument/2006/relationships/image" Target="../media/image5.png"/><Relationship Id="rId2" Type="http://schemas.openxmlformats.org/officeDocument/2006/relationships/slideLayout" Target="../slideLayouts/slideLayout398.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397.xml"/><Relationship Id="rId6" Type="http://schemas.openxmlformats.org/officeDocument/2006/relationships/slideLayout" Target="../slideLayouts/slideLayout402.xml"/><Relationship Id="rId11" Type="http://schemas.openxmlformats.org/officeDocument/2006/relationships/slideLayout" Target="../slideLayouts/slideLayout407.xml"/><Relationship Id="rId5" Type="http://schemas.openxmlformats.org/officeDocument/2006/relationships/slideLayout" Target="../slideLayouts/slideLayout401.xml"/><Relationship Id="rId15" Type="http://schemas.openxmlformats.org/officeDocument/2006/relationships/image" Target="../media/image3.png"/><Relationship Id="rId10" Type="http://schemas.openxmlformats.org/officeDocument/2006/relationships/slideLayout" Target="../slideLayouts/slideLayout406.xml"/><Relationship Id="rId19" Type="http://schemas.openxmlformats.org/officeDocument/2006/relationships/image" Target="../media/image7.png"/><Relationship Id="rId4" Type="http://schemas.openxmlformats.org/officeDocument/2006/relationships/slideLayout" Target="../slideLayouts/slideLayout400.xml"/><Relationship Id="rId9" Type="http://schemas.openxmlformats.org/officeDocument/2006/relationships/slideLayout" Target="../slideLayouts/slideLayout405.xml"/><Relationship Id="rId14" Type="http://schemas.openxmlformats.org/officeDocument/2006/relationships/image" Target="../media/image2.png"/></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15.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10.xml"/><Relationship Id="rId7" Type="http://schemas.openxmlformats.org/officeDocument/2006/relationships/slideLayout" Target="../slideLayouts/slideLayout414.xml"/><Relationship Id="rId12" Type="http://schemas.openxmlformats.org/officeDocument/2006/relationships/theme" Target="../theme/theme38.xml"/><Relationship Id="rId17" Type="http://schemas.openxmlformats.org/officeDocument/2006/relationships/image" Target="../media/image5.png"/><Relationship Id="rId2" Type="http://schemas.openxmlformats.org/officeDocument/2006/relationships/slideLayout" Target="../slideLayouts/slideLayout409.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08.xml"/><Relationship Id="rId6" Type="http://schemas.openxmlformats.org/officeDocument/2006/relationships/slideLayout" Target="../slideLayouts/slideLayout413.xml"/><Relationship Id="rId11" Type="http://schemas.openxmlformats.org/officeDocument/2006/relationships/slideLayout" Target="../slideLayouts/slideLayout418.xml"/><Relationship Id="rId5" Type="http://schemas.openxmlformats.org/officeDocument/2006/relationships/slideLayout" Target="../slideLayouts/slideLayout412.xml"/><Relationship Id="rId15" Type="http://schemas.openxmlformats.org/officeDocument/2006/relationships/image" Target="../media/image3.png"/><Relationship Id="rId10" Type="http://schemas.openxmlformats.org/officeDocument/2006/relationships/slideLayout" Target="../slideLayouts/slideLayout417.xml"/><Relationship Id="rId19" Type="http://schemas.openxmlformats.org/officeDocument/2006/relationships/image" Target="../media/image7.png"/><Relationship Id="rId4" Type="http://schemas.openxmlformats.org/officeDocument/2006/relationships/slideLayout" Target="../slideLayouts/slideLayout411.xml"/><Relationship Id="rId9" Type="http://schemas.openxmlformats.org/officeDocument/2006/relationships/slideLayout" Target="../slideLayouts/slideLayout416.xml"/><Relationship Id="rId14" Type="http://schemas.openxmlformats.org/officeDocument/2006/relationships/image" Target="../media/image2.png"/></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26.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21.xml"/><Relationship Id="rId7" Type="http://schemas.openxmlformats.org/officeDocument/2006/relationships/slideLayout" Target="../slideLayouts/slideLayout425.xml"/><Relationship Id="rId12" Type="http://schemas.openxmlformats.org/officeDocument/2006/relationships/theme" Target="../theme/theme39.xml"/><Relationship Id="rId17" Type="http://schemas.openxmlformats.org/officeDocument/2006/relationships/image" Target="../media/image5.png"/><Relationship Id="rId2" Type="http://schemas.openxmlformats.org/officeDocument/2006/relationships/slideLayout" Target="../slideLayouts/slideLayout420.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19.xml"/><Relationship Id="rId6" Type="http://schemas.openxmlformats.org/officeDocument/2006/relationships/slideLayout" Target="../slideLayouts/slideLayout424.xml"/><Relationship Id="rId11" Type="http://schemas.openxmlformats.org/officeDocument/2006/relationships/slideLayout" Target="../slideLayouts/slideLayout429.xml"/><Relationship Id="rId5" Type="http://schemas.openxmlformats.org/officeDocument/2006/relationships/slideLayout" Target="../slideLayouts/slideLayout423.xml"/><Relationship Id="rId15" Type="http://schemas.openxmlformats.org/officeDocument/2006/relationships/image" Target="../media/image3.png"/><Relationship Id="rId10" Type="http://schemas.openxmlformats.org/officeDocument/2006/relationships/slideLayout" Target="../slideLayouts/slideLayout428.xml"/><Relationship Id="rId19" Type="http://schemas.openxmlformats.org/officeDocument/2006/relationships/image" Target="../media/image7.png"/><Relationship Id="rId4" Type="http://schemas.openxmlformats.org/officeDocument/2006/relationships/slideLayout" Target="../slideLayouts/slideLayout422.xml"/><Relationship Id="rId9" Type="http://schemas.openxmlformats.org/officeDocument/2006/relationships/slideLayout" Target="../slideLayouts/slideLayout427.xml"/><Relationship Id="rId14" Type="http://schemas.openxmlformats.org/officeDocument/2006/relationships/image" Target="../media/image2.png"/></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437.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32.xml"/><Relationship Id="rId7" Type="http://schemas.openxmlformats.org/officeDocument/2006/relationships/slideLayout" Target="../slideLayouts/slideLayout436.xml"/><Relationship Id="rId12" Type="http://schemas.openxmlformats.org/officeDocument/2006/relationships/theme" Target="../theme/theme40.xml"/><Relationship Id="rId17" Type="http://schemas.openxmlformats.org/officeDocument/2006/relationships/image" Target="../media/image5.png"/><Relationship Id="rId2" Type="http://schemas.openxmlformats.org/officeDocument/2006/relationships/slideLayout" Target="../slideLayouts/slideLayout431.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30.xml"/><Relationship Id="rId6" Type="http://schemas.openxmlformats.org/officeDocument/2006/relationships/slideLayout" Target="../slideLayouts/slideLayout435.xml"/><Relationship Id="rId11" Type="http://schemas.openxmlformats.org/officeDocument/2006/relationships/slideLayout" Target="../slideLayouts/slideLayout440.xml"/><Relationship Id="rId5" Type="http://schemas.openxmlformats.org/officeDocument/2006/relationships/slideLayout" Target="../slideLayouts/slideLayout434.xml"/><Relationship Id="rId15" Type="http://schemas.openxmlformats.org/officeDocument/2006/relationships/image" Target="../media/image3.png"/><Relationship Id="rId10" Type="http://schemas.openxmlformats.org/officeDocument/2006/relationships/slideLayout" Target="../slideLayouts/slideLayout439.xml"/><Relationship Id="rId19" Type="http://schemas.openxmlformats.org/officeDocument/2006/relationships/image" Target="../media/image7.png"/><Relationship Id="rId4" Type="http://schemas.openxmlformats.org/officeDocument/2006/relationships/slideLayout" Target="../slideLayouts/slideLayout433.xml"/><Relationship Id="rId9" Type="http://schemas.openxmlformats.org/officeDocument/2006/relationships/slideLayout" Target="../slideLayouts/slideLayout438.xml"/><Relationship Id="rId14" Type="http://schemas.openxmlformats.org/officeDocument/2006/relationships/image" Target="../media/image2.png"/></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44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43.xml"/><Relationship Id="rId7" Type="http://schemas.openxmlformats.org/officeDocument/2006/relationships/slideLayout" Target="../slideLayouts/slideLayout447.xml"/><Relationship Id="rId12" Type="http://schemas.openxmlformats.org/officeDocument/2006/relationships/theme" Target="../theme/theme41.xml"/><Relationship Id="rId17" Type="http://schemas.openxmlformats.org/officeDocument/2006/relationships/image" Target="../media/image5.png"/><Relationship Id="rId2" Type="http://schemas.openxmlformats.org/officeDocument/2006/relationships/slideLayout" Target="../slideLayouts/slideLayout442.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41.xml"/><Relationship Id="rId6" Type="http://schemas.openxmlformats.org/officeDocument/2006/relationships/slideLayout" Target="../slideLayouts/slideLayout446.xml"/><Relationship Id="rId11" Type="http://schemas.openxmlformats.org/officeDocument/2006/relationships/slideLayout" Target="../slideLayouts/slideLayout451.xml"/><Relationship Id="rId5" Type="http://schemas.openxmlformats.org/officeDocument/2006/relationships/slideLayout" Target="../slideLayouts/slideLayout445.xml"/><Relationship Id="rId15" Type="http://schemas.openxmlformats.org/officeDocument/2006/relationships/image" Target="../media/image3.png"/><Relationship Id="rId10" Type="http://schemas.openxmlformats.org/officeDocument/2006/relationships/slideLayout" Target="../slideLayouts/slideLayout450.xml"/><Relationship Id="rId19" Type="http://schemas.openxmlformats.org/officeDocument/2006/relationships/image" Target="../media/image7.png"/><Relationship Id="rId4" Type="http://schemas.openxmlformats.org/officeDocument/2006/relationships/slideLayout" Target="../slideLayouts/slideLayout444.xml"/><Relationship Id="rId9" Type="http://schemas.openxmlformats.org/officeDocument/2006/relationships/slideLayout" Target="../slideLayouts/slideLayout449.xml"/><Relationship Id="rId14" Type="http://schemas.openxmlformats.org/officeDocument/2006/relationships/image" Target="../media/image2.png"/></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459.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54.xml"/><Relationship Id="rId7" Type="http://schemas.openxmlformats.org/officeDocument/2006/relationships/slideLayout" Target="../slideLayouts/slideLayout458.xml"/><Relationship Id="rId12" Type="http://schemas.openxmlformats.org/officeDocument/2006/relationships/theme" Target="../theme/theme42.xml"/><Relationship Id="rId17" Type="http://schemas.openxmlformats.org/officeDocument/2006/relationships/image" Target="../media/image5.png"/><Relationship Id="rId2" Type="http://schemas.openxmlformats.org/officeDocument/2006/relationships/slideLayout" Target="../slideLayouts/slideLayout453.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52.xml"/><Relationship Id="rId6" Type="http://schemas.openxmlformats.org/officeDocument/2006/relationships/slideLayout" Target="../slideLayouts/slideLayout457.xml"/><Relationship Id="rId11" Type="http://schemas.openxmlformats.org/officeDocument/2006/relationships/slideLayout" Target="../slideLayouts/slideLayout462.xml"/><Relationship Id="rId5" Type="http://schemas.openxmlformats.org/officeDocument/2006/relationships/slideLayout" Target="../slideLayouts/slideLayout456.xml"/><Relationship Id="rId15" Type="http://schemas.openxmlformats.org/officeDocument/2006/relationships/image" Target="../media/image3.png"/><Relationship Id="rId10" Type="http://schemas.openxmlformats.org/officeDocument/2006/relationships/slideLayout" Target="../slideLayouts/slideLayout461.xml"/><Relationship Id="rId19" Type="http://schemas.openxmlformats.org/officeDocument/2006/relationships/image" Target="../media/image7.png"/><Relationship Id="rId4" Type="http://schemas.openxmlformats.org/officeDocument/2006/relationships/slideLayout" Target="../slideLayouts/slideLayout455.xml"/><Relationship Id="rId9" Type="http://schemas.openxmlformats.org/officeDocument/2006/relationships/slideLayout" Target="../slideLayouts/slideLayout460.xml"/><Relationship Id="rId14" Type="http://schemas.openxmlformats.org/officeDocument/2006/relationships/image" Target="../media/image2.png"/></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470.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65.xml"/><Relationship Id="rId7" Type="http://schemas.openxmlformats.org/officeDocument/2006/relationships/slideLayout" Target="../slideLayouts/slideLayout469.xml"/><Relationship Id="rId12" Type="http://schemas.openxmlformats.org/officeDocument/2006/relationships/theme" Target="../theme/theme43.xml"/><Relationship Id="rId17" Type="http://schemas.openxmlformats.org/officeDocument/2006/relationships/image" Target="../media/image5.png"/><Relationship Id="rId2" Type="http://schemas.openxmlformats.org/officeDocument/2006/relationships/slideLayout" Target="../slideLayouts/slideLayout464.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63.xml"/><Relationship Id="rId6" Type="http://schemas.openxmlformats.org/officeDocument/2006/relationships/slideLayout" Target="../slideLayouts/slideLayout468.xml"/><Relationship Id="rId11" Type="http://schemas.openxmlformats.org/officeDocument/2006/relationships/slideLayout" Target="../slideLayouts/slideLayout473.xml"/><Relationship Id="rId5" Type="http://schemas.openxmlformats.org/officeDocument/2006/relationships/slideLayout" Target="../slideLayouts/slideLayout467.xml"/><Relationship Id="rId15" Type="http://schemas.openxmlformats.org/officeDocument/2006/relationships/image" Target="../media/image3.png"/><Relationship Id="rId10" Type="http://schemas.openxmlformats.org/officeDocument/2006/relationships/slideLayout" Target="../slideLayouts/slideLayout472.xml"/><Relationship Id="rId19" Type="http://schemas.openxmlformats.org/officeDocument/2006/relationships/image" Target="../media/image7.png"/><Relationship Id="rId4" Type="http://schemas.openxmlformats.org/officeDocument/2006/relationships/slideLayout" Target="../slideLayouts/slideLayout466.xml"/><Relationship Id="rId9" Type="http://schemas.openxmlformats.org/officeDocument/2006/relationships/slideLayout" Target="../slideLayouts/slideLayout471.xml"/><Relationship Id="rId14" Type="http://schemas.openxmlformats.org/officeDocument/2006/relationships/image" Target="../media/image2.png"/></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481.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476.xml"/><Relationship Id="rId7" Type="http://schemas.openxmlformats.org/officeDocument/2006/relationships/slideLayout" Target="../slideLayouts/slideLayout480.xml"/><Relationship Id="rId12" Type="http://schemas.openxmlformats.org/officeDocument/2006/relationships/theme" Target="../theme/theme44.xml"/><Relationship Id="rId17" Type="http://schemas.openxmlformats.org/officeDocument/2006/relationships/image" Target="../media/image5.png"/><Relationship Id="rId2" Type="http://schemas.openxmlformats.org/officeDocument/2006/relationships/slideLayout" Target="../slideLayouts/slideLayout475.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474.xml"/><Relationship Id="rId6" Type="http://schemas.openxmlformats.org/officeDocument/2006/relationships/slideLayout" Target="../slideLayouts/slideLayout479.xml"/><Relationship Id="rId11" Type="http://schemas.openxmlformats.org/officeDocument/2006/relationships/slideLayout" Target="../slideLayouts/slideLayout484.xml"/><Relationship Id="rId5" Type="http://schemas.openxmlformats.org/officeDocument/2006/relationships/slideLayout" Target="../slideLayouts/slideLayout478.xml"/><Relationship Id="rId15" Type="http://schemas.openxmlformats.org/officeDocument/2006/relationships/image" Target="../media/image3.png"/><Relationship Id="rId10" Type="http://schemas.openxmlformats.org/officeDocument/2006/relationships/slideLayout" Target="../slideLayouts/slideLayout483.xml"/><Relationship Id="rId19" Type="http://schemas.openxmlformats.org/officeDocument/2006/relationships/image" Target="../media/image7.png"/><Relationship Id="rId4" Type="http://schemas.openxmlformats.org/officeDocument/2006/relationships/slideLayout" Target="../slideLayouts/slideLayout477.xml"/><Relationship Id="rId9" Type="http://schemas.openxmlformats.org/officeDocument/2006/relationships/slideLayout" Target="../slideLayouts/slideLayout48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05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05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a:defRPr/>
            </a:pPr>
            <a:endParaRPr lang="en-US" altLang="zh-CN"/>
          </a:p>
        </p:txBody>
      </p:sp>
      <p:sp>
        <p:nvSpPr>
          <p:cNvPr id="205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a:defRPr/>
            </a:pPr>
            <a:endParaRPr lang="en-US" altLang="zh-CN"/>
          </a:p>
        </p:txBody>
      </p:sp>
      <p:sp>
        <p:nvSpPr>
          <p:cNvPr id="205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defRPr>
            </a:lvl1pPr>
          </a:lstStyle>
          <a:p>
            <a:pPr>
              <a:defRPr/>
            </a:pPr>
            <a:fld id="{3BFCC5B1-A17B-4A66-B0C3-3E15C28E9DB0}"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ftr="0" dt="0"/>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07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307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defRPr>
            </a:lvl1pPr>
          </a:lstStyle>
          <a:p>
            <a:pPr>
              <a:defRPr/>
            </a:pPr>
            <a:endParaRPr lang="en-US" altLang="zh-CN"/>
          </a:p>
        </p:txBody>
      </p:sp>
      <p:sp>
        <p:nvSpPr>
          <p:cNvPr id="307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defRPr>
            </a:lvl1pPr>
          </a:lstStyle>
          <a:p>
            <a:pPr>
              <a:defRPr/>
            </a:pPr>
            <a:endParaRPr lang="en-US" altLang="zh-CN"/>
          </a:p>
        </p:txBody>
      </p:sp>
      <p:sp>
        <p:nvSpPr>
          <p:cNvPr id="307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defRPr>
            </a:lvl1pPr>
          </a:lstStyle>
          <a:p>
            <a:pPr>
              <a:defRPr/>
            </a:pPr>
            <a:fld id="{9EEF498F-B09D-417E-BCEF-D546441CC008}"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409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4100" name="Rectangle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latin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4101" name="Rectangle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latin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4102" name="Rectangle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latin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5F51FD9B-56D5-46C2-96FA-76F4709D3F32}"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512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512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5124"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512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5127"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8"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9"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513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5132"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3"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4"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5"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5137"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513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514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5141"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1" hangingPunct="1">
              <a:buFont typeface="Arial" panose="020B0604020202020204" pitchFamily="34" charset="0"/>
              <a:buNone/>
              <a:defRPr sz="1100">
                <a:solidFill>
                  <a:srgbClr val="898989"/>
                </a:solidFill>
                <a:latin typeface="+mn-lt"/>
              </a:defRPr>
            </a:lvl1pPr>
          </a:lstStyle>
          <a:p>
            <a:pPr>
              <a:defRPr/>
            </a:pPr>
            <a:fld id="{634CFCAC-8BEB-4582-BB85-C3A07AAFBFB0}" type="datetimeFigureOut">
              <a:rPr lang="zh-CN" altLang="en-US"/>
              <a:t>2025/10/7</a:t>
            </a:fld>
            <a:endParaRPr lang="zh-CN" altLang="en-US"/>
          </a:p>
        </p:txBody>
      </p:sp>
      <p:sp>
        <p:nvSpPr>
          <p:cNvPr id="5142"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1" hangingPunct="1">
              <a:buFont typeface="Arial" panose="020B0604020202020204" pitchFamily="34" charset="0"/>
              <a:buNone/>
              <a:defRPr sz="1100">
                <a:solidFill>
                  <a:srgbClr val="898989"/>
                </a:solidFill>
                <a:latin typeface="+mn-lt"/>
              </a:defRPr>
            </a:lvl1pPr>
          </a:lstStyle>
          <a:p>
            <a:pPr>
              <a:defRPr/>
            </a:pPr>
            <a:endParaRPr lang="zh-CN" altLang="en-US"/>
          </a:p>
        </p:txBody>
      </p:sp>
      <p:sp>
        <p:nvSpPr>
          <p:cNvPr id="5143"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1" hangingPunct="1">
              <a:buFont typeface="Arial" panose="020B0604020202020204" pitchFamily="34" charset="0"/>
              <a:buNone/>
              <a:defRPr sz="1100" smtClean="0">
                <a:solidFill>
                  <a:srgbClr val="898989"/>
                </a:solidFill>
                <a:latin typeface="方正兰亭黑_GBK" panose="02000000000000000000" charset="-122"/>
              </a:defRPr>
            </a:lvl1pPr>
          </a:lstStyle>
          <a:p>
            <a:pPr>
              <a:defRPr/>
            </a:pPr>
            <a:fld id="{E86EED14-CF3D-46AB-B543-DE64DD1BEB17}"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819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819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819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819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72287BFB-2BE0-40FD-A831-E7C252BFBF57}"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921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921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922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922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FFE12D5-5B50-47B1-AC25-DE1077F02DBD}"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024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024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024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024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B69A2A28-6073-484C-9D7B-C26849304F8A}"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126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126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126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126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09DF2A8-3076-473B-A290-AFEF4C789AF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229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229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229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229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E5C2196F-9514-49A6-9F4E-7B5A761CC4F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331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331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331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331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83B13B1E-B6DC-4BD3-B09D-D03E157968A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433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433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434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434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ED0C0D1-E7C2-422B-8DE5-3A575F32C6BD}"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536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536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536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536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7199E050-C124-4582-B481-1E1D33C92F9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638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638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638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638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B2EFC23-8F66-4817-9FF8-F5550163BEBF}"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741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741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741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741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FBBD157E-FC50-4DCC-B0AA-F22101FFDB45}"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843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843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843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843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93D316BE-EE51-4F3D-9166-A5FF87B9E1C7}"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1945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1945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946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1946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953BDD4-3401-4D8C-A3C8-EDD684127088}"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048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048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048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048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CAE67554-227E-416B-A8C2-7A8C99A91C75}"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150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150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150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150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A36D20D1-4E0A-4171-9F70-3617E422C099}"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253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253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253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253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2362DFD-3228-4C43-8AC4-14CBE7A2AFCA}"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3554"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3555"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3556"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3557"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480819FB-31C3-4E4D-BECF-A0857E355CED}"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4578"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4579"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4580"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4581"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5773A304-3F8B-4D0F-ACD6-97900411A45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5602"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5603"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5604"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5605"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07B3FFD-9EE5-42A9-B00F-7FC1A416BA98}"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6626"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6627"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6628"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6629"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32E2EE05-275E-4F0C-A1A8-3CE2D439F01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7650" name="矩形 1"/>
          <p:cNvSpPr>
            <a:spLocks noChangeArrowheads="1"/>
          </p:cNvSpPr>
          <p:nvPr userDrawn="1"/>
        </p:nvSpPr>
        <p:spPr bwMode="auto">
          <a:xfrm>
            <a:off x="0" y="0"/>
            <a:ext cx="9153525"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a:solidFill>
                <a:srgbClr val="FFFFFF"/>
              </a:solidFill>
              <a:latin typeface="Franklin Gothic Medium" panose="020B0603020102020204" pitchFamily="34" charset="0"/>
              <a:ea typeface="微软雅黑" panose="020B0503020204020204" pitchFamily="34" charset="-122"/>
            </a:endParaRPr>
          </a:p>
        </p:txBody>
      </p:sp>
      <p:sp>
        <p:nvSpPr>
          <p:cNvPr id="27651" name="日期占位符 3"/>
          <p:cNvSpPr>
            <a:spLocks noGrp="1" noChangeArrowheads="1"/>
          </p:cNvSpPr>
          <p:nvPr>
            <p:ph type="dt" sz="half" idx="2"/>
          </p:nvPr>
        </p:nvSpPr>
        <p:spPr bwMode="auto">
          <a:xfrm>
            <a:off x="457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7652" name="页脚占位符 4"/>
          <p:cNvSpPr>
            <a:spLocks noGrp="1" noChangeArrowheads="1"/>
          </p:cNvSpPr>
          <p:nvPr>
            <p:ph type="ftr" sz="quarter" idx="3"/>
          </p:nvPr>
        </p:nvSpPr>
        <p:spPr bwMode="auto">
          <a:xfrm>
            <a:off x="3124200" y="4657725"/>
            <a:ext cx="2895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ea typeface="+mn-ea"/>
              </a:defRPr>
            </a:lvl1pPr>
          </a:lstStyle>
          <a:p>
            <a:pPr>
              <a:defRPr/>
            </a:pPr>
            <a:endParaRPr lang="en-US" altLang="zh-CN"/>
          </a:p>
        </p:txBody>
      </p:sp>
      <p:sp>
        <p:nvSpPr>
          <p:cNvPr id="27653" name="灯片编号占位符 5"/>
          <p:cNvSpPr>
            <a:spLocks noGrp="1" noChangeArrowheads="1"/>
          </p:cNvSpPr>
          <p:nvPr>
            <p:ph type="sldNum" sz="quarter" idx="4"/>
          </p:nvPr>
        </p:nvSpPr>
        <p:spPr bwMode="auto">
          <a:xfrm>
            <a:off x="6553200" y="4657725"/>
            <a:ext cx="2133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1200" smtClean="0">
                <a:solidFill>
                  <a:srgbClr val="898989"/>
                </a:solidFill>
                <a:ea typeface="微软雅黑" panose="020B0503020204020204" pitchFamily="34" charset="-122"/>
              </a:defRPr>
            </a:lvl1pPr>
          </a:lstStyle>
          <a:p>
            <a:pPr>
              <a:defRPr/>
            </a:pPr>
            <a:fld id="{95DA03C2-1383-4F45-9751-0C49116F712F}"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ransition>
    <p:fade/>
  </p:transition>
  <p:txStyles>
    <p:titleStyle>
      <a:lvl1pPr algn="l" rtl="0" eaLnBrk="0" fontAlgn="base" hangingPunct="0">
        <a:spcBef>
          <a:spcPct val="0"/>
        </a:spcBef>
        <a:spcAft>
          <a:spcPct val="0"/>
        </a:spcAft>
        <a:defRPr sz="2800" b="1">
          <a:solidFill>
            <a:srgbClr val="716F70"/>
          </a:solidFill>
          <a:latin typeface="+mj-lt"/>
          <a:ea typeface="+mj-ea"/>
          <a:cs typeface="+mj-cs"/>
        </a:defRPr>
      </a:lvl1pPr>
      <a:lvl2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2pPr>
      <a:lvl3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3pPr>
      <a:lvl4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4pPr>
      <a:lvl5pPr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5pPr>
      <a:lvl6pPr marL="4572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6pPr>
      <a:lvl7pPr marL="9144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7pPr>
      <a:lvl8pPr marL="13716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8pPr>
      <a:lvl9pPr marL="1828800" algn="l" rtl="0" eaLnBrk="0" fontAlgn="base" hangingPunct="0">
        <a:spcBef>
          <a:spcPct val="0"/>
        </a:spcBef>
        <a:spcAft>
          <a:spcPct val="0"/>
        </a:spcAft>
        <a:defRPr sz="2800" b="1">
          <a:solidFill>
            <a:srgbClr val="716F70"/>
          </a:solidFill>
          <a:latin typeface="微软雅黑" panose="020B0503020204020204" pitchFamily="34" charset="-122"/>
          <a:ea typeface="微软雅黑" panose="020B0503020204020204" pitchFamily="34"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716F70"/>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rgbClr val="716F70"/>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rgbClr val="716F7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2969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29700"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29701"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29702"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ABB4DF04-1B5B-4C90-A324-088C86710BDE}"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0723"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0724"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0725"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0726"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4923B44A-DA2F-49C2-850D-F6FAB46B55E5}"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1747"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1748"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1749"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1750"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D8948482-FF3C-4806-ABE4-2C697E2A9F9F}"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2771"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2772" name="日期占位符 6"/>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2773" name="页脚占位符 7"/>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2774" name="灯片编号占位符 8"/>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F13C2BBE-C27B-4CF2-8FC4-47C02A6F6C3A}"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3795"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3796" name="日期占位符 2"/>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3797" name="页脚占位符 3"/>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3798" name="灯片编号占位符 4"/>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25FC431-653F-47CC-92EB-1BCBA98F447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4819"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4820" name="日期占位符 1"/>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4821" name="页脚占位符 2"/>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4822" name="灯片编号占位符 3"/>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A3B79723-B8BE-44D1-99F4-76136A7FFB87}"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5843"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5844"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5845"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5846"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06ABFBC-FF0F-4C0B-8D62-B9135E091E5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6867"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6868" name="日期占位符 4"/>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6869" name="页脚占位符 5"/>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6870" name="灯片编号占位符 6"/>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DE50DAA1-FD24-4917-9FD8-093A4F2D8559}"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7891"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7892"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7893"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7894"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EB3A1EC4-D0D0-4FD3-8BDB-A26EB8DDD5DD}"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마스터 제목 스타일 편집</a:t>
            </a:r>
          </a:p>
        </p:txBody>
      </p:sp>
      <p:sp>
        <p:nvSpPr>
          <p:cNvPr id="38915" name="Rectangle 3"/>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마스터 텍스트 스타일을 편집합니다</a:t>
            </a:r>
          </a:p>
          <a:p>
            <a:pPr lvl="1"/>
            <a:r>
              <a:rPr lang="zh-CN" altLang="zh-CN"/>
              <a:t>둘째 수준</a:t>
            </a:r>
          </a:p>
          <a:p>
            <a:pPr lvl="2"/>
            <a:r>
              <a:rPr lang="zh-CN" altLang="zh-CN"/>
              <a:t>셋째 수준</a:t>
            </a:r>
          </a:p>
          <a:p>
            <a:pPr lvl="3"/>
            <a:r>
              <a:rPr lang="zh-CN" altLang="zh-CN"/>
              <a:t>넷째 수준</a:t>
            </a:r>
          </a:p>
          <a:p>
            <a:pPr lvl="4"/>
            <a:r>
              <a:rPr lang="zh-CN" altLang="zh-CN"/>
              <a:t>다섯째 수준</a:t>
            </a:r>
          </a:p>
        </p:txBody>
      </p:sp>
      <p:sp>
        <p:nvSpPr>
          <p:cNvPr id="38916" name="日期占位符 3"/>
          <p:cNvSpPr>
            <a:spLocks noGrp="1" noChangeArrowheads="1"/>
          </p:cNvSpPr>
          <p:nvPr>
            <p:ph type="dt" sz="half" idx="2"/>
          </p:nvPr>
        </p:nvSpPr>
        <p:spPr bwMode="auto">
          <a:xfrm>
            <a:off x="457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8917" name="页脚占位符 4"/>
          <p:cNvSpPr>
            <a:spLocks noGrp="1" noChangeArrowheads="1"/>
          </p:cNvSpPr>
          <p:nvPr>
            <p:ph type="ftr" sz="quarter" idx="3"/>
          </p:nvPr>
        </p:nvSpPr>
        <p:spPr bwMode="auto">
          <a:xfrm>
            <a:off x="3124200" y="5203825"/>
            <a:ext cx="2895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buFont typeface="Arial" panose="020B0604020202020204" pitchFamily="34" charset="0"/>
              <a:buNone/>
              <a:defRPr sz="1400">
                <a:solidFill>
                  <a:srgbClr val="000000"/>
                </a:solidFill>
                <a:latin typeface="+mn-lt"/>
                <a:ea typeface="+mn-ea"/>
              </a:defRPr>
            </a:lvl1pPr>
          </a:lstStyle>
          <a:p>
            <a:pPr>
              <a:defRPr/>
            </a:pPr>
            <a:endParaRPr lang="en-US" altLang="zh-CN"/>
          </a:p>
        </p:txBody>
      </p:sp>
      <p:sp>
        <p:nvSpPr>
          <p:cNvPr id="38918" name="灯片编号占位符 5"/>
          <p:cNvSpPr>
            <a:spLocks noGrp="1" noChangeArrowheads="1"/>
          </p:cNvSpPr>
          <p:nvPr>
            <p:ph type="sldNum" sz="quarter" idx="4"/>
          </p:nvPr>
        </p:nvSpPr>
        <p:spPr bwMode="auto">
          <a:xfrm>
            <a:off x="6553200" y="5203825"/>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400" smtClean="0">
                <a:solidFill>
                  <a:srgbClr val="000000"/>
                </a:solidFill>
                <a:latin typeface="Gulim" panose="020B0600000101010101" pitchFamily="34" charset="-127"/>
                <a:ea typeface="Gulim" panose="020B0600000101010101" pitchFamily="34" charset="-127"/>
              </a:defRPr>
            </a:lvl1pPr>
          </a:lstStyle>
          <a:p>
            <a:pPr>
              <a:defRPr/>
            </a:pPr>
            <a:fld id="{425E2AA7-FD55-432C-A390-1F3F7A8FA14B}"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xStyles>
    <p:titleStyle>
      <a:lvl1pPr algn="ctr" rtl="0" eaLnBrk="0" fontAlgn="base" latinLnBrk="1" hangingPunct="0">
        <a:spcBef>
          <a:spcPct val="0"/>
        </a:spcBef>
        <a:spcAft>
          <a:spcPct val="0"/>
        </a:spcAft>
        <a:defRPr sz="4400">
          <a:solidFill>
            <a:schemeClr val="tx2"/>
          </a:solidFill>
          <a:latin typeface="+mj-lt"/>
          <a:ea typeface="+mj-ea"/>
          <a:cs typeface="+mj-cs"/>
        </a:defRPr>
      </a:lvl1pPr>
      <a:lvl2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2pPr>
      <a:lvl3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3pPr>
      <a:lvl4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4pPr>
      <a:lvl5pPr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5pPr>
      <a:lvl6pPr marL="4572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6pPr>
      <a:lvl7pPr marL="9144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7pPr>
      <a:lvl8pPr marL="13716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8pPr>
      <a:lvl9pPr marL="1828800" algn="ctr" rtl="0" eaLnBrk="0" fontAlgn="base" latinLnBrk="1" hangingPunct="0">
        <a:spcBef>
          <a:spcPct val="0"/>
        </a:spcBef>
        <a:spcAft>
          <a:spcPct val="0"/>
        </a:spcAft>
        <a:defRPr sz="4400">
          <a:solidFill>
            <a:schemeClr val="tx2"/>
          </a:solidFill>
          <a:latin typeface="Gulim" panose="020B0600000101010101" pitchFamily="34" charset="-127"/>
          <a:ea typeface="Gulim" panose="020B0600000101010101" pitchFamily="34" charset="-127"/>
        </a:defRPr>
      </a:lvl9pPr>
    </p:titleStyle>
    <p:bodyStyle>
      <a:lvl1pPr marL="342900" indent="-342900" algn="l" rtl="0" eaLnBrk="0" fontAlgn="base" latinLnBrk="1"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sz="2800">
          <a:solidFill>
            <a:schemeClr val="tx1"/>
          </a:solidFill>
          <a:latin typeface="+mn-lt"/>
          <a:ea typeface="+mn-ea"/>
        </a:defRPr>
      </a:lvl2pPr>
      <a:lvl3pPr marL="1143000" indent="-228600" algn="l" rtl="0" eaLnBrk="0" fontAlgn="base" latinLnBrk="1" hangingPunct="0">
        <a:spcBef>
          <a:spcPct val="20000"/>
        </a:spcBef>
        <a:spcAft>
          <a:spcPct val="0"/>
        </a:spcAft>
        <a:buChar char="•"/>
        <a:defRPr sz="2400">
          <a:solidFill>
            <a:schemeClr val="tx1"/>
          </a:solidFill>
          <a:latin typeface="+mn-lt"/>
          <a:ea typeface="+mn-ea"/>
        </a:defRPr>
      </a:lvl3pPr>
      <a:lvl4pPr marL="1600200" indent="-228600" algn="l" rtl="0" eaLnBrk="0" fontAlgn="base" latinLnBrk="1" hangingPunct="0">
        <a:spcBef>
          <a:spcPct val="20000"/>
        </a:spcBef>
        <a:spcAft>
          <a:spcPct val="0"/>
        </a:spcAft>
        <a:buChar char="–"/>
        <a:defRPr sz="2000">
          <a:solidFill>
            <a:schemeClr val="tx1"/>
          </a:solidFill>
          <a:latin typeface="+mn-lt"/>
          <a:ea typeface="+mn-ea"/>
        </a:defRPr>
      </a:lvl4pPr>
      <a:lvl5pPr marL="2057400" indent="-228600" algn="l" rtl="0" eaLnBrk="0" fontAlgn="base" latinLnBrk="1" hangingPunct="0">
        <a:spcBef>
          <a:spcPct val="20000"/>
        </a:spcBef>
        <a:spcAft>
          <a:spcPct val="0"/>
        </a:spcAft>
        <a:buChar char="»"/>
        <a:defRPr sz="2000">
          <a:solidFill>
            <a:schemeClr val="tx1"/>
          </a:solidFill>
          <a:latin typeface="+mn-lt"/>
          <a:ea typeface="+mn-ea"/>
        </a:defRPr>
      </a:lvl5pPr>
      <a:lvl6pPr marL="2514600" indent="-228600" algn="l" rtl="0" eaLnBrk="0" fontAlgn="base" latinLnBrk="1" hangingPunct="0">
        <a:spcBef>
          <a:spcPct val="20000"/>
        </a:spcBef>
        <a:spcAft>
          <a:spcPct val="0"/>
        </a:spcAft>
        <a:buChar char="»"/>
        <a:defRPr sz="2000">
          <a:solidFill>
            <a:schemeClr val="tx1"/>
          </a:solidFill>
          <a:latin typeface="+mn-lt"/>
          <a:ea typeface="+mn-ea"/>
        </a:defRPr>
      </a:lvl6pPr>
      <a:lvl7pPr marL="2971800" indent="-228600" algn="l" rtl="0" eaLnBrk="0" fontAlgn="base" latinLnBrk="1" hangingPunct="0">
        <a:spcBef>
          <a:spcPct val="20000"/>
        </a:spcBef>
        <a:spcAft>
          <a:spcPct val="0"/>
        </a:spcAft>
        <a:buChar char="»"/>
        <a:defRPr sz="2000">
          <a:solidFill>
            <a:schemeClr val="tx1"/>
          </a:solidFill>
          <a:latin typeface="+mn-lt"/>
          <a:ea typeface="+mn-ea"/>
        </a:defRPr>
      </a:lvl7pPr>
      <a:lvl8pPr marL="3429000" indent="-228600" algn="l" rtl="0" eaLnBrk="0" fontAlgn="base" latinLnBrk="1" hangingPunct="0">
        <a:spcBef>
          <a:spcPct val="20000"/>
        </a:spcBef>
        <a:spcAft>
          <a:spcPct val="0"/>
        </a:spcAft>
        <a:buChar char="»"/>
        <a:defRPr sz="2000">
          <a:solidFill>
            <a:schemeClr val="tx1"/>
          </a:solidFill>
          <a:latin typeface="+mn-lt"/>
          <a:ea typeface="+mn-ea"/>
        </a:defRPr>
      </a:lvl8pPr>
      <a:lvl9pPr marL="3886200" indent="-228600" algn="l" rtl="0" eaLnBrk="0" fontAlgn="base" latinLnBrk="1"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39938"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39939"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39940"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39942"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39943"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4"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5"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6"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39947"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39948"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9"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0"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51"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2"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39953"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4"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39955"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39956"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39957"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45EEB79A-520F-434B-A46A-956E2EA42352}" type="datetimeFigureOut">
              <a:rPr lang="zh-CN" altLang="en-US"/>
              <a:t>2025/10/7</a:t>
            </a:fld>
            <a:endParaRPr lang="zh-CN" altLang="en-US"/>
          </a:p>
        </p:txBody>
      </p:sp>
      <p:sp>
        <p:nvSpPr>
          <p:cNvPr id="39958"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39959"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ADF7AD06-6896-4594-88D6-D00EEBC970ED}"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096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096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0964"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096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0967"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8"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9"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097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0972"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3"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4"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75"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0977"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097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098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0981"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6174A944-BB32-4CF2-8621-8402C8669AA3}" type="datetimeFigureOut">
              <a:rPr lang="zh-CN" altLang="en-US"/>
              <a:t>2025/10/7</a:t>
            </a:fld>
            <a:endParaRPr lang="zh-CN" altLang="en-US"/>
          </a:p>
        </p:txBody>
      </p:sp>
      <p:sp>
        <p:nvSpPr>
          <p:cNvPr id="40982"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0983"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9BC83409-57E4-42C2-B21F-21A2AF9A6FC5}"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1986"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1987"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1988"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1990"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1991"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2"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3"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4"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1995"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1996"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7"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8"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9"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0"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2001"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2"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2003"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2004"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2005"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421F430C-41E4-4A4F-BB27-36F660BA10C9}" type="datetimeFigureOut">
              <a:rPr lang="zh-CN" altLang="en-US"/>
              <a:t>2025/10/7</a:t>
            </a:fld>
            <a:endParaRPr lang="zh-CN" altLang="en-US"/>
          </a:p>
        </p:txBody>
      </p:sp>
      <p:sp>
        <p:nvSpPr>
          <p:cNvPr id="42006"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2007"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0D4A4D7D-F15E-46F6-849D-E0DEE1BEF487}"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3010"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3011"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3012"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3014"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3015"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6"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7"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8"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3019"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3020"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1"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2"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3"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4"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3025"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6"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3027"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3028"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3029"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5A82E20E-F0A4-4471-B0B7-0821CA06C063}" type="datetimeFigureOut">
              <a:rPr lang="zh-CN" altLang="en-US"/>
              <a:t>2025/10/7</a:t>
            </a:fld>
            <a:endParaRPr lang="zh-CN" altLang="en-US"/>
          </a:p>
        </p:txBody>
      </p:sp>
      <p:sp>
        <p:nvSpPr>
          <p:cNvPr id="43030"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3031"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2D734D9C-00CC-4385-A5A0-21D02CB33595}"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4034"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4035"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4036"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7"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4038"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4039"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2"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4043"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4044"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5"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6"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7"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8"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4049"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50"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4051"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4052"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4053" name="日期占位符 6"/>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DD91B9B5-4409-4643-AA4D-ECE52C174488}" type="datetimeFigureOut">
              <a:rPr lang="zh-CN" altLang="en-US"/>
              <a:t>2025/10/7</a:t>
            </a:fld>
            <a:endParaRPr lang="zh-CN" altLang="en-US"/>
          </a:p>
        </p:txBody>
      </p:sp>
      <p:sp>
        <p:nvSpPr>
          <p:cNvPr id="44054" name="页脚占位符 7"/>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4055" name="灯片编号占位符 8"/>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48F2F129-ADE4-44DB-BBE1-A8DF20AED7D4}"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5058"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5059"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5060"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5062"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5063"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4"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5"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6"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5067"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5068"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9"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0"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71"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2"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5073"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4"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5075"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5076"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5077" name="日期占位符 2"/>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A29BFA7F-3D24-43A6-9FF8-4A01C8A323C7}" type="datetimeFigureOut">
              <a:rPr lang="zh-CN" altLang="en-US"/>
              <a:t>2025/10/7</a:t>
            </a:fld>
            <a:endParaRPr lang="zh-CN" altLang="en-US"/>
          </a:p>
        </p:txBody>
      </p:sp>
      <p:sp>
        <p:nvSpPr>
          <p:cNvPr id="45078" name="页脚占位符 3"/>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5079" name="灯片编号占位符 4"/>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1C3F368B-A22C-458E-B516-F006C65B41EC}"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6082"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6083"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6084"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6086"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6087"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8"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9"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0"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6091"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6092"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3"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4"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95"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6"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6097"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98"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6099"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6100"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6101"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CD0BBECE-5445-400D-BF79-12C92FB740B0}" type="datetimeFigureOut">
              <a:rPr lang="zh-CN" altLang="en-US"/>
              <a:t>2025/10/7</a:t>
            </a:fld>
            <a:endParaRPr lang="zh-CN" altLang="en-US"/>
          </a:p>
        </p:txBody>
      </p:sp>
      <p:sp>
        <p:nvSpPr>
          <p:cNvPr id="46102"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6103"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F0F6EA58-BDFE-4F64-9498-584F994C1086}"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7106"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7107"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7108"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9"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7110"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7111"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3"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4"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7115"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7116"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7"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8"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9"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0"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7121"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2"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7123"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7124"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7125" name="日期占位符 4"/>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A7CDF36C-A087-49E5-A3EA-3A7BCA60855E}" type="datetimeFigureOut">
              <a:rPr lang="zh-CN" altLang="en-US"/>
              <a:t>2025/10/7</a:t>
            </a:fld>
            <a:endParaRPr lang="zh-CN" altLang="en-US"/>
          </a:p>
        </p:txBody>
      </p:sp>
      <p:sp>
        <p:nvSpPr>
          <p:cNvPr id="47126" name="页脚占位符 5"/>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7127" name="灯片编号占位符 6"/>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AB843A6E-A3EE-4EE4-AD7B-DD26C027D625}"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8130"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8131"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8132"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8134"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8135"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6"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7"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8"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8139"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8140"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1"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2"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3"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4"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8145"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6"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8147"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8148"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8149"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8DF3C9BE-998D-4156-9592-1F49A26C488C}" type="datetimeFigureOut">
              <a:rPr lang="zh-CN" altLang="en-US"/>
              <a:t>2025/10/7</a:t>
            </a:fld>
            <a:endParaRPr lang="zh-CN" altLang="en-US"/>
          </a:p>
        </p:txBody>
      </p:sp>
      <p:sp>
        <p:nvSpPr>
          <p:cNvPr id="48150"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8151"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B73EFAEB-FB65-439F-A107-42D5E869AB0F}"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bwMode="auto">
      <p:bgPr>
        <a:solidFill>
          <a:schemeClr val="bg1">
            <a:alpha val="32000"/>
          </a:schemeClr>
        </a:solidFill>
        <a:effectLst/>
      </p:bgPr>
    </p:bg>
    <p:spTree>
      <p:nvGrpSpPr>
        <p:cNvPr id="1" name=""/>
        <p:cNvGrpSpPr/>
        <p:nvPr/>
      </p:nvGrpSpPr>
      <p:grpSpPr>
        <a:xfrm>
          <a:off x="0" y="0"/>
          <a:ext cx="0" cy="0"/>
          <a:chOff x="0" y="0"/>
          <a:chExt cx="0" cy="0"/>
        </a:xfrm>
      </p:grpSpPr>
      <p:sp>
        <p:nvSpPr>
          <p:cNvPr id="49154" name="矩形 6"/>
          <p:cNvSpPr>
            <a:spLocks noChangeArrowheads="1"/>
          </p:cNvSpPr>
          <p:nvPr userDrawn="1"/>
        </p:nvSpPr>
        <p:spPr bwMode="auto">
          <a:xfrm>
            <a:off x="0" y="4838700"/>
            <a:ext cx="9144000" cy="719138"/>
          </a:xfrm>
          <a:prstGeom prst="rect">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sp>
        <p:nvSpPr>
          <p:cNvPr id="49155" name="矩形 7"/>
          <p:cNvSpPr>
            <a:spLocks noChangeArrowheads="1"/>
          </p:cNvSpPr>
          <p:nvPr userDrawn="1"/>
        </p:nvSpPr>
        <p:spPr bwMode="auto">
          <a:xfrm>
            <a:off x="0" y="5557838"/>
            <a:ext cx="9144000" cy="157162"/>
          </a:xfrm>
          <a:prstGeom prst="rect">
            <a:avLst/>
          </a:prstGeom>
          <a:solidFill>
            <a:srgbClr val="FF66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81043" tIns="40522" rIns="81043" bIns="40522"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defRPr/>
            </a:pPr>
            <a:endParaRPr lang="zh-CN" altLang="en-US" sz="1600">
              <a:solidFill>
                <a:srgbClr val="FFFFFF"/>
              </a:solidFill>
              <a:latin typeface="方正兰亭黑_GBK" panose="02000000000000000000" charset="-122"/>
            </a:endParaRPr>
          </a:p>
        </p:txBody>
      </p:sp>
      <p:pic>
        <p:nvPicPr>
          <p:cNvPr id="49156" name="Imagen 5" descr="C:\Users\Design\Documents\Edu\Product Launch\shadown.pn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752600" y="4835525"/>
            <a:ext cx="92233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TextBox 9"/>
          <p:cNvSpPr txBox="1">
            <a:spLocks noChangeArrowheads="1"/>
          </p:cNvSpPr>
          <p:nvPr userDrawn="1"/>
        </p:nvSpPr>
        <p:spPr bwMode="auto">
          <a:xfrm>
            <a:off x="174625" y="4794250"/>
            <a:ext cx="36576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3200">
                <a:solidFill>
                  <a:srgbClr val="FF6699"/>
                </a:solidFill>
                <a:latin typeface="Haettenschweiler" panose="020B0706040902060204" pitchFamily="34" charset="0"/>
              </a:rPr>
              <a:t>80</a:t>
            </a:r>
            <a:r>
              <a:rPr lang="en-US" altLang="zh-CN" sz="3200">
                <a:solidFill>
                  <a:srgbClr val="000000"/>
                </a:solidFill>
                <a:latin typeface="Haettenschweiler" panose="020B0706040902060204" pitchFamily="34" charset="0"/>
              </a:rPr>
              <a:t> </a:t>
            </a:r>
            <a:r>
              <a:rPr lang="en-US" altLang="zh-CN" sz="3200">
                <a:solidFill>
                  <a:srgbClr val="FFFFFF"/>
                </a:solidFill>
                <a:latin typeface="Haettenschweiler" panose="020B0706040902060204" pitchFamily="34" charset="0"/>
              </a:rPr>
              <a:t>PPT.COM</a:t>
            </a:r>
            <a:endParaRPr lang="zh-CN" altLang="en-US" sz="3200">
              <a:solidFill>
                <a:srgbClr val="FFFFFF"/>
              </a:solidFill>
              <a:latin typeface="Haettenschweiler" panose="020B0706040902060204" pitchFamily="34" charset="0"/>
            </a:endParaRPr>
          </a:p>
        </p:txBody>
      </p:sp>
      <p:sp>
        <p:nvSpPr>
          <p:cNvPr id="49158" name="TextBox 10"/>
          <p:cNvSpPr txBox="1">
            <a:spLocks noChangeArrowheads="1"/>
          </p:cNvSpPr>
          <p:nvPr userDrawn="1"/>
        </p:nvSpPr>
        <p:spPr bwMode="auto">
          <a:xfrm>
            <a:off x="180975" y="5251450"/>
            <a:ext cx="3432175"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900">
                <a:solidFill>
                  <a:srgbClr val="FFFFFF"/>
                </a:solidFill>
                <a:latin typeface="Mistral" panose="03090702030407020403" pitchFamily="66" charset="0"/>
              </a:rPr>
              <a:t>Make Presentation much more fun</a:t>
            </a:r>
            <a:endParaRPr lang="zh-CN" altLang="en-US" sz="900">
              <a:solidFill>
                <a:srgbClr val="FFFFFF"/>
              </a:solidFill>
              <a:latin typeface="Mistral" panose="03090702030407020403" pitchFamily="66" charset="0"/>
            </a:endParaRPr>
          </a:p>
        </p:txBody>
      </p:sp>
      <p:pic>
        <p:nvPicPr>
          <p:cNvPr id="49159" name="Imagen 5" descr="C:\Users\Design\Documents\Edu\Product Launch\shadown.pn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3354388" y="4897438"/>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0" name="27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167188"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1" name="28 Imagen"/>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4741863" y="5068888"/>
            <a:ext cx="363537"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2" name="30 CuadroTexto"/>
          <p:cNvSpPr txBox="1">
            <a:spLocks noChangeArrowheads="1"/>
          </p:cNvSpPr>
          <p:nvPr userDrawn="1"/>
        </p:nvSpPr>
        <p:spPr bwMode="auto">
          <a:xfrm>
            <a:off x="4467225" y="5076825"/>
            <a:ext cx="2889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i="1">
                <a:solidFill>
                  <a:srgbClr val="A6A6A6"/>
                </a:solidFill>
                <a:latin typeface="方正兰亭黑_GBK" panose="02000000000000000000" charset="-122"/>
              </a:rPr>
              <a:t>of</a:t>
            </a:r>
          </a:p>
        </p:txBody>
      </p:sp>
      <p:sp>
        <p:nvSpPr>
          <p:cNvPr id="49163" name="31 CuadroTexto"/>
          <p:cNvSpPr txBox="1">
            <a:spLocks noChangeArrowheads="1"/>
          </p:cNvSpPr>
          <p:nvPr userDrawn="1"/>
        </p:nvSpPr>
        <p:spPr bwMode="auto">
          <a:xfrm>
            <a:off x="4787900" y="5076825"/>
            <a:ext cx="2476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s-HN" altLang="en-US" sz="1100" b="1">
                <a:solidFill>
                  <a:srgbClr val="7F7F7F"/>
                </a:solidFill>
                <a:latin typeface="方正兰亭黑_GBK" panose="02000000000000000000" charset="-122"/>
              </a:rPr>
              <a:t>6</a:t>
            </a:r>
          </a:p>
        </p:txBody>
      </p:sp>
      <p:pic>
        <p:nvPicPr>
          <p:cNvPr id="49164" name="Imagen 5" descr="C:\Users\Design\Documents\Edu\Product Launch\shadown.png"/>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5127625" y="4911725"/>
            <a:ext cx="763588"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5" name="Imagen 27">
            <a:hlinkClick r:id="" action="ppaction://hlinkshowjump?jump=nextslide"/>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5102225"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6" name="Imagen 28">
            <a:hlinkClick r:id="" action="ppaction://hlinkshowjump?jump=previousslide"/>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3925888" y="5108575"/>
            <a:ext cx="212725" cy="17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7" name="Picture 3"/>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7310438" y="4911725"/>
            <a:ext cx="30321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8" name="TextBox 20"/>
          <p:cNvSpPr txBox="1">
            <a:spLocks noChangeArrowheads="1"/>
          </p:cNvSpPr>
          <p:nvPr userDrawn="1"/>
        </p:nvSpPr>
        <p:spPr bwMode="auto">
          <a:xfrm>
            <a:off x="7643813" y="4970463"/>
            <a:ext cx="1044575"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zh-CN" altLang="en-US" sz="1000">
                <a:solidFill>
                  <a:srgbClr val="FF6699"/>
                </a:solidFill>
                <a:ea typeface="Arial Unicode MS" panose="020B0604020202020204" pitchFamily="34" charset="-122"/>
                <a:cs typeface="Arial Unicode MS" panose="020B0604020202020204" pitchFamily="34" charset="-122"/>
              </a:rPr>
              <a:t>群：</a:t>
            </a:r>
            <a:r>
              <a:rPr lang="en-US" altLang="zh-CN" sz="1000">
                <a:solidFill>
                  <a:srgbClr val="FF6699"/>
                </a:solidFill>
                <a:ea typeface="Arial Unicode MS" panose="020B0604020202020204" pitchFamily="34" charset="-122"/>
                <a:cs typeface="Arial Unicode MS" panose="020B0604020202020204" pitchFamily="34" charset="-122"/>
              </a:rPr>
              <a:t>180956885</a:t>
            </a:r>
          </a:p>
        </p:txBody>
      </p:sp>
      <p:pic>
        <p:nvPicPr>
          <p:cNvPr id="49169" name="Picture 4"/>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7321550" y="5205413"/>
            <a:ext cx="280988" cy="26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70" name="TextBox 22"/>
          <p:cNvSpPr txBox="1">
            <a:spLocks noChangeArrowheads="1"/>
          </p:cNvSpPr>
          <p:nvPr userDrawn="1"/>
        </p:nvSpPr>
        <p:spPr bwMode="auto">
          <a:xfrm>
            <a:off x="7643813" y="5240338"/>
            <a:ext cx="776287"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1043" tIns="40522" rIns="81043" bIns="40522">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defRPr/>
            </a:pPr>
            <a:r>
              <a:rPr lang="en-US" altLang="zh-CN" sz="1000">
                <a:solidFill>
                  <a:srgbClr val="FF6699"/>
                </a:solidFill>
                <a:latin typeface="微软雅黑" panose="020B0503020204020204" pitchFamily="34" charset="-122"/>
                <a:ea typeface="微软雅黑" panose="020B0503020204020204" pitchFamily="34" charset="-122"/>
              </a:rPr>
              <a:t>@PPT</a:t>
            </a:r>
            <a:r>
              <a:rPr lang="zh-CN" altLang="en-US" sz="1000">
                <a:solidFill>
                  <a:srgbClr val="FF6699"/>
                </a:solidFill>
                <a:latin typeface="微软雅黑" panose="020B0503020204020204" pitchFamily="34" charset="-122"/>
                <a:ea typeface="微软雅黑" panose="020B0503020204020204" pitchFamily="34" charset="-122"/>
              </a:rPr>
              <a:t>精选</a:t>
            </a:r>
          </a:p>
        </p:txBody>
      </p:sp>
      <p:sp>
        <p:nvSpPr>
          <p:cNvPr id="49171" name="标题占位符 1"/>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p>
            <a:pPr lvl="0"/>
            <a:r>
              <a:rPr lang="zh-CN" altLang="zh-CN"/>
              <a:t>单击此处编辑母版标题样式</a:t>
            </a:r>
          </a:p>
        </p:txBody>
      </p:sp>
      <p:sp>
        <p:nvSpPr>
          <p:cNvPr id="49172" name="文本占位符 2"/>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49173" name="日期占位符 3"/>
          <p:cNvSpPr>
            <a:spLocks noGrp="1" noChangeArrowheads="1"/>
          </p:cNvSpPr>
          <p:nvPr>
            <p:ph type="dt" sz="half" idx="2"/>
          </p:nvPr>
        </p:nvSpPr>
        <p:spPr bwMode="auto">
          <a:xfrm>
            <a:off x="457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fld id="{7848C5E5-3B8C-43E4-A6A2-FC73A25897C6}" type="datetimeFigureOut">
              <a:rPr lang="zh-CN" altLang="en-US"/>
              <a:t>2025/10/7</a:t>
            </a:fld>
            <a:endParaRPr lang="zh-CN" altLang="en-US"/>
          </a:p>
        </p:txBody>
      </p:sp>
      <p:sp>
        <p:nvSpPr>
          <p:cNvPr id="49174" name="页脚占位符 4"/>
          <p:cNvSpPr>
            <a:spLocks noGrp="1" noChangeArrowheads="1"/>
          </p:cNvSpPr>
          <p:nvPr>
            <p:ph type="ftr" sz="quarter" idx="3"/>
          </p:nvPr>
        </p:nvSpPr>
        <p:spPr bwMode="auto">
          <a:xfrm>
            <a:off x="3124200" y="5297488"/>
            <a:ext cx="2895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ctr" eaLnBrk="0" hangingPunct="0">
              <a:buFont typeface="Arial" panose="020B0604020202020204" pitchFamily="34" charset="0"/>
              <a:buNone/>
              <a:defRPr sz="1100">
                <a:solidFill>
                  <a:srgbClr val="898989"/>
                </a:solidFill>
                <a:latin typeface="Verdana" panose="020B0604030504040204" pitchFamily="34" charset="0"/>
              </a:defRPr>
            </a:lvl1pPr>
          </a:lstStyle>
          <a:p>
            <a:pPr>
              <a:defRPr/>
            </a:pPr>
            <a:endParaRPr lang="zh-CN" altLang="en-US"/>
          </a:p>
        </p:txBody>
      </p:sp>
      <p:sp>
        <p:nvSpPr>
          <p:cNvPr id="49175" name="灯片编号占位符 5"/>
          <p:cNvSpPr>
            <a:spLocks noGrp="1" noChangeArrowheads="1"/>
          </p:cNvSpPr>
          <p:nvPr>
            <p:ph type="sldNum" sz="quarter" idx="4"/>
          </p:nvPr>
        </p:nvSpPr>
        <p:spPr bwMode="auto">
          <a:xfrm>
            <a:off x="6553200" y="5297488"/>
            <a:ext cx="21336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1043" tIns="40522" rIns="81043" bIns="40522" numCol="1" anchor="ctr" anchorCtr="0" compatLnSpc="1"/>
          <a:lstStyle>
            <a:lvl1pPr algn="r" eaLnBrk="0" hangingPunct="0">
              <a:buFont typeface="Arial" panose="020B0604020202020204" pitchFamily="34" charset="0"/>
              <a:buNone/>
              <a:defRPr sz="1100" smtClean="0">
                <a:solidFill>
                  <a:srgbClr val="898989"/>
                </a:solidFill>
                <a:latin typeface="Verdana" panose="020B0604030504040204" pitchFamily="34" charset="0"/>
              </a:defRPr>
            </a:lvl1pPr>
          </a:lstStyle>
          <a:p>
            <a:pPr>
              <a:defRPr/>
            </a:pPr>
            <a:fld id="{DCD50F23-5368-42B1-B0A5-54ECCC82BB32}"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xStyles>
    <p:titleStyle>
      <a:lvl1pPr algn="ctr" rtl="0" eaLnBrk="0" fontAlgn="base" hangingPunct="0">
        <a:spcBef>
          <a:spcPct val="0"/>
        </a:spcBef>
        <a:spcAft>
          <a:spcPct val="0"/>
        </a:spcAft>
        <a:defRPr sz="3900">
          <a:solidFill>
            <a:schemeClr val="tx1"/>
          </a:solidFill>
          <a:latin typeface="+mj-lt"/>
          <a:ea typeface="+mj-ea"/>
          <a:cs typeface="+mj-cs"/>
        </a:defRPr>
      </a:lvl1pPr>
      <a:lvl2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2pPr>
      <a:lvl3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3pPr>
      <a:lvl4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4pPr>
      <a:lvl5pPr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5pPr>
      <a:lvl6pPr marL="4572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6pPr>
      <a:lvl7pPr marL="9144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7pPr>
      <a:lvl8pPr marL="13716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8pPr>
      <a:lvl9pPr marL="1828800" algn="ctr" rtl="0" eaLnBrk="0" fontAlgn="base" hangingPunct="0">
        <a:spcBef>
          <a:spcPct val="0"/>
        </a:spcBef>
        <a:spcAft>
          <a:spcPct val="0"/>
        </a:spcAft>
        <a:defRPr sz="3900">
          <a:solidFill>
            <a:schemeClr val="tx1"/>
          </a:solidFill>
          <a:latin typeface="方正兰亭黑_GBK" panose="02000000000000000000" charset="-122"/>
          <a:ea typeface="宋体" panose="02010600030101010101" pitchFamily="2" charset="-122"/>
        </a:defRPr>
      </a:lvl9pPr>
    </p:titleStyle>
    <p:bodyStyle>
      <a:lvl1pPr marL="303530" indent="-30353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cs typeface="+mn-cs"/>
        </a:defRPr>
      </a:lvl1pPr>
      <a:lvl2pPr marL="657225" indent="-252730" algn="l" rtl="0" eaLnBrk="0" fontAlgn="base" hangingPunct="0">
        <a:spcBef>
          <a:spcPct val="20000"/>
        </a:spcBef>
        <a:spcAft>
          <a:spcPct val="0"/>
        </a:spcAft>
        <a:buFont typeface="Arial" panose="020B0604020202020204" pitchFamily="34" charset="0"/>
        <a:buChar char="–"/>
        <a:defRPr sz="2500">
          <a:solidFill>
            <a:schemeClr val="tx1"/>
          </a:solidFill>
          <a:latin typeface="+mn-lt"/>
          <a:ea typeface="+mn-ea"/>
        </a:defRPr>
      </a:lvl2pPr>
      <a:lvl3pPr marL="1012825" indent="-201930" algn="l" rtl="0" eaLnBrk="0" fontAlgn="base" hangingPunct="0">
        <a:spcBef>
          <a:spcPct val="20000"/>
        </a:spcBef>
        <a:spcAft>
          <a:spcPct val="0"/>
        </a:spcAft>
        <a:buFont typeface="Arial" panose="020B0604020202020204" pitchFamily="34" charset="0"/>
        <a:buChar char="•"/>
        <a:defRPr sz="2100">
          <a:solidFill>
            <a:schemeClr val="tx1"/>
          </a:solidFill>
          <a:latin typeface="+mn-lt"/>
          <a:ea typeface="+mn-ea"/>
        </a:defRPr>
      </a:lvl3pPr>
      <a:lvl4pPr marL="1417955"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4pPr>
      <a:lvl5pPr marL="18224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5pPr>
      <a:lvl6pPr marL="22796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6pPr>
      <a:lvl7pPr marL="27368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7pPr>
      <a:lvl8pPr marL="31940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8pPr>
      <a:lvl9pPr marL="3651250" indent="-201930" algn="l" rtl="0" eaLnBrk="0" fontAlgn="base" hangingPunct="0">
        <a:spcBef>
          <a:spcPct val="200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6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1.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1.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61.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6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1.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61.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
          <p:cNvGrpSpPr/>
          <p:nvPr/>
        </p:nvGrpSpPr>
        <p:grpSpPr bwMode="auto">
          <a:xfrm>
            <a:off x="-25400" y="4360863"/>
            <a:ext cx="9180513" cy="1587500"/>
            <a:chOff x="0" y="0"/>
            <a:chExt cx="9181274" cy="1588274"/>
          </a:xfrm>
        </p:grpSpPr>
        <p:sp>
          <p:nvSpPr>
            <p:cNvPr id="21"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22"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55298" name="椭圆 25"/>
          <p:cNvSpPr>
            <a:spLocks noChangeArrowheads="1"/>
          </p:cNvSpPr>
          <p:nvPr/>
        </p:nvSpPr>
        <p:spPr bwMode="auto">
          <a:xfrm>
            <a:off x="1125538" y="1743075"/>
            <a:ext cx="1114425" cy="1114425"/>
          </a:xfrm>
          <a:prstGeom prst="ellipse">
            <a:avLst/>
          </a:prstGeom>
          <a:solidFill>
            <a:srgbClr val="DDDDDD"/>
          </a:solidFill>
          <a:ln w="6350">
            <a:solidFill>
              <a:srgbClr val="808080"/>
            </a:solidFill>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5299" name="圆角矩形 13"/>
          <p:cNvSpPr>
            <a:spLocks noChangeArrowheads="1"/>
          </p:cNvSpPr>
          <p:nvPr/>
        </p:nvSpPr>
        <p:spPr bwMode="auto">
          <a:xfrm>
            <a:off x="2879725" y="1836738"/>
            <a:ext cx="4837113" cy="1079500"/>
          </a:xfrm>
          <a:prstGeom prst="roundRect">
            <a:avLst>
              <a:gd name="adj" fmla="val 10620"/>
            </a:avLst>
          </a:prstGeom>
          <a:solidFill>
            <a:srgbClr val="DDDDDD"/>
          </a:solidFill>
          <a:ln w="6350">
            <a:solidFill>
              <a:srgbClr val="808080"/>
            </a:solidFill>
            <a:prstDash val="dash"/>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cxnSp>
        <p:nvCxnSpPr>
          <p:cNvPr id="55300" name="直接连接符 12"/>
          <p:cNvCxnSpPr>
            <a:cxnSpLocks noChangeShapeType="1"/>
          </p:cNvCxnSpPr>
          <p:nvPr/>
        </p:nvCxnSpPr>
        <p:spPr bwMode="auto">
          <a:xfrm>
            <a:off x="-25400" y="4349750"/>
            <a:ext cx="1573213" cy="811213"/>
          </a:xfrm>
          <a:prstGeom prst="line">
            <a:avLst/>
          </a:prstGeom>
          <a:noFill/>
          <a:ln w="12700">
            <a:solidFill>
              <a:srgbClr val="0070C0"/>
            </a:solidFill>
            <a:round/>
          </a:ln>
          <a:extLst>
            <a:ext uri="{909E8E84-426E-40DD-AFC4-6F175D3DCCD1}">
              <a14:hiddenFill xmlns:a14="http://schemas.microsoft.com/office/drawing/2010/main">
                <a:noFill/>
              </a14:hiddenFill>
            </a:ext>
          </a:extLst>
        </p:spPr>
      </p:cxnSp>
      <p:cxnSp>
        <p:nvCxnSpPr>
          <p:cNvPr id="55301" name="直接连接符 19"/>
          <p:cNvCxnSpPr>
            <a:cxnSpLocks noChangeShapeType="1"/>
          </p:cNvCxnSpPr>
          <p:nvPr/>
        </p:nvCxnSpPr>
        <p:spPr bwMode="auto">
          <a:xfrm>
            <a:off x="1533525" y="5160963"/>
            <a:ext cx="6480175" cy="0"/>
          </a:xfrm>
          <a:prstGeom prst="line">
            <a:avLst/>
          </a:prstGeom>
          <a:noFill/>
          <a:ln w="12700">
            <a:solidFill>
              <a:srgbClr val="0070C0"/>
            </a:solidFill>
            <a:round/>
          </a:ln>
          <a:extLst>
            <a:ext uri="{909E8E84-426E-40DD-AFC4-6F175D3DCCD1}">
              <a14:hiddenFill xmlns:a14="http://schemas.microsoft.com/office/drawing/2010/main">
                <a:noFill/>
              </a14:hiddenFill>
            </a:ext>
          </a:extLst>
        </p:spPr>
      </p:cxnSp>
      <p:sp>
        <p:nvSpPr>
          <p:cNvPr id="55302" name="TextBox 20"/>
          <p:cNvSpPr txBox="1">
            <a:spLocks noChangeArrowheads="1"/>
          </p:cNvSpPr>
          <p:nvPr/>
        </p:nvSpPr>
        <p:spPr bwMode="auto">
          <a:xfrm>
            <a:off x="34925" y="4894263"/>
            <a:ext cx="1152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dirty="0">
                <a:solidFill>
                  <a:schemeClr val="bg1"/>
                </a:solidFill>
                <a:latin typeface="Franklin Gothic Medium" panose="020B0603020102020204" pitchFamily="34" charset="0"/>
                <a:ea typeface="微软雅黑" panose="020B0503020204020204" pitchFamily="34" charset="-122"/>
              </a:rPr>
              <a:t>绪论</a:t>
            </a:r>
          </a:p>
        </p:txBody>
      </p:sp>
      <p:sp>
        <p:nvSpPr>
          <p:cNvPr id="55303" name="TextBox 22"/>
          <p:cNvSpPr txBox="1">
            <a:spLocks noChangeArrowheads="1"/>
          </p:cNvSpPr>
          <p:nvPr/>
        </p:nvSpPr>
        <p:spPr bwMode="auto">
          <a:xfrm>
            <a:off x="1331913" y="5189538"/>
            <a:ext cx="1584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定义</a:t>
            </a:r>
          </a:p>
        </p:txBody>
      </p:sp>
      <p:pic>
        <p:nvPicPr>
          <p:cNvPr id="55304" name="组合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18513" y="3932238"/>
            <a:ext cx="792162"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TextBox 40"/>
          <p:cNvSpPr txBox="1">
            <a:spLocks noChangeArrowheads="1"/>
          </p:cNvSpPr>
          <p:nvPr/>
        </p:nvSpPr>
        <p:spPr bwMode="auto">
          <a:xfrm>
            <a:off x="3154363"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A6A6A6"/>
                </a:solidFill>
                <a:latin typeface="Franklin Gothic Medium" panose="020B0603020102020204" pitchFamily="34" charset="0"/>
                <a:ea typeface="微软雅黑" panose="020B0503020204020204" pitchFamily="34" charset="-122"/>
              </a:rPr>
              <a:t>学习的意义</a:t>
            </a:r>
          </a:p>
        </p:txBody>
      </p:sp>
      <p:sp>
        <p:nvSpPr>
          <p:cNvPr id="55306" name="TextBox 41"/>
          <p:cNvSpPr txBox="1">
            <a:spLocks noChangeArrowheads="1"/>
          </p:cNvSpPr>
          <p:nvPr/>
        </p:nvSpPr>
        <p:spPr bwMode="auto">
          <a:xfrm>
            <a:off x="5508625" y="5189538"/>
            <a:ext cx="2159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教学目标</a:t>
            </a:r>
          </a:p>
        </p:txBody>
      </p:sp>
      <p:sp>
        <p:nvSpPr>
          <p:cNvPr id="55307" name="矩形 28"/>
          <p:cNvSpPr>
            <a:spLocks noChangeArrowheads="1"/>
          </p:cNvSpPr>
          <p:nvPr/>
        </p:nvSpPr>
        <p:spPr bwMode="auto">
          <a:xfrm rot="-1839494">
            <a:off x="-722313" y="425450"/>
            <a:ext cx="3167063" cy="33972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  片剂在各剂型中地位</a:t>
            </a:r>
          </a:p>
        </p:txBody>
      </p:sp>
      <p:sp>
        <p:nvSpPr>
          <p:cNvPr id="55308" name="矩形 29"/>
          <p:cNvSpPr>
            <a:spLocks noChangeArrowheads="1"/>
          </p:cNvSpPr>
          <p:nvPr/>
        </p:nvSpPr>
        <p:spPr bwMode="auto">
          <a:xfrm>
            <a:off x="3154363" y="1909763"/>
            <a:ext cx="44418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ts val="2100"/>
              </a:lnSpc>
            </a:pPr>
            <a:r>
              <a:rPr lang="zh-CN" altLang="en-US" sz="1600" b="1" dirty="0">
                <a:solidFill>
                  <a:srgbClr val="0070C0"/>
                </a:solidFill>
                <a:latin typeface="Franklin Gothic Medium" panose="020B0603020102020204" pitchFamily="34" charset="0"/>
                <a:ea typeface="微软雅黑" panose="020B0503020204020204" pitchFamily="34" charset="-122"/>
              </a:rPr>
              <a:t>片剂</a:t>
            </a:r>
            <a:r>
              <a:rPr lang="zh-CN" altLang="en-US" sz="1600" dirty="0">
                <a:latin typeface="Franklin Gothic Medium" panose="020B0603020102020204" pitchFamily="34" charset="0"/>
                <a:ea typeface="微软雅黑" panose="020B0503020204020204" pitchFamily="34" charset="-122"/>
              </a:rPr>
              <a:t>是指片剂是药物与辅料均匀混合后压制而成的片状或异形片状的固体制剂。以口服普通片为主，也有含片、舌下片、口腔贴片、等。</a:t>
            </a:r>
          </a:p>
          <a:p>
            <a:pPr eaLnBrk="1" hangingPunct="1"/>
            <a:endParaRPr lang="zh-CN" altLang="en-US" sz="1600" dirty="0">
              <a:latin typeface="Franklin Gothic Medium" panose="020B0603020102020204" pitchFamily="34" charset="0"/>
              <a:ea typeface="微软雅黑" panose="020B0503020204020204" pitchFamily="34" charset="-122"/>
            </a:endParaRPr>
          </a:p>
        </p:txBody>
      </p:sp>
      <p:sp>
        <p:nvSpPr>
          <p:cNvPr id="55309" name="等腰三角形 18"/>
          <p:cNvSpPr>
            <a:spLocks noChangeArrowheads="1"/>
          </p:cNvSpPr>
          <p:nvPr/>
        </p:nvSpPr>
        <p:spPr bwMode="auto">
          <a:xfrm>
            <a:off x="201295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5310" name="矩形 21"/>
          <p:cNvSpPr>
            <a:spLocks noChangeArrowheads="1"/>
          </p:cNvSpPr>
          <p:nvPr/>
        </p:nvSpPr>
        <p:spPr bwMode="auto">
          <a:xfrm rot="-1800000">
            <a:off x="-749300" y="593725"/>
            <a:ext cx="4219575" cy="33813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FFFFFF"/>
                </a:solidFill>
                <a:latin typeface="微软雅黑" panose="020B0503020204020204" pitchFamily="34" charset="-122"/>
                <a:ea typeface="微软雅黑" panose="020B0503020204020204" pitchFamily="34" charset="-122"/>
              </a:rPr>
              <a:t>什么是旋转式压片机</a:t>
            </a:r>
          </a:p>
        </p:txBody>
      </p:sp>
      <p:sp>
        <p:nvSpPr>
          <p:cNvPr id="55311" name="圆角矩形 23"/>
          <p:cNvSpPr>
            <a:spLocks noChangeArrowheads="1"/>
          </p:cNvSpPr>
          <p:nvPr/>
        </p:nvSpPr>
        <p:spPr bwMode="auto">
          <a:xfrm>
            <a:off x="2879725" y="3036888"/>
            <a:ext cx="4837113" cy="1081087"/>
          </a:xfrm>
          <a:prstGeom prst="roundRect">
            <a:avLst>
              <a:gd name="adj" fmla="val 10620"/>
            </a:avLst>
          </a:prstGeom>
          <a:solidFill>
            <a:srgbClr val="DDDDDD"/>
          </a:solidFill>
          <a:ln w="6350">
            <a:solidFill>
              <a:srgbClr val="808080"/>
            </a:solidFill>
            <a:prstDash val="dash"/>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sp>
        <p:nvSpPr>
          <p:cNvPr id="55312" name="矩形 14"/>
          <p:cNvSpPr>
            <a:spLocks noChangeArrowheads="1"/>
          </p:cNvSpPr>
          <p:nvPr/>
        </p:nvSpPr>
        <p:spPr bwMode="auto">
          <a:xfrm>
            <a:off x="3168650" y="3254375"/>
            <a:ext cx="45720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ts val="2100"/>
              </a:lnSpc>
            </a:pPr>
            <a:r>
              <a:rPr lang="zh-CN" altLang="en-US" sz="1600" b="1">
                <a:solidFill>
                  <a:srgbClr val="0070C0"/>
                </a:solidFill>
                <a:latin typeface="Franklin Gothic Medium" panose="020B0603020102020204" pitchFamily="34" charset="0"/>
                <a:ea typeface="微软雅黑" panose="020B0503020204020204" pitchFamily="34" charset="-122"/>
              </a:rPr>
              <a:t>旋转式压片机是</a:t>
            </a:r>
            <a:r>
              <a:rPr lang="zh-CN" altLang="en-US" sz="1600">
                <a:latin typeface="Franklin Gothic Medium" panose="020B0603020102020204" pitchFamily="34" charset="0"/>
                <a:ea typeface="微软雅黑" panose="020B0503020204020204" pitchFamily="34" charset="-122"/>
              </a:rPr>
              <a:t>由电机带动转盘、上下冲完成自动填料、压片、出片的制药机械。</a:t>
            </a:r>
          </a:p>
        </p:txBody>
      </p:sp>
      <p:pic>
        <p:nvPicPr>
          <p:cNvPr id="55313" name="图片 2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4113" y="1785938"/>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4" name="椭圆 33"/>
          <p:cNvSpPr>
            <a:spLocks noChangeArrowheads="1"/>
          </p:cNvSpPr>
          <p:nvPr/>
        </p:nvSpPr>
        <p:spPr bwMode="auto">
          <a:xfrm>
            <a:off x="1135063" y="3005138"/>
            <a:ext cx="1114425" cy="1112837"/>
          </a:xfrm>
          <a:prstGeom prst="ellipse">
            <a:avLst/>
          </a:prstGeom>
          <a:solidFill>
            <a:srgbClr val="DDDDDD"/>
          </a:solidFill>
          <a:ln w="6350">
            <a:solidFill>
              <a:srgbClr val="808080"/>
            </a:solidFill>
            <a:round/>
          </a:ln>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rgbClr val="FFFFFF"/>
              </a:solidFill>
              <a:latin typeface="微软雅黑" panose="020B0503020204020204" pitchFamily="34" charset="-122"/>
              <a:ea typeface="微软雅黑" panose="020B0503020204020204" pitchFamily="34" charset="-122"/>
            </a:endParaRPr>
          </a:p>
        </p:txBody>
      </p:sp>
      <p:pic>
        <p:nvPicPr>
          <p:cNvPr id="55315" name="图片 2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69988" y="3041650"/>
            <a:ext cx="10541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灯片编号占位符 22"/>
          <p:cNvSpPr>
            <a:spLocks noGrp="1"/>
          </p:cNvSpPr>
          <p:nvPr>
            <p:ph type="sldNum" sz="quarter" idx="12"/>
          </p:nvPr>
        </p:nvSpPr>
        <p:spPr/>
        <p:txBody>
          <a:bodyPr/>
          <a:lstStyle/>
          <a:p>
            <a:pPr>
              <a:defRPr/>
            </a:pPr>
            <a:fld id="{B47DB1DE-F440-4B9A-AD37-957E1CAAA726}" type="slidenum">
              <a:rPr lang="en-US" altLang="zh-CN" smtClean="0"/>
              <a:t>1</a:t>
            </a:fld>
            <a:endParaRPr lang="en-US" altLang="zh-CN"/>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TextBox 3"/>
          <p:cNvSpPr txBox="1">
            <a:spLocks noChangeArrowheads="1"/>
          </p:cNvSpPr>
          <p:nvPr/>
        </p:nvSpPr>
        <p:spPr bwMode="auto">
          <a:xfrm>
            <a:off x="2135188" y="3090863"/>
            <a:ext cx="1689100" cy="523875"/>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dirty="0">
                <a:solidFill>
                  <a:srgbClr val="FFFFFF"/>
                </a:solidFill>
                <a:latin typeface="Franklin Gothic Medium" panose="020B0603020102020204" pitchFamily="34" charset="0"/>
                <a:ea typeface="微软雅黑" panose="020B0503020204020204" pitchFamily="34" charset="-122"/>
              </a:rPr>
              <a:t>原理</a:t>
            </a:r>
          </a:p>
        </p:txBody>
      </p:sp>
      <p:cxnSp>
        <p:nvCxnSpPr>
          <p:cNvPr id="59397" name="直接连接符 7"/>
          <p:cNvCxnSpPr>
            <a:cxnSpLocks noChangeShapeType="1"/>
          </p:cNvCxnSpPr>
          <p:nvPr/>
        </p:nvCxnSpPr>
        <p:spPr bwMode="auto">
          <a:xfrm>
            <a:off x="1951038" y="2195513"/>
            <a:ext cx="0" cy="161290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9398" name="直接连接符 8"/>
          <p:cNvCxnSpPr>
            <a:cxnSpLocks noChangeShapeType="1"/>
          </p:cNvCxnSpPr>
          <p:nvPr/>
        </p:nvCxnSpPr>
        <p:spPr bwMode="auto">
          <a:xfrm>
            <a:off x="1003300" y="2943225"/>
            <a:ext cx="3641725" cy="0"/>
          </a:xfrm>
          <a:prstGeom prst="line">
            <a:avLst/>
          </a:prstGeom>
          <a:noFill/>
          <a:ln w="3175">
            <a:solidFill>
              <a:srgbClr val="DDDDDD"/>
            </a:solidFill>
            <a:round/>
          </a:ln>
          <a:extLst>
            <a:ext uri="{909E8E84-426E-40DD-AFC4-6F175D3DCCD1}">
              <a14:hiddenFill xmlns:a14="http://schemas.microsoft.com/office/drawing/2010/main">
                <a:noFill/>
              </a14:hiddenFill>
            </a:ext>
          </a:extLst>
        </p:spPr>
      </p:cxnSp>
      <p:cxnSp>
        <p:nvCxnSpPr>
          <p:cNvPr id="58375" name="直接连接符 9"/>
          <p:cNvCxnSpPr>
            <a:cxnSpLocks noChangeShapeType="1"/>
          </p:cNvCxnSpPr>
          <p:nvPr/>
        </p:nvCxnSpPr>
        <p:spPr bwMode="auto">
          <a:xfrm>
            <a:off x="-2419350" y="2943225"/>
            <a:ext cx="2382837" cy="0"/>
          </a:xfrm>
          <a:prstGeom prst="line">
            <a:avLst/>
          </a:prstGeom>
          <a:noFill/>
          <a:ln w="3175">
            <a:solidFill>
              <a:srgbClr val="000000"/>
            </a:solidFill>
            <a:round/>
          </a:ln>
          <a:extLst>
            <a:ext uri="{909E8E84-426E-40DD-AFC4-6F175D3DCCD1}">
              <a14:hiddenFill xmlns:a14="http://schemas.microsoft.com/office/drawing/2010/main">
                <a:noFill/>
              </a14:hiddenFill>
            </a:ext>
          </a:extLst>
        </p:spPr>
      </p:cxnSp>
      <p:cxnSp>
        <p:nvCxnSpPr>
          <p:cNvPr id="58376" name="直接连接符 10"/>
          <p:cNvCxnSpPr>
            <a:cxnSpLocks noChangeShapeType="1"/>
          </p:cNvCxnSpPr>
          <p:nvPr/>
        </p:nvCxnSpPr>
        <p:spPr bwMode="auto">
          <a:xfrm>
            <a:off x="1954213" y="-2346325"/>
            <a:ext cx="0" cy="2317750"/>
          </a:xfrm>
          <a:prstGeom prst="line">
            <a:avLst/>
          </a:prstGeom>
          <a:noFill/>
          <a:ln w="3175">
            <a:solidFill>
              <a:schemeClr val="tx1"/>
            </a:solidFill>
            <a:round/>
          </a:ln>
          <a:extLst>
            <a:ext uri="{909E8E84-426E-40DD-AFC4-6F175D3DCCD1}">
              <a14:hiddenFill xmlns:a14="http://schemas.microsoft.com/office/drawing/2010/main">
                <a:noFill/>
              </a14:hiddenFill>
            </a:ext>
          </a:extLst>
        </p:spPr>
      </p:cxnSp>
      <p:sp>
        <p:nvSpPr>
          <p:cNvPr id="58377" name="TextBox 11"/>
          <p:cNvSpPr txBox="1">
            <a:spLocks noChangeArrowheads="1"/>
          </p:cNvSpPr>
          <p:nvPr/>
        </p:nvSpPr>
        <p:spPr bwMode="auto">
          <a:xfrm>
            <a:off x="-900113" y="3803650"/>
            <a:ext cx="12239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70C0"/>
                </a:solidFill>
                <a:latin typeface="Franklin Gothic Medium" panose="020B0603020102020204" pitchFamily="34" charset="0"/>
                <a:ea typeface="微软雅黑" panose="020B0503020204020204" pitchFamily="34" charset="-122"/>
              </a:rPr>
              <a:t>&gt;&gt;&gt;</a:t>
            </a:r>
            <a:endParaRPr lang="zh-CN" altLang="en-US">
              <a:solidFill>
                <a:srgbClr val="0070C0"/>
              </a:solidFill>
              <a:latin typeface="Franklin Gothic Medium" panose="020B0603020102020204" pitchFamily="34" charset="0"/>
              <a:ea typeface="微软雅黑" panose="020B0503020204020204" pitchFamily="34" charset="-122"/>
            </a:endParaRPr>
          </a:p>
        </p:txBody>
      </p:sp>
      <p:pic>
        <p:nvPicPr>
          <p:cNvPr id="2" name="图片 1"/>
          <p:cNvPicPr>
            <a:picLocks noChangeAspect="1"/>
          </p:cNvPicPr>
          <p:nvPr/>
        </p:nvPicPr>
        <p:blipFill>
          <a:blip r:embed="rId2" cstate="print"/>
          <a:stretch>
            <a:fillRect/>
          </a:stretch>
        </p:blipFill>
        <p:spPr>
          <a:xfrm>
            <a:off x="4139952" y="1777380"/>
            <a:ext cx="4664874" cy="3600000"/>
          </a:xfrm>
          <a:prstGeom prst="rect">
            <a:avLst/>
          </a:prstGeom>
          <a:effectLst>
            <a:softEdge rad="50800"/>
          </a:effectLst>
        </p:spPr>
      </p:pic>
      <p:sp>
        <p:nvSpPr>
          <p:cNvPr id="10" name="灯片编号占位符 9"/>
          <p:cNvSpPr>
            <a:spLocks noGrp="1"/>
          </p:cNvSpPr>
          <p:nvPr>
            <p:ph type="sldNum" sz="quarter" idx="12"/>
          </p:nvPr>
        </p:nvSpPr>
        <p:spPr/>
        <p:txBody>
          <a:bodyPr/>
          <a:lstStyle/>
          <a:p>
            <a:pPr>
              <a:defRPr/>
            </a:pPr>
            <a:fld id="{B47DB1DE-F440-4B9A-AD37-957E1CAAA726}" type="slidenum">
              <a:rPr lang="en-US" altLang="zh-CN" smtClean="0"/>
              <a:t>2</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withEffect">
                                  <p:stCondLst>
                                    <p:cond delay="0"/>
                                  </p:stCondLst>
                                  <p:childTnLst>
                                    <p:animMotion origin="layout" path="M 4.72222E-6 -2.22222E-6 L 4.72222E-6 0.90945 " pathEditMode="relative" rAng="0" ptsTypes="AA">
                                      <p:cBhvr>
                                        <p:cTn id="6" dur="500" fill="hold"/>
                                        <p:tgtEl>
                                          <p:spTgt spid="58376"/>
                                        </p:tgtEl>
                                        <p:attrNameLst>
                                          <p:attrName>ppt_x</p:attrName>
                                          <p:attrName>ppt_y</p:attrName>
                                        </p:attrNameLst>
                                      </p:cBhvr>
                                      <p:rCtr x="0" y="4547200"/>
                                    </p:animMotion>
                                  </p:childTnLst>
                                </p:cTn>
                              </p:par>
                              <p:par>
                                <p:cTn id="7" presetID="42" presetClass="path" presetSubtype="0" accel="50000" decel="50000" fill="hold" nodeType="withEffect">
                                  <p:stCondLst>
                                    <p:cond delay="0"/>
                                  </p:stCondLst>
                                  <p:childTnLst>
                                    <p:animMotion origin="layout" path="M 1.38889E-6 -4.04775E-6 L 0.53976 0.00139 " pathEditMode="relative" rAng="0" ptsTypes="AA">
                                      <p:cBhvr>
                                        <p:cTn id="8" dur="500" fill="hold"/>
                                        <p:tgtEl>
                                          <p:spTgt spid="58375"/>
                                        </p:tgtEl>
                                        <p:attrNameLst>
                                          <p:attrName>ppt_x</p:attrName>
                                          <p:attrName>ppt_y</p:attrName>
                                        </p:attrNameLst>
                                      </p:cBhvr>
                                      <p:rCtr x="2697900" y="5600"/>
                                    </p:animMotion>
                                  </p:childTnLst>
                                </p:cTn>
                              </p:par>
                              <p:par>
                                <p:cTn id="9" presetID="10" presetClass="exit" presetSubtype="0" fill="hold" nodeType="withEffect">
                                  <p:stCondLst>
                                    <p:cond delay="0"/>
                                  </p:stCondLst>
                                  <p:childTnLst>
                                    <p:animEffect transition="out" filter="fade">
                                      <p:cBhvr>
                                        <p:cTn id="10" dur="500"/>
                                        <p:tgtEl>
                                          <p:spTgt spid="58376"/>
                                        </p:tgtEl>
                                      </p:cBhvr>
                                    </p:animEffect>
                                    <p:set>
                                      <p:cBhvr>
                                        <p:cTn id="11" dur="1" fill="hold">
                                          <p:stCondLst>
                                            <p:cond delay="499"/>
                                          </p:stCondLst>
                                        </p:cTn>
                                        <p:tgtEl>
                                          <p:spTgt spid="58376"/>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58375"/>
                                        </p:tgtEl>
                                      </p:cBhvr>
                                    </p:animEffect>
                                    <p:set>
                                      <p:cBhvr>
                                        <p:cTn id="14" dur="1" fill="hold">
                                          <p:stCondLst>
                                            <p:cond delay="499"/>
                                          </p:stCondLst>
                                        </p:cTn>
                                        <p:tgtEl>
                                          <p:spTgt spid="58375"/>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fill="hold" grpId="0" nodeType="afterEffect">
                                  <p:stCondLst>
                                    <p:cond delay="0"/>
                                  </p:stCondLst>
                                  <p:childTnLst>
                                    <p:animMotion origin="layout" path="M 3.61111E-6 2.22222E-6 L 0.43698 0.00389 " pathEditMode="relative" rAng="0" ptsTypes="AA">
                                      <p:cBhvr>
                                        <p:cTn id="17" dur="500" fill="hold"/>
                                        <p:tgtEl>
                                          <p:spTgt spid="58377"/>
                                        </p:tgtEl>
                                        <p:attrNameLst>
                                          <p:attrName>ppt_x</p:attrName>
                                          <p:attrName>ppt_y</p:attrName>
                                        </p:attrNameLst>
                                      </p:cBhvr>
                                      <p:rCtr x="2184000" y="19400"/>
                                    </p:animMotion>
                                  </p:childTnLst>
                                </p:cTn>
                              </p:par>
                              <p:par>
                                <p:cTn id="18" presetID="14" presetClass="entr" presetSubtype="10" fill="hold" grpId="0" nodeType="withEffect">
                                  <p:stCondLst>
                                    <p:cond delay="0"/>
                                  </p:stCondLst>
                                  <p:childTnLst>
                                    <p:set>
                                      <p:cBhvr>
                                        <p:cTn id="19" dur="1" fill="hold">
                                          <p:stCondLst>
                                            <p:cond delay="0"/>
                                          </p:stCondLst>
                                        </p:cTn>
                                        <p:tgtEl>
                                          <p:spTgt spid="58372"/>
                                        </p:tgtEl>
                                        <p:attrNameLst>
                                          <p:attrName>style.visibility</p:attrName>
                                        </p:attrNameLst>
                                      </p:cBhvr>
                                      <p:to>
                                        <p:strVal val="visible"/>
                                      </p:to>
                                    </p:set>
                                    <p:animEffect transition="in" filter="randombar(horizontal)">
                                      <p:cBhvr>
                                        <p:cTn id="20" dur="500"/>
                                        <p:tgtEl>
                                          <p:spTgt spid="58372"/>
                                        </p:tgtEl>
                                      </p:cBhvr>
                                    </p:animEffect>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animBg="1" autoUpdateAnimBg="0"/>
      <p:bldP spid="5837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grpSp>
        <p:nvGrpSpPr>
          <p:cNvPr id="47" name="组合 27"/>
          <p:cNvGrpSpPr/>
          <p:nvPr/>
        </p:nvGrpSpPr>
        <p:grpSpPr bwMode="auto">
          <a:xfrm>
            <a:off x="8019483" y="4068972"/>
            <a:ext cx="950888" cy="674595"/>
            <a:chOff x="0" y="0"/>
            <a:chExt cx="1227334" cy="871712"/>
          </a:xfrm>
        </p:grpSpPr>
        <p:sp>
          <p:nvSpPr>
            <p:cNvPr id="48" name="椭圆 28"/>
            <p:cNvSpPr>
              <a:spLocks noChangeArrowheads="1"/>
            </p:cNvSpPr>
            <p:nvPr/>
          </p:nvSpPr>
          <p:spPr bwMode="auto">
            <a:xfrm>
              <a:off x="136229" y="0"/>
              <a:ext cx="415637" cy="415637"/>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9" name="椭圆 29"/>
            <p:cNvSpPr>
              <a:spLocks noChangeArrowheads="1"/>
            </p:cNvSpPr>
            <p:nvPr/>
          </p:nvSpPr>
          <p:spPr bwMode="auto">
            <a:xfrm>
              <a:off x="551866" y="79525"/>
              <a:ext cx="338512" cy="338512"/>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0" name="圆角矩形 30"/>
            <p:cNvSpPr>
              <a:spLocks noChangeArrowheads="1"/>
            </p:cNvSpPr>
            <p:nvPr/>
          </p:nvSpPr>
          <p:spPr bwMode="auto">
            <a:xfrm>
              <a:off x="94653" y="415637"/>
              <a:ext cx="883901" cy="456075"/>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1" name="圆角矩形 31"/>
            <p:cNvSpPr>
              <a:spLocks noChangeArrowheads="1"/>
            </p:cNvSpPr>
            <p:nvPr/>
          </p:nvSpPr>
          <p:spPr bwMode="auto">
            <a:xfrm>
              <a:off x="0" y="472436"/>
              <a:ext cx="162543" cy="225483"/>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2" name="圆角矩形 32"/>
            <p:cNvSpPr>
              <a:spLocks noChangeArrowheads="1"/>
            </p:cNvSpPr>
            <p:nvPr/>
          </p:nvSpPr>
          <p:spPr bwMode="auto">
            <a:xfrm>
              <a:off x="1043254" y="497563"/>
              <a:ext cx="184080" cy="312379"/>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3" name="梯形 33"/>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942830" y="1181605"/>
            <a:ext cx="6265837" cy="156966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        药物颗粒制备得当则可保证其密度均一，这样一来中模孔填药质量即与中模孔体积成正比，生产过程中可通过调</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整中模孔的长度来实现对充样量即</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片剂质量的调整。</a:t>
            </a:r>
          </a:p>
        </p:txBody>
      </p:sp>
      <p:cxnSp>
        <p:nvCxnSpPr>
          <p:cNvPr id="62477" name="直接连接符 2"/>
          <p:cNvCxnSpPr>
            <a:cxnSpLocks noChangeShapeType="1"/>
          </p:cNvCxnSpPr>
          <p:nvPr/>
        </p:nvCxnSpPr>
        <p:spPr bwMode="auto">
          <a:xfrm flipV="1">
            <a:off x="1379941" y="1489348"/>
            <a:ext cx="6000371" cy="187600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2" name="图片 1"/>
          <p:cNvPicPr>
            <a:picLocks noChangeAspect="1"/>
          </p:cNvPicPr>
          <p:nvPr/>
        </p:nvPicPr>
        <p:blipFill rotWithShape="1">
          <a:blip r:embed="rId2" cstate="print"/>
          <a:srcRect l="-37" t="2996" r="4950" b="-100"/>
          <a:stretch>
            <a:fillRect/>
          </a:stretch>
        </p:blipFill>
        <p:spPr>
          <a:xfrm>
            <a:off x="3551031" y="2996756"/>
            <a:ext cx="5565187" cy="2092992"/>
          </a:xfrm>
          <a:prstGeom prst="rect">
            <a:avLst/>
          </a:prstGeom>
          <a:effectLst>
            <a:softEdge rad="63500"/>
          </a:effectLst>
        </p:spPr>
      </p:pic>
      <p:grpSp>
        <p:nvGrpSpPr>
          <p:cNvPr id="9" name="组合 8"/>
          <p:cNvGrpSpPr/>
          <p:nvPr/>
        </p:nvGrpSpPr>
        <p:grpSpPr>
          <a:xfrm>
            <a:off x="5652120" y="2351380"/>
            <a:ext cx="2088232" cy="1819476"/>
            <a:chOff x="5652120" y="2351380"/>
            <a:chExt cx="2088232" cy="1819476"/>
          </a:xfrm>
        </p:grpSpPr>
        <p:cxnSp>
          <p:nvCxnSpPr>
            <p:cNvPr id="5" name="直接箭头连接符 4"/>
            <p:cNvCxnSpPr/>
            <p:nvPr/>
          </p:nvCxnSpPr>
          <p:spPr bwMode="auto">
            <a:xfrm flipH="1">
              <a:off x="5652120" y="2828720"/>
              <a:ext cx="541090" cy="1342136"/>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圆角矩形 7"/>
            <p:cNvSpPr/>
            <p:nvPr/>
          </p:nvSpPr>
          <p:spPr bwMode="auto">
            <a:xfrm>
              <a:off x="5922664" y="2351380"/>
              <a:ext cx="1817688" cy="54000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400" b="0" i="0" u="none" strike="noStrike" cap="none" normalizeH="0" baseline="0" dirty="0">
                  <a:ln>
                    <a:noFill/>
                  </a:ln>
                  <a:solidFill>
                    <a:schemeClr val="bg1"/>
                  </a:solidFill>
                  <a:effectLst/>
                  <a:latin typeface="+mn-ea"/>
                  <a:ea typeface="+mn-ea"/>
                </a:rPr>
                <a:t>L</a:t>
              </a:r>
              <a:r>
                <a:rPr kumimoji="0" lang="zh-CN" altLang="en-US" sz="2400" b="0" i="0" u="none" strike="noStrike" cap="none" normalizeH="0" baseline="-25000" dirty="0">
                  <a:ln>
                    <a:noFill/>
                  </a:ln>
                  <a:solidFill>
                    <a:schemeClr val="bg1"/>
                  </a:solidFill>
                  <a:effectLst/>
                  <a:latin typeface="+mn-ea"/>
                  <a:ea typeface="+mn-ea"/>
                </a:rPr>
                <a:t>中模</a:t>
              </a:r>
              <a:r>
                <a:rPr kumimoji="0" lang="zh-CN" altLang="en-US" sz="2400" b="0" i="0" u="none" strike="noStrike" cap="none" normalizeH="0" dirty="0">
                  <a:ln>
                    <a:noFill/>
                  </a:ln>
                  <a:solidFill>
                    <a:schemeClr val="bg1"/>
                  </a:solidFill>
                  <a:effectLst/>
                  <a:latin typeface="+mn-ea"/>
                  <a:ea typeface="+mn-ea"/>
                </a:rPr>
                <a:t>∝ 片重</a:t>
              </a:r>
              <a:endParaRPr kumimoji="0" lang="zh-CN" altLang="en-US" sz="2400" b="0" i="0" u="none" strike="noStrike" cap="none" normalizeH="0" baseline="-25000" dirty="0">
                <a:ln>
                  <a:noFill/>
                </a:ln>
                <a:solidFill>
                  <a:schemeClr val="bg1"/>
                </a:solidFill>
                <a:effectLst/>
                <a:latin typeface="+mn-ea"/>
                <a:ea typeface="+mn-ea"/>
              </a:endParaRPr>
            </a:p>
          </p:txBody>
        </p:sp>
      </p:grpSp>
      <p:grpSp>
        <p:nvGrpSpPr>
          <p:cNvPr id="60" name="组合 59"/>
          <p:cNvGrpSpPr/>
          <p:nvPr/>
        </p:nvGrpSpPr>
        <p:grpSpPr>
          <a:xfrm>
            <a:off x="-25400" y="4360863"/>
            <a:ext cx="9565952" cy="1587500"/>
            <a:chOff x="-25400" y="4360863"/>
            <a:chExt cx="9565952" cy="1587500"/>
          </a:xfrm>
        </p:grpSpPr>
        <p:grpSp>
          <p:nvGrpSpPr>
            <p:cNvPr id="62" name="组合 18"/>
            <p:cNvGrpSpPr/>
            <p:nvPr/>
          </p:nvGrpSpPr>
          <p:grpSpPr bwMode="auto">
            <a:xfrm>
              <a:off x="-25400" y="4360863"/>
              <a:ext cx="9180513" cy="1587500"/>
              <a:chOff x="0" y="0"/>
              <a:chExt cx="9181274" cy="1588274"/>
            </a:xfrm>
          </p:grpSpPr>
          <p:sp>
            <p:nvSpPr>
              <p:cNvPr id="6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7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63"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原理</a:t>
              </a:r>
            </a:p>
          </p:txBody>
        </p:sp>
        <p:sp>
          <p:nvSpPr>
            <p:cNvPr id="64"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压片流程</a:t>
              </a:r>
            </a:p>
          </p:txBody>
        </p:sp>
        <p:sp>
          <p:nvSpPr>
            <p:cNvPr id="65"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片重调节装置</a:t>
              </a:r>
            </a:p>
          </p:txBody>
        </p:sp>
        <p:sp>
          <p:nvSpPr>
            <p:cNvPr id="66"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p>
          </p:txBody>
        </p:sp>
        <p:sp>
          <p:nvSpPr>
            <p:cNvPr id="67" name="等腰三角形 24"/>
            <p:cNvSpPr>
              <a:spLocks noChangeArrowheads="1"/>
            </p:cNvSpPr>
            <p:nvPr/>
          </p:nvSpPr>
          <p:spPr bwMode="auto">
            <a:xfrm>
              <a:off x="3923928"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8"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操作</a:t>
              </a:r>
            </a:p>
          </p:txBody>
        </p:sp>
      </p:grpSp>
      <p:sp>
        <p:nvSpPr>
          <p:cNvPr id="71" name="灯片编号占位符 70"/>
          <p:cNvSpPr>
            <a:spLocks noGrp="1"/>
          </p:cNvSpPr>
          <p:nvPr>
            <p:ph type="sldNum" sz="quarter" idx="12"/>
          </p:nvPr>
        </p:nvSpPr>
        <p:spPr/>
        <p:txBody>
          <a:bodyPr/>
          <a:lstStyle/>
          <a:p>
            <a:pPr>
              <a:defRPr/>
            </a:pPr>
            <a:fld id="{B47DB1DE-F440-4B9A-AD37-957E1CAAA726}" type="slidenum">
              <a:rPr lang="en-US" altLang="zh-CN" smtClean="0"/>
              <a:t>3</a:t>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1000" tmFilter="0, 0; .2, .5; .8, .5; 1, 0"/>
                                        <p:tgtEl>
                                          <p:spTgt spid="45"/>
                                        </p:tgtEl>
                                      </p:cBhvr>
                                    </p:animEffect>
                                    <p:animScale>
                                      <p:cBhvr>
                                        <p:cTn id="21" dur="500" autoRev="1" fill="hold"/>
                                        <p:tgtEl>
                                          <p:spTgt spid="45"/>
                                        </p:tgtEl>
                                      </p:cBhvr>
                                      <p:by x="105000" y="105000"/>
                                    </p:animScale>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par>
                                <p:cTn id="26" presetID="22" presetClass="entr" presetSubtype="8"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1000"/>
                                        <p:tgtEl>
                                          <p:spTgt spid="2"/>
                                        </p:tgtEl>
                                      </p:cBhvr>
                                    </p:animEffect>
                                  </p:childTnLst>
                                </p:cTn>
                              </p:par>
                            </p:childTnLst>
                          </p:cTn>
                        </p:par>
                        <p:par>
                          <p:cTn id="29" fill="hold">
                            <p:stCondLst>
                              <p:cond delay="4000"/>
                            </p:stCondLst>
                            <p:childTnLst>
                              <p:par>
                                <p:cTn id="30" presetID="26" presetClass="emph" presetSubtype="0" fill="hold" nodeType="afterEffect">
                                  <p:stCondLst>
                                    <p:cond delay="0"/>
                                  </p:stCondLst>
                                  <p:childTnLst>
                                    <p:animEffect transition="out" filter="fade">
                                      <p:cBhvr>
                                        <p:cTn id="31" dur="1000" tmFilter="0, 0; .2, .5; .8, .5; 1, 0"/>
                                        <p:tgtEl>
                                          <p:spTgt spid="45"/>
                                        </p:tgtEl>
                                      </p:cBhvr>
                                    </p:animEffect>
                                    <p:animScale>
                                      <p:cBhvr>
                                        <p:cTn id="32" dur="500" autoRev="1" fill="hold"/>
                                        <p:tgtEl>
                                          <p:spTgt spid="45"/>
                                        </p:tgtEl>
                                      </p:cBhvr>
                                      <p:by x="105000" y="105000"/>
                                    </p:animScale>
                                  </p:childTnLst>
                                </p:cTn>
                              </p:par>
                            </p:childTnLst>
                          </p:cTn>
                        </p:par>
                        <p:par>
                          <p:cTn id="33" fill="hold">
                            <p:stCondLst>
                              <p:cond delay="5000"/>
                            </p:stCondLst>
                            <p:childTnLst>
                              <p:par>
                                <p:cTn id="34" presetID="10" presetClass="entr" presetSubtype="0" fill="hold" nodeType="after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childTnLst>
                                </p:cTn>
                              </p:par>
                            </p:childTnLst>
                          </p:cTn>
                        </p:par>
                        <p:par>
                          <p:cTn id="37" fill="hold">
                            <p:stCondLst>
                              <p:cond delay="6000"/>
                            </p:stCondLst>
                            <p:childTnLst>
                              <p:par>
                                <p:cTn id="38" presetID="26" presetClass="emph" presetSubtype="0" fill="hold" nodeType="afterEffect">
                                  <p:stCondLst>
                                    <p:cond delay="0"/>
                                  </p:stCondLst>
                                  <p:childTnLst>
                                    <p:animEffect transition="out" filter="fade">
                                      <p:cBhvr>
                                        <p:cTn id="39" dur="1000" tmFilter="0, 0; .2, .5; .8, .5; 1, 0"/>
                                        <p:tgtEl>
                                          <p:spTgt spid="45"/>
                                        </p:tgtEl>
                                      </p:cBhvr>
                                    </p:animEffect>
                                    <p:animScale>
                                      <p:cBhvr>
                                        <p:cTn id="40" dur="500" autoRev="1" fill="hold"/>
                                        <p:tgtEl>
                                          <p:spTgt spid="45"/>
                                        </p:tgtEl>
                                      </p:cBhvr>
                                      <p:by x="105000" y="105000"/>
                                    </p:animScale>
                                  </p:childTnLst>
                                </p:cTn>
                              </p:par>
                            </p:childTnLst>
                          </p:cTn>
                        </p:par>
                        <p:par>
                          <p:cTn id="41" fill="hold">
                            <p:stCondLst>
                              <p:cond delay="7000"/>
                            </p:stCondLst>
                            <p:childTnLst>
                              <p:par>
                                <p:cTn id="42" presetID="26" presetClass="emph" presetSubtype="0" fill="hold" nodeType="afterEffect">
                                  <p:stCondLst>
                                    <p:cond delay="0"/>
                                  </p:stCondLst>
                                  <p:childTnLst>
                                    <p:animEffect transition="out" filter="fade">
                                      <p:cBhvr>
                                        <p:cTn id="43" dur="1000" tmFilter="0, 0; .2, .5; .8, .5; 1, 0"/>
                                        <p:tgtEl>
                                          <p:spTgt spid="9"/>
                                        </p:tgtEl>
                                      </p:cBhvr>
                                    </p:animEffect>
                                    <p:animScale>
                                      <p:cBhvr>
                                        <p:cTn id="44" dur="500" autoRev="1" fill="hold"/>
                                        <p:tgtEl>
                                          <p:spTgt spid="9"/>
                                        </p:tgtEl>
                                      </p:cBhvr>
                                      <p:by x="105000" y="105000"/>
                                    </p:animScale>
                                  </p:childTnLst>
                                </p:cTn>
                              </p:par>
                            </p:childTnLst>
                          </p:cTn>
                        </p:par>
                        <p:par>
                          <p:cTn id="45" fill="hold">
                            <p:stCondLst>
                              <p:cond delay="8000"/>
                            </p:stCondLst>
                            <p:childTnLst>
                              <p:par>
                                <p:cTn id="46" presetID="26" presetClass="emph" presetSubtype="0" fill="hold" nodeType="afterEffect">
                                  <p:stCondLst>
                                    <p:cond delay="0"/>
                                  </p:stCondLst>
                                  <p:childTnLst>
                                    <p:animEffect transition="out" filter="fade">
                                      <p:cBhvr>
                                        <p:cTn id="47" dur="1000" tmFilter="0, 0; .2, .5; .8, .5; 1, 0"/>
                                        <p:tgtEl>
                                          <p:spTgt spid="9"/>
                                        </p:tgtEl>
                                      </p:cBhvr>
                                    </p:animEffect>
                                    <p:animScale>
                                      <p:cBhvr>
                                        <p:cTn id="48" dur="500" autoRev="1" fill="hold"/>
                                        <p:tgtEl>
                                          <p:spTgt spid="9"/>
                                        </p:tgtEl>
                                      </p:cBhvr>
                                      <p:by x="105000" y="105000"/>
                                    </p:animScale>
                                  </p:childTnLst>
                                </p:cTn>
                              </p:par>
                            </p:childTnLst>
                          </p:cTn>
                        </p:par>
                        <p:par>
                          <p:cTn id="49" fill="hold">
                            <p:stCondLst>
                              <p:cond delay="9000"/>
                            </p:stCondLst>
                            <p:childTnLst>
                              <p:par>
                                <p:cTn id="50" presetID="26" presetClass="emph" presetSubtype="0" fill="hold" nodeType="afterEffect">
                                  <p:stCondLst>
                                    <p:cond delay="0"/>
                                  </p:stCondLst>
                                  <p:childTnLst>
                                    <p:animEffect transition="out" filter="fade">
                                      <p:cBhvr>
                                        <p:cTn id="51" dur="1000" tmFilter="0, 0; .2, .5; .8, .5; 1, 0"/>
                                        <p:tgtEl>
                                          <p:spTgt spid="9"/>
                                        </p:tgtEl>
                                      </p:cBhvr>
                                    </p:animEffect>
                                    <p:animScale>
                                      <p:cBhvr>
                                        <p:cTn id="52" dur="50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1127225" y="1160696"/>
            <a:ext cx="3888432" cy="156966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          当上下冲随转盘转过上下压轮时即完成压片流程，此时上下压轮的</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距离即决定了片剂成品</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的最终厚度。</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3" name="图片 2"/>
          <p:cNvPicPr>
            <a:picLocks noChangeAspect="1"/>
          </p:cNvPicPr>
          <p:nvPr/>
        </p:nvPicPr>
        <p:blipFill rotWithShape="1">
          <a:blip r:embed="rId2" cstate="print"/>
          <a:srcRect l="10224" t="1281" r="4991" b="2957"/>
          <a:stretch>
            <a:fillRect/>
          </a:stretch>
        </p:blipFill>
        <p:spPr>
          <a:xfrm>
            <a:off x="4223249" y="1535668"/>
            <a:ext cx="2736000" cy="3600000"/>
          </a:xfrm>
          <a:prstGeom prst="rect">
            <a:avLst/>
          </a:prstGeom>
          <a:effectLst>
            <a:softEdge rad="50800"/>
          </a:effectLst>
        </p:spPr>
      </p:pic>
      <p:cxnSp>
        <p:nvCxnSpPr>
          <p:cNvPr id="62477" name="直接连接符 2"/>
          <p:cNvCxnSpPr>
            <a:cxnSpLocks noChangeShapeType="1"/>
          </p:cNvCxnSpPr>
          <p:nvPr/>
        </p:nvCxnSpPr>
        <p:spPr bwMode="auto">
          <a:xfrm flipV="1">
            <a:off x="1410415" y="1383158"/>
            <a:ext cx="3954502" cy="1982116"/>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60" name="组合 59"/>
          <p:cNvGrpSpPr/>
          <p:nvPr/>
        </p:nvGrpSpPr>
        <p:grpSpPr>
          <a:xfrm>
            <a:off x="5724130" y="2779602"/>
            <a:ext cx="3046610" cy="718420"/>
            <a:chOff x="4464637" y="2343830"/>
            <a:chExt cx="2887410" cy="718420"/>
          </a:xfrm>
        </p:grpSpPr>
        <p:cxnSp>
          <p:nvCxnSpPr>
            <p:cNvPr id="62" name="直接箭头连接符 61"/>
            <p:cNvCxnSpPr>
              <a:stCxn id="63" idx="1"/>
            </p:cNvCxnSpPr>
            <p:nvPr/>
          </p:nvCxnSpPr>
          <p:spPr bwMode="auto">
            <a:xfrm flipH="1">
              <a:off x="4464637" y="2703040"/>
              <a:ext cx="1376389" cy="196856"/>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3" name="圆角矩形 62"/>
            <p:cNvSpPr/>
            <p:nvPr/>
          </p:nvSpPr>
          <p:spPr bwMode="auto">
            <a:xfrm>
              <a:off x="5841026" y="2343830"/>
              <a:ext cx="1511021" cy="71842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bg1"/>
                  </a:solidFill>
                  <a:effectLst/>
                  <a:latin typeface="+mj-ea"/>
                  <a:ea typeface="+mj-ea"/>
                </a:rPr>
                <a:t>L</a:t>
              </a:r>
              <a:r>
                <a:rPr kumimoji="0" lang="zh-CN" altLang="en-US" sz="2000" b="0" i="0" u="none" strike="noStrike" cap="none" normalizeH="0" baseline="-25000" dirty="0">
                  <a:ln>
                    <a:noFill/>
                  </a:ln>
                  <a:solidFill>
                    <a:schemeClr val="bg1"/>
                  </a:solidFill>
                  <a:effectLst/>
                  <a:latin typeface="+mj-ea"/>
                  <a:ea typeface="+mj-ea"/>
                </a:rPr>
                <a:t>上下压轮</a:t>
              </a:r>
              <a:endParaRPr kumimoji="0" lang="en-US" altLang="zh-CN" sz="2000" b="0" i="0" u="none" strike="noStrike" cap="none" normalizeH="0" baseline="-25000" dirty="0">
                <a:ln>
                  <a:noFill/>
                </a:ln>
                <a:solidFill>
                  <a:schemeClr val="bg1"/>
                </a:solidFill>
                <a:effectLst/>
                <a:latin typeface="+mj-ea"/>
                <a:ea typeface="+mj-ea"/>
              </a:endParaRPr>
            </a:p>
            <a:p>
              <a:pPr marL="0" marR="0" indent="0" algn="r"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2000" dirty="0">
                  <a:solidFill>
                    <a:schemeClr val="bg1"/>
                  </a:solidFill>
                  <a:latin typeface="+mj-ea"/>
                  <a:ea typeface="+mj-ea"/>
                </a:rPr>
                <a:t>    </a:t>
              </a:r>
              <a:r>
                <a:rPr kumimoji="0" lang="zh-CN" altLang="en-US" sz="2000" b="0" i="0" u="none" strike="noStrike" cap="none" normalizeH="0" dirty="0">
                  <a:ln>
                    <a:noFill/>
                  </a:ln>
                  <a:solidFill>
                    <a:schemeClr val="bg1"/>
                  </a:solidFill>
                  <a:effectLst/>
                  <a:latin typeface="+mj-ea"/>
                  <a:ea typeface="+mj-ea"/>
                </a:rPr>
                <a:t>∝ 片厚</a:t>
              </a:r>
              <a:endParaRPr kumimoji="0" lang="zh-CN" altLang="en-US" sz="2000" b="0" i="0" u="none" strike="noStrike" cap="none" normalizeH="0" baseline="-25000" dirty="0">
                <a:ln>
                  <a:noFill/>
                </a:ln>
                <a:solidFill>
                  <a:schemeClr val="bg1"/>
                </a:solidFill>
                <a:effectLst/>
                <a:latin typeface="+mj-ea"/>
                <a:ea typeface="+mj-ea"/>
              </a:endParaRPr>
            </a:p>
          </p:txBody>
        </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原理</a:t>
              </a: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压片流程</a:t>
              </a: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片重调节装置</a:t>
              </a:r>
            </a:p>
          </p:txBody>
        </p:sp>
        <p:sp>
          <p:nvSpPr>
            <p:cNvPr id="52"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片厚调节装置</a:t>
              </a:r>
            </a:p>
          </p:txBody>
        </p:sp>
        <p:sp>
          <p:nvSpPr>
            <p:cNvPr id="53" name="等腰三角形 24"/>
            <p:cNvSpPr>
              <a:spLocks noChangeArrowheads="1"/>
            </p:cNvSpPr>
            <p:nvPr/>
          </p:nvSpPr>
          <p:spPr bwMode="auto">
            <a:xfrm>
              <a:off x="6372324"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操作</a:t>
              </a: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t>4</a:t>
            </a:fld>
            <a:endParaRPr lang="en-US" altLang="zh-CN"/>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2" presetClass="entr" presetSubtype="4"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1000"/>
                                        <p:tgtEl>
                                          <p:spTgt spid="3"/>
                                        </p:tgtEl>
                                      </p:cBhvr>
                                    </p:animEffect>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childTnLst>
                          </p:cTn>
                        </p:par>
                        <p:par>
                          <p:cTn id="26" fill="hold">
                            <p:stCondLst>
                              <p:cond delay="4000"/>
                            </p:stCondLst>
                            <p:childTnLst>
                              <p:par>
                                <p:cTn id="27" presetID="26" presetClass="emph" presetSubtype="0" fill="hold" nodeType="afterEffect">
                                  <p:stCondLst>
                                    <p:cond delay="0"/>
                                  </p:stCondLst>
                                  <p:childTnLst>
                                    <p:animEffect transition="out" filter="fade">
                                      <p:cBhvr>
                                        <p:cTn id="28" dur="1000" tmFilter="0, 0; .2, .5; .8, .5; 1, 0"/>
                                        <p:tgtEl>
                                          <p:spTgt spid="45"/>
                                        </p:tgtEl>
                                      </p:cBhvr>
                                    </p:animEffect>
                                    <p:animScale>
                                      <p:cBhvr>
                                        <p:cTn id="29" dur="500" autoRev="1" fill="hold"/>
                                        <p:tgtEl>
                                          <p:spTgt spid="45"/>
                                        </p:tgtEl>
                                      </p:cBhvr>
                                      <p:by x="105000" y="105000"/>
                                    </p:animScale>
                                  </p:childTnLst>
                                </p:cTn>
                              </p:par>
                            </p:childTnLst>
                          </p:cTn>
                        </p:par>
                        <p:par>
                          <p:cTn id="30" fill="hold">
                            <p:stCondLst>
                              <p:cond delay="5000"/>
                            </p:stCondLst>
                            <p:childTnLst>
                              <p:par>
                                <p:cTn id="31" presetID="26" presetClass="emph" presetSubtype="0" fill="hold" nodeType="afterEffect">
                                  <p:stCondLst>
                                    <p:cond delay="0"/>
                                  </p:stCondLst>
                                  <p:childTnLst>
                                    <p:animEffect transition="out" filter="fade">
                                      <p:cBhvr>
                                        <p:cTn id="32" dur="1000" tmFilter="0, 0; .2, .5; .8, .5; 1, 0"/>
                                        <p:tgtEl>
                                          <p:spTgt spid="45"/>
                                        </p:tgtEl>
                                      </p:cBhvr>
                                    </p:animEffect>
                                    <p:animScale>
                                      <p:cBhvr>
                                        <p:cTn id="33" dur="500" autoRev="1" fill="hold"/>
                                        <p:tgtEl>
                                          <p:spTgt spid="45"/>
                                        </p:tgtEl>
                                      </p:cBhvr>
                                      <p:by x="105000" y="105000"/>
                                    </p:animScale>
                                  </p:childTnLst>
                                </p:cTn>
                              </p:par>
                            </p:childTnLst>
                          </p:cTn>
                        </p:par>
                        <p:par>
                          <p:cTn id="34" fill="hold">
                            <p:stCondLst>
                              <p:cond delay="6000"/>
                            </p:stCondLst>
                            <p:childTnLst>
                              <p:par>
                                <p:cTn id="35" presetID="26" presetClass="emph" presetSubtype="0" fill="hold" nodeType="afterEffect">
                                  <p:stCondLst>
                                    <p:cond delay="0"/>
                                  </p:stCondLst>
                                  <p:childTnLst>
                                    <p:animEffect transition="out" filter="fade">
                                      <p:cBhvr>
                                        <p:cTn id="36" dur="1000" tmFilter="0, 0; .2, .5; .8, .5; 1, 0"/>
                                        <p:tgtEl>
                                          <p:spTgt spid="45"/>
                                        </p:tgtEl>
                                      </p:cBhvr>
                                    </p:animEffect>
                                    <p:animScale>
                                      <p:cBhvr>
                                        <p:cTn id="37" dur="500" autoRev="1" fill="hold"/>
                                        <p:tgtEl>
                                          <p:spTgt spid="45"/>
                                        </p:tgtEl>
                                      </p:cBhvr>
                                      <p:by x="105000" y="105000"/>
                                    </p:animScale>
                                  </p:childTnLst>
                                </p:cTn>
                              </p:par>
                            </p:childTnLst>
                          </p:cTn>
                        </p:par>
                        <p:par>
                          <p:cTn id="38" fill="hold">
                            <p:stCondLst>
                              <p:cond delay="7000"/>
                            </p:stCondLst>
                            <p:childTnLst>
                              <p:par>
                                <p:cTn id="39" presetID="10" presetClass="entr" presetSubtype="0" fill="hold" nodeType="after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1000"/>
                                        <p:tgtEl>
                                          <p:spTgt spid="60"/>
                                        </p:tgtEl>
                                      </p:cBhvr>
                                    </p:animEffect>
                                  </p:childTnLst>
                                </p:cTn>
                              </p:par>
                            </p:childTnLst>
                          </p:cTn>
                        </p:par>
                        <p:par>
                          <p:cTn id="42" fill="hold">
                            <p:stCondLst>
                              <p:cond delay="8000"/>
                            </p:stCondLst>
                            <p:childTnLst>
                              <p:par>
                                <p:cTn id="43" presetID="26" presetClass="emph" presetSubtype="0" fill="hold" nodeType="afterEffect">
                                  <p:stCondLst>
                                    <p:cond delay="0"/>
                                  </p:stCondLst>
                                  <p:childTnLst>
                                    <p:animEffect transition="out" filter="fade">
                                      <p:cBhvr>
                                        <p:cTn id="44" dur="1000" tmFilter="0, 0; .2, .5; .8, .5; 1, 0"/>
                                        <p:tgtEl>
                                          <p:spTgt spid="60"/>
                                        </p:tgtEl>
                                      </p:cBhvr>
                                    </p:animEffect>
                                    <p:animScale>
                                      <p:cBhvr>
                                        <p:cTn id="45" dur="500" autoRev="1" fill="hold"/>
                                        <p:tgtEl>
                                          <p:spTgt spid="60"/>
                                        </p:tgtEl>
                                      </p:cBhvr>
                                      <p:by x="105000" y="105000"/>
                                    </p:animScale>
                                  </p:childTnLst>
                                </p:cTn>
                              </p:par>
                            </p:childTnLst>
                          </p:cTn>
                        </p:par>
                        <p:par>
                          <p:cTn id="46" fill="hold">
                            <p:stCondLst>
                              <p:cond delay="9000"/>
                            </p:stCondLst>
                            <p:childTnLst>
                              <p:par>
                                <p:cTn id="47" presetID="26" presetClass="emph" presetSubtype="0" fill="hold" nodeType="afterEffect">
                                  <p:stCondLst>
                                    <p:cond delay="0"/>
                                  </p:stCondLst>
                                  <p:childTnLst>
                                    <p:animEffect transition="out" filter="fade">
                                      <p:cBhvr>
                                        <p:cTn id="48" dur="1000" tmFilter="0, 0; .2, .5; .8, .5; 1, 0"/>
                                        <p:tgtEl>
                                          <p:spTgt spid="60"/>
                                        </p:tgtEl>
                                      </p:cBhvr>
                                    </p:animEffect>
                                    <p:animScale>
                                      <p:cBhvr>
                                        <p:cTn id="49" dur="500" autoRev="1" fill="hold"/>
                                        <p:tgtEl>
                                          <p:spTgt spid="60"/>
                                        </p:tgtEl>
                                      </p:cBhvr>
                                      <p:by x="105000" y="105000"/>
                                    </p:animScale>
                                  </p:childTnLst>
                                </p:cTn>
                              </p:par>
                            </p:childTnLst>
                          </p:cTn>
                        </p:par>
                        <p:par>
                          <p:cTn id="50" fill="hold">
                            <p:stCondLst>
                              <p:cond delay="10000"/>
                            </p:stCondLst>
                            <p:childTnLst>
                              <p:par>
                                <p:cTn id="51" presetID="26" presetClass="emph" presetSubtype="0" fill="hold" nodeType="afterEffect">
                                  <p:stCondLst>
                                    <p:cond delay="0"/>
                                  </p:stCondLst>
                                  <p:childTnLst>
                                    <p:animEffect transition="out" filter="fade">
                                      <p:cBhvr>
                                        <p:cTn id="52" dur="1000" tmFilter="0, 0; .2, .5; .8, .5; 1, 0"/>
                                        <p:tgtEl>
                                          <p:spTgt spid="60"/>
                                        </p:tgtEl>
                                      </p:cBhvr>
                                    </p:animEffect>
                                    <p:animScale>
                                      <p:cBhvr>
                                        <p:cTn id="53" dur="50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2"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压片流程</a:t>
            </a:r>
          </a:p>
        </p:txBody>
      </p: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grpSp>
        <p:nvGrpSpPr>
          <p:cNvPr id="47" name="组合 27"/>
          <p:cNvGrpSpPr/>
          <p:nvPr/>
        </p:nvGrpSpPr>
        <p:grpSpPr bwMode="auto">
          <a:xfrm>
            <a:off x="8019483" y="4068972"/>
            <a:ext cx="950888" cy="674595"/>
            <a:chOff x="0" y="0"/>
            <a:chExt cx="1227334" cy="871712"/>
          </a:xfrm>
        </p:grpSpPr>
        <p:sp>
          <p:nvSpPr>
            <p:cNvPr id="48" name="椭圆 28"/>
            <p:cNvSpPr>
              <a:spLocks noChangeArrowheads="1"/>
            </p:cNvSpPr>
            <p:nvPr/>
          </p:nvSpPr>
          <p:spPr bwMode="auto">
            <a:xfrm>
              <a:off x="136229" y="0"/>
              <a:ext cx="415637" cy="415637"/>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9" name="椭圆 29"/>
            <p:cNvSpPr>
              <a:spLocks noChangeArrowheads="1"/>
            </p:cNvSpPr>
            <p:nvPr/>
          </p:nvSpPr>
          <p:spPr bwMode="auto">
            <a:xfrm>
              <a:off x="551866" y="79525"/>
              <a:ext cx="338512" cy="338512"/>
            </a:xfrm>
            <a:prstGeom prst="ellipse">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0" name="圆角矩形 30"/>
            <p:cNvSpPr>
              <a:spLocks noChangeArrowheads="1"/>
            </p:cNvSpPr>
            <p:nvPr/>
          </p:nvSpPr>
          <p:spPr bwMode="auto">
            <a:xfrm>
              <a:off x="94653" y="415637"/>
              <a:ext cx="883901" cy="456075"/>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1" name="圆角矩形 31"/>
            <p:cNvSpPr>
              <a:spLocks noChangeArrowheads="1"/>
            </p:cNvSpPr>
            <p:nvPr/>
          </p:nvSpPr>
          <p:spPr bwMode="auto">
            <a:xfrm>
              <a:off x="0" y="472436"/>
              <a:ext cx="162543" cy="225483"/>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2" name="圆角矩形 32"/>
            <p:cNvSpPr>
              <a:spLocks noChangeArrowheads="1"/>
            </p:cNvSpPr>
            <p:nvPr/>
          </p:nvSpPr>
          <p:spPr bwMode="auto">
            <a:xfrm>
              <a:off x="1043254" y="497563"/>
              <a:ext cx="184080" cy="312379"/>
            </a:xfrm>
            <a:prstGeom prst="roundRect">
              <a:avLst>
                <a:gd name="adj" fmla="val 16667"/>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3" name="梯形 33"/>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grpSp>
        <p:nvGrpSpPr>
          <p:cNvPr id="45" name="组合 6"/>
          <p:cNvGrpSpPr>
            <a:grpSpLocks noChangeAspect="1"/>
          </p:cNvGrpSpPr>
          <p:nvPr/>
        </p:nvGrpSpPr>
        <p:grpSpPr bwMode="auto">
          <a:xfrm>
            <a:off x="1423806" y="3842688"/>
            <a:ext cx="843938" cy="544144"/>
            <a:chOff x="0" y="0"/>
            <a:chExt cx="1227334" cy="871712"/>
          </a:xfrm>
        </p:grpSpPr>
        <p:sp>
          <p:nvSpPr>
            <p:cNvPr id="46" name="椭圆 2"/>
            <p:cNvSpPr>
              <a:spLocks noChangeArrowheads="1"/>
            </p:cNvSpPr>
            <p:nvPr/>
          </p:nvSpPr>
          <p:spPr bwMode="auto">
            <a:xfrm>
              <a:off x="136229" y="0"/>
              <a:ext cx="415637" cy="415637"/>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4" name="椭圆 45"/>
            <p:cNvSpPr>
              <a:spLocks noChangeArrowheads="1"/>
            </p:cNvSpPr>
            <p:nvPr/>
          </p:nvSpPr>
          <p:spPr bwMode="auto">
            <a:xfrm>
              <a:off x="551866" y="79525"/>
              <a:ext cx="338512" cy="338512"/>
            </a:xfrm>
            <a:prstGeom prst="ellipse">
              <a:avLst/>
            </a:prstGeom>
            <a:solidFill>
              <a:schemeClr val="accent2"/>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5" name="圆角矩形 3"/>
            <p:cNvSpPr>
              <a:spLocks noChangeArrowheads="1"/>
            </p:cNvSpPr>
            <p:nvPr/>
          </p:nvSpPr>
          <p:spPr bwMode="auto">
            <a:xfrm>
              <a:off x="94653" y="415637"/>
              <a:ext cx="883901" cy="456075"/>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6" name="圆角矩形 4"/>
            <p:cNvSpPr>
              <a:spLocks noChangeArrowheads="1"/>
            </p:cNvSpPr>
            <p:nvPr/>
          </p:nvSpPr>
          <p:spPr bwMode="auto">
            <a:xfrm>
              <a:off x="0" y="472436"/>
              <a:ext cx="162543" cy="225483"/>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7" name="圆角矩形 48"/>
            <p:cNvSpPr>
              <a:spLocks noChangeArrowheads="1"/>
            </p:cNvSpPr>
            <p:nvPr/>
          </p:nvSpPr>
          <p:spPr bwMode="auto">
            <a:xfrm>
              <a:off x="1043254" y="497563"/>
              <a:ext cx="184080" cy="312379"/>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58" name="梯形 5"/>
            <p:cNvSpPr>
              <a:spLocks noChangeArrowheads="1"/>
            </p:cNvSpPr>
            <p:nvPr/>
          </p:nvSpPr>
          <p:spPr bwMode="auto">
            <a:xfrm rot="16200000" flipV="1">
              <a:off x="853622" y="553501"/>
              <a:ext cx="256062" cy="200502"/>
            </a:xfrm>
            <a:custGeom>
              <a:avLst/>
              <a:gdLst>
                <a:gd name="T0" fmla="*/ 231001 w 21600"/>
                <a:gd name="T1" fmla="*/ 100251 h 21600"/>
                <a:gd name="T2" fmla="*/ 128031 w 21600"/>
                <a:gd name="T3" fmla="*/ 200502 h 21600"/>
                <a:gd name="T4" fmla="*/ 25061 w 21600"/>
                <a:gd name="T5" fmla="*/ 100251 h 21600"/>
                <a:gd name="T6" fmla="*/ 128031 w 21600"/>
                <a:gd name="T7" fmla="*/ 0 h 21600"/>
                <a:gd name="T8" fmla="*/ 0 60000 65536"/>
                <a:gd name="T9" fmla="*/ 0 60000 65536"/>
                <a:gd name="T10" fmla="*/ 0 60000 65536"/>
                <a:gd name="T11" fmla="*/ 0 60000 65536"/>
                <a:gd name="T12" fmla="*/ 3914 w 21600"/>
                <a:gd name="T13" fmla="*/ 3914 h 21600"/>
                <a:gd name="T14" fmla="*/ 17686 w 21600"/>
                <a:gd name="T15" fmla="*/ 17686 h 21600"/>
              </a:gdLst>
              <a:ahLst/>
              <a:cxnLst>
                <a:cxn ang="T8">
                  <a:pos x="T0" y="T1"/>
                </a:cxn>
                <a:cxn ang="T9">
                  <a:pos x="T2" y="T3"/>
                </a:cxn>
                <a:cxn ang="T10">
                  <a:pos x="T4" y="T5"/>
                </a:cxn>
                <a:cxn ang="T11">
                  <a:pos x="T6" y="T7"/>
                </a:cxn>
              </a:cxnLst>
              <a:rect l="T12" t="T13" r="T14" b="T15"/>
              <a:pathLst>
                <a:path w="21600" h="21600">
                  <a:moveTo>
                    <a:pt x="0" y="0"/>
                  </a:moveTo>
                  <a:lnTo>
                    <a:pt x="4228" y="21600"/>
                  </a:lnTo>
                  <a:lnTo>
                    <a:pt x="17372" y="21600"/>
                  </a:lnTo>
                  <a:lnTo>
                    <a:pt x="21600" y="0"/>
                  </a:lnTo>
                  <a:close/>
                </a:path>
              </a:pathLst>
            </a:cu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cxnSp>
        <p:nvCxnSpPr>
          <p:cNvPr id="59" name="直接连接符 2"/>
          <p:cNvCxnSpPr>
            <a:cxnSpLocks noChangeShapeType="1"/>
          </p:cNvCxnSpPr>
          <p:nvPr/>
        </p:nvCxnSpPr>
        <p:spPr bwMode="auto">
          <a:xfrm flipV="1">
            <a:off x="2262378" y="3617763"/>
            <a:ext cx="1310532" cy="53588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cxnSp>
        <p:nvCxnSpPr>
          <p:cNvPr id="61" name="直接连接符 2"/>
          <p:cNvCxnSpPr>
            <a:cxnSpLocks noChangeShapeType="1"/>
          </p:cNvCxnSpPr>
          <p:nvPr/>
        </p:nvCxnSpPr>
        <p:spPr bwMode="auto">
          <a:xfrm>
            <a:off x="2267110" y="4354050"/>
            <a:ext cx="1305800" cy="46527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sp>
        <p:nvSpPr>
          <p:cNvPr id="65551" name="矩形 15"/>
          <p:cNvSpPr>
            <a:spLocks noChangeArrowheads="1"/>
          </p:cNvSpPr>
          <p:nvPr/>
        </p:nvSpPr>
        <p:spPr bwMode="auto">
          <a:xfrm>
            <a:off x="755576" y="1062524"/>
            <a:ext cx="6265837" cy="1938992"/>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         此时药物颗粒由料斗通过月形栅式加料器流入位于其下方不停旋转平台中模孔中，当上冲与下冲转动到两个压轮之</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间时，将颗粒压成片。随后下冲抬起，</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将片剂推出，完成一个</a:t>
            </a:r>
            <a:endParaRPr lang="en-US" altLang="zh-CN" sz="1600" dirty="0">
              <a:solidFill>
                <a:srgbClr val="0070C0"/>
              </a:solidFill>
              <a:latin typeface="Franklin Gothic Medium" panose="020B0603020102020204" pitchFamily="34" charset="0"/>
              <a:ea typeface="微软雅黑" panose="020B0503020204020204" pitchFamily="34" charset="-122"/>
            </a:endParaRPr>
          </a:p>
          <a:p>
            <a:pPr eaLnBrk="1" hangingPunct="1">
              <a:lnSpc>
                <a:spcPct val="150000"/>
              </a:lnSpc>
            </a:pPr>
            <a:r>
              <a:rPr lang="zh-CN" altLang="en-US" sz="1600" dirty="0">
                <a:solidFill>
                  <a:srgbClr val="0070C0"/>
                </a:solidFill>
                <a:latin typeface="Franklin Gothic Medium" panose="020B0603020102020204" pitchFamily="34" charset="0"/>
                <a:ea typeface="微软雅黑" panose="020B0503020204020204" pitchFamily="34" charset="-122"/>
              </a:rPr>
              <a:t>片剂压制流程。</a:t>
            </a:r>
          </a:p>
        </p:txBody>
      </p:sp>
      <p:cxnSp>
        <p:nvCxnSpPr>
          <p:cNvPr id="62477" name="直接连接符 2"/>
          <p:cNvCxnSpPr>
            <a:cxnSpLocks noChangeShapeType="1"/>
          </p:cNvCxnSpPr>
          <p:nvPr/>
        </p:nvCxnSpPr>
        <p:spPr bwMode="auto">
          <a:xfrm flipV="1">
            <a:off x="1379941" y="1489348"/>
            <a:ext cx="6000371" cy="1876001"/>
          </a:xfrm>
          <a:prstGeom prst="line">
            <a:avLst/>
          </a:prstGeom>
          <a:noFill/>
          <a:ln w="12700">
            <a:solidFill>
              <a:srgbClr val="808080"/>
            </a:solidFill>
            <a:round/>
            <a:tailEnd type="oval" w="med" len="med"/>
          </a:ln>
          <a:extLst>
            <a:ext uri="{909E8E84-426E-40DD-AFC4-6F175D3DCCD1}">
              <a14:hiddenFill xmlns:a14="http://schemas.microsoft.com/office/drawing/2010/main">
                <a:noFill/>
              </a14:hiddenFill>
            </a:ext>
          </a:extLst>
        </p:spPr>
      </p:cxn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0" name="组合 59"/>
          <p:cNvGrpSpPr/>
          <p:nvPr/>
        </p:nvGrpSpPr>
        <p:grpSpPr>
          <a:xfrm>
            <a:off x="-25400" y="4366344"/>
            <a:ext cx="9565952" cy="1587500"/>
            <a:chOff x="-25400" y="4360863"/>
            <a:chExt cx="9565952" cy="1587500"/>
          </a:xfrm>
        </p:grpSpPr>
        <p:grpSp>
          <p:nvGrpSpPr>
            <p:cNvPr id="62" name="组合 18"/>
            <p:cNvGrpSpPr/>
            <p:nvPr/>
          </p:nvGrpSpPr>
          <p:grpSpPr bwMode="auto">
            <a:xfrm>
              <a:off x="-25400" y="4360863"/>
              <a:ext cx="9180513" cy="1587500"/>
              <a:chOff x="0" y="0"/>
              <a:chExt cx="9181274" cy="1588274"/>
            </a:xfrm>
          </p:grpSpPr>
          <p:sp>
            <p:nvSpPr>
              <p:cNvPr id="69"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70"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63"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原理</a:t>
              </a:r>
            </a:p>
          </p:txBody>
        </p:sp>
        <p:sp>
          <p:nvSpPr>
            <p:cNvPr id="64"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压片流程</a:t>
              </a:r>
            </a:p>
          </p:txBody>
        </p:sp>
        <p:sp>
          <p:nvSpPr>
            <p:cNvPr id="65"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片重调节装置</a:t>
              </a:r>
            </a:p>
          </p:txBody>
        </p:sp>
        <p:sp>
          <p:nvSpPr>
            <p:cNvPr id="66"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p>
          </p:txBody>
        </p:sp>
        <p:sp>
          <p:nvSpPr>
            <p:cNvPr id="67" name="等腰三角形 24"/>
            <p:cNvSpPr>
              <a:spLocks noChangeArrowheads="1"/>
            </p:cNvSpPr>
            <p:nvPr/>
          </p:nvSpPr>
          <p:spPr bwMode="auto">
            <a:xfrm>
              <a:off x="2195860"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8"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操作</a:t>
              </a:r>
            </a:p>
          </p:txBody>
        </p:sp>
      </p:grpSp>
      <p:sp>
        <p:nvSpPr>
          <p:cNvPr id="71" name="灯片编号占位符 70"/>
          <p:cNvSpPr>
            <a:spLocks noGrp="1"/>
          </p:cNvSpPr>
          <p:nvPr>
            <p:ph type="sldNum" sz="quarter" idx="12"/>
          </p:nvPr>
        </p:nvSpPr>
        <p:spPr/>
        <p:txBody>
          <a:bodyPr/>
          <a:lstStyle/>
          <a:p>
            <a:pPr>
              <a:defRPr/>
            </a:pPr>
            <a:fld id="{B47DB1DE-F440-4B9A-AD37-957E1CAAA726}" type="slidenum">
              <a:rPr lang="en-US" altLang="zh-CN" smtClean="0"/>
              <a:t>5</a:t>
            </a:fld>
            <a:endParaRPr lang="en-US" altLang="zh-CN"/>
          </a:p>
        </p:txBody>
      </p:sp>
      <p:pic>
        <p:nvPicPr>
          <p:cNvPr id="1026" name="Picture 2">
            <a:extLst>
              <a:ext uri="{FF2B5EF4-FFF2-40B4-BE49-F238E27FC236}">
                <a16:creationId xmlns:a16="http://schemas.microsoft.com/office/drawing/2014/main" id="{388CFF0A-F34D-4150-034A-D7C1D41F0A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328" b="5899"/>
          <a:stretch/>
        </p:blipFill>
        <p:spPr bwMode="auto">
          <a:xfrm>
            <a:off x="4212131" y="2635053"/>
            <a:ext cx="3545087" cy="2276283"/>
          </a:xfrm>
          <a:prstGeom prst="rect">
            <a:avLst/>
          </a:prstGeom>
          <a:noFill/>
          <a:extLst>
            <a:ext uri="{909E8E84-426E-40DD-AFC4-6F175D3DCCD1}">
              <a14:hiddenFill xmlns:a14="http://schemas.microsoft.com/office/drawing/2010/main">
                <a:solidFill>
                  <a:srgbClr val="FFFFFF"/>
                </a:solidFill>
              </a14:hiddenFill>
            </a:ext>
          </a:extLst>
        </p:spPr>
      </p:pic>
      <p:grpSp>
        <p:nvGrpSpPr>
          <p:cNvPr id="2" name="组合 1">
            <a:extLst>
              <a:ext uri="{FF2B5EF4-FFF2-40B4-BE49-F238E27FC236}">
                <a16:creationId xmlns:a16="http://schemas.microsoft.com/office/drawing/2014/main" id="{C20F7F82-2007-2255-96F3-32527B0A311C}"/>
              </a:ext>
            </a:extLst>
          </p:cNvPr>
          <p:cNvGrpSpPr/>
          <p:nvPr/>
        </p:nvGrpSpPr>
        <p:grpSpPr>
          <a:xfrm>
            <a:off x="6380104" y="3138292"/>
            <a:ext cx="2518959" cy="774817"/>
            <a:chOff x="4964716" y="2343830"/>
            <a:chExt cx="2387331" cy="774817"/>
          </a:xfrm>
        </p:grpSpPr>
        <p:cxnSp>
          <p:nvCxnSpPr>
            <p:cNvPr id="3" name="直接箭头连接符 61">
              <a:extLst>
                <a:ext uri="{FF2B5EF4-FFF2-40B4-BE49-F238E27FC236}">
                  <a16:creationId xmlns:a16="http://schemas.microsoft.com/office/drawing/2014/main" id="{7CB89AAA-9D2C-D39E-B587-9219D9FE2614}"/>
                </a:ext>
              </a:extLst>
            </p:cNvPr>
            <p:cNvCxnSpPr>
              <a:stCxn id="4" idx="1"/>
            </p:cNvCxnSpPr>
            <p:nvPr/>
          </p:nvCxnSpPr>
          <p:spPr bwMode="auto">
            <a:xfrm flipH="1">
              <a:off x="4964716" y="2520302"/>
              <a:ext cx="876310" cy="598345"/>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圆角矩形 3">
              <a:extLst>
                <a:ext uri="{FF2B5EF4-FFF2-40B4-BE49-F238E27FC236}">
                  <a16:creationId xmlns:a16="http://schemas.microsoft.com/office/drawing/2014/main" id="{2171245F-F558-D2EA-C4FB-9CDB64B0058F}"/>
                </a:ext>
              </a:extLst>
            </p:cNvPr>
            <p:cNvSpPr/>
            <p:nvPr/>
          </p:nvSpPr>
          <p:spPr bwMode="auto">
            <a:xfrm>
              <a:off x="5841026" y="2343830"/>
              <a:ext cx="1511021" cy="352944"/>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chemeClr val="bg1"/>
                  </a:solidFill>
                  <a:effectLst/>
                  <a:latin typeface="+mj-ea"/>
                  <a:ea typeface="+mj-ea"/>
                </a:rPr>
                <a:t>下冲将片剂推出</a:t>
              </a:r>
              <a:endParaRPr kumimoji="0" lang="zh-CN" altLang="en-US" sz="1400" b="0" i="0" u="none" strike="noStrike" cap="none" normalizeH="0" baseline="-25000" dirty="0">
                <a:ln>
                  <a:noFill/>
                </a:ln>
                <a:solidFill>
                  <a:schemeClr val="bg1"/>
                </a:solidFill>
                <a:effectLst/>
                <a:latin typeface="+mj-ea"/>
                <a:ea typeface="+mj-ea"/>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45"/>
                                        </p:tgtEl>
                                      </p:cBhvr>
                                    </p:animEffect>
                                    <p:animScale>
                                      <p:cBhvr>
                                        <p:cTn id="11" dur="500" autoRev="1" fill="hold"/>
                                        <p:tgtEl>
                                          <p:spTgt spid="45"/>
                                        </p:tgtEl>
                                      </p:cBhvr>
                                      <p:by x="105000" y="105000"/>
                                    </p:animScale>
                                  </p:childTnLst>
                                </p:cTn>
                              </p:par>
                              <p:par>
                                <p:cTn id="12" presetID="22" presetClass="entr" presetSubtype="4"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wipe(down)">
                                      <p:cBhvr>
                                        <p:cTn id="14" dur="1000"/>
                                        <p:tgtEl>
                                          <p:spTgt spid="59"/>
                                        </p:tgtEl>
                                      </p:cBhvr>
                                    </p:animEffect>
                                  </p:childTnLst>
                                </p:cTn>
                              </p:par>
                              <p:par>
                                <p:cTn id="15" presetID="22" presetClass="entr" presetSubtype="8"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animEffect transition="in" filter="wipe(left)">
                                      <p:cBhvr>
                                        <p:cTn id="17" dur="1000"/>
                                        <p:tgtEl>
                                          <p:spTgt spid="61"/>
                                        </p:tgtEl>
                                      </p:cBhvr>
                                    </p:animEffect>
                                  </p:childTnLst>
                                </p:cTn>
                              </p:par>
                            </p:childTnLst>
                          </p:cTn>
                        </p:par>
                        <p:par>
                          <p:cTn id="18" fill="hold">
                            <p:stCondLst>
                              <p:cond delay="2000"/>
                            </p:stCondLst>
                            <p:childTnLst>
                              <p:par>
                                <p:cTn id="19" presetID="26" presetClass="emph" presetSubtype="0" fill="hold" nodeType="afterEffect">
                                  <p:stCondLst>
                                    <p:cond delay="0"/>
                                  </p:stCondLst>
                                  <p:childTnLst>
                                    <p:animEffect transition="out" filter="fade">
                                      <p:cBhvr>
                                        <p:cTn id="20" dur="1000" tmFilter="0, 0; .2, .5; .8, .5; 1, 0"/>
                                        <p:tgtEl>
                                          <p:spTgt spid="45"/>
                                        </p:tgtEl>
                                      </p:cBhvr>
                                    </p:animEffect>
                                    <p:animScale>
                                      <p:cBhvr>
                                        <p:cTn id="21" dur="500" autoRev="1" fill="hold"/>
                                        <p:tgtEl>
                                          <p:spTgt spid="45"/>
                                        </p:tgtEl>
                                      </p:cBhvr>
                                      <p:by x="105000" y="105000"/>
                                    </p:animScale>
                                  </p:childTnLst>
                                </p:cTn>
                              </p:par>
                            </p:childTnLst>
                          </p:cTn>
                        </p:par>
                        <p:par>
                          <p:cTn id="22" fill="hold">
                            <p:stCondLst>
                              <p:cond delay="3000"/>
                            </p:stCondLst>
                            <p:childTnLst>
                              <p:par>
                                <p:cTn id="23" presetID="26" presetClass="emph" presetSubtype="0" fill="hold" nodeType="afterEffect">
                                  <p:stCondLst>
                                    <p:cond delay="0"/>
                                  </p:stCondLst>
                                  <p:childTnLst>
                                    <p:animEffect transition="out" filter="fade">
                                      <p:cBhvr>
                                        <p:cTn id="24" dur="1000" tmFilter="0, 0; .2, .5; .8, .5; 1, 0"/>
                                        <p:tgtEl>
                                          <p:spTgt spid="45"/>
                                        </p:tgtEl>
                                      </p:cBhvr>
                                    </p:animEffect>
                                    <p:animScale>
                                      <p:cBhvr>
                                        <p:cTn id="25" dur="500" autoRev="1" fill="hold"/>
                                        <p:tgtEl>
                                          <p:spTgt spid="45"/>
                                        </p:tgtEl>
                                      </p:cBhvr>
                                      <p:by x="105000" y="105000"/>
                                    </p:animScale>
                                  </p:childTnLst>
                                </p:cTn>
                              </p:par>
                            </p:childTnLst>
                          </p:cTn>
                        </p:par>
                        <p:par>
                          <p:cTn id="26" fill="hold">
                            <p:stCondLst>
                              <p:cond delay="4000"/>
                            </p:stCondLst>
                            <p:childTnLst>
                              <p:par>
                                <p:cTn id="27" presetID="26" presetClass="emph" presetSubtype="0" fill="hold" nodeType="afterEffect">
                                  <p:stCondLst>
                                    <p:cond delay="0"/>
                                  </p:stCondLst>
                                  <p:childTnLst>
                                    <p:animEffect transition="out" filter="fade">
                                      <p:cBhvr>
                                        <p:cTn id="28" dur="1000" tmFilter="0, 0; .2, .5; .8, .5; 1, 0"/>
                                        <p:tgtEl>
                                          <p:spTgt spid="45"/>
                                        </p:tgtEl>
                                      </p:cBhvr>
                                    </p:animEffect>
                                    <p:animScale>
                                      <p:cBhvr>
                                        <p:cTn id="29" dur="500" autoRev="1" fill="hold"/>
                                        <p:tgtEl>
                                          <p:spTgt spid="45"/>
                                        </p:tgtEl>
                                      </p:cBhvr>
                                      <p:by x="105000" y="105000"/>
                                    </p:animScale>
                                  </p:childTnLst>
                                </p:cTn>
                              </p:par>
                            </p:childTnLst>
                          </p:cTn>
                        </p:par>
                        <p:par>
                          <p:cTn id="30" fill="hold">
                            <p:stCondLst>
                              <p:cond delay="5000"/>
                            </p:stCondLst>
                            <p:childTnLst>
                              <p:par>
                                <p:cTn id="31" presetID="26" presetClass="emph" presetSubtype="0" fill="hold" nodeType="afterEffect">
                                  <p:stCondLst>
                                    <p:cond delay="0"/>
                                  </p:stCondLst>
                                  <p:childTnLst>
                                    <p:animEffect transition="out" filter="fade">
                                      <p:cBhvr>
                                        <p:cTn id="32" dur="1000" tmFilter="0, 0; .2, .5; .8, .5; 1, 0"/>
                                        <p:tgtEl>
                                          <p:spTgt spid="45"/>
                                        </p:tgtEl>
                                      </p:cBhvr>
                                    </p:animEffect>
                                    <p:animScale>
                                      <p:cBhvr>
                                        <p:cTn id="33" dur="500" autoRev="1" fill="hold"/>
                                        <p:tgtEl>
                                          <p:spTgt spid="45"/>
                                        </p:tgtEl>
                                      </p:cBhvr>
                                      <p:by x="105000" y="105000"/>
                                    </p:animScale>
                                  </p:childTnLst>
                                </p:cTn>
                              </p:par>
                            </p:childTnLst>
                          </p:cTn>
                        </p:par>
                        <p:par>
                          <p:cTn id="34" fill="hold">
                            <p:stCondLst>
                              <p:cond delay="6000"/>
                            </p:stCondLst>
                            <p:childTnLst>
                              <p:par>
                                <p:cTn id="35" presetID="10" presetClass="entr" presetSubtype="0"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1000"/>
                                        <p:tgtEl>
                                          <p:spTgt spid="2"/>
                                        </p:tgtEl>
                                      </p:cBhvr>
                                    </p:animEffect>
                                  </p:childTnLst>
                                </p:cTn>
                              </p:par>
                            </p:childTnLst>
                          </p:cTn>
                        </p:par>
                        <p:par>
                          <p:cTn id="38" fill="hold">
                            <p:stCondLst>
                              <p:cond delay="7000"/>
                            </p:stCondLst>
                            <p:childTnLst>
                              <p:par>
                                <p:cTn id="39" presetID="26" presetClass="emph" presetSubtype="0" fill="hold" nodeType="afterEffect">
                                  <p:stCondLst>
                                    <p:cond delay="0"/>
                                  </p:stCondLst>
                                  <p:childTnLst>
                                    <p:animEffect transition="out" filter="fade">
                                      <p:cBhvr>
                                        <p:cTn id="40" dur="1000" tmFilter="0, 0; .2, .5; .8, .5; 1, 0"/>
                                        <p:tgtEl>
                                          <p:spTgt spid="2"/>
                                        </p:tgtEl>
                                      </p:cBhvr>
                                    </p:animEffect>
                                    <p:animScale>
                                      <p:cBhvr>
                                        <p:cTn id="41" dur="500" autoRev="1" fill="hold"/>
                                        <p:tgtEl>
                                          <p:spTgt spid="2"/>
                                        </p:tgtEl>
                                      </p:cBhvr>
                                      <p:by x="105000" y="105000"/>
                                    </p:animScale>
                                  </p:childTnLst>
                                </p:cTn>
                              </p:par>
                            </p:childTnLst>
                          </p:cTn>
                        </p:par>
                        <p:par>
                          <p:cTn id="42" fill="hold">
                            <p:stCondLst>
                              <p:cond delay="8000"/>
                            </p:stCondLst>
                            <p:childTnLst>
                              <p:par>
                                <p:cTn id="43" presetID="26" presetClass="emph" presetSubtype="0" fill="hold" nodeType="afterEffect">
                                  <p:stCondLst>
                                    <p:cond delay="0"/>
                                  </p:stCondLst>
                                  <p:childTnLst>
                                    <p:animEffect transition="out" filter="fade">
                                      <p:cBhvr>
                                        <p:cTn id="44" dur="1000" tmFilter="0, 0; .2, .5; .8, .5; 1, 0"/>
                                        <p:tgtEl>
                                          <p:spTgt spid="2"/>
                                        </p:tgtEl>
                                      </p:cBhvr>
                                    </p:animEffect>
                                    <p:animScale>
                                      <p:cBhvr>
                                        <p:cTn id="45" dur="500" autoRev="1" fill="hold"/>
                                        <p:tgtEl>
                                          <p:spTgt spid="2"/>
                                        </p:tgtEl>
                                      </p:cBhvr>
                                      <p:by x="105000" y="105000"/>
                                    </p:animScale>
                                  </p:childTnLst>
                                </p:cTn>
                              </p:par>
                            </p:childTnLst>
                          </p:cTn>
                        </p:par>
                        <p:par>
                          <p:cTn id="46" fill="hold">
                            <p:stCondLst>
                              <p:cond delay="9000"/>
                            </p:stCondLst>
                            <p:childTnLst>
                              <p:par>
                                <p:cTn id="47" presetID="26" presetClass="emph" presetSubtype="0" fill="hold" nodeType="afterEffect">
                                  <p:stCondLst>
                                    <p:cond delay="0"/>
                                  </p:stCondLst>
                                  <p:childTnLst>
                                    <p:animEffect transition="out" filter="fade">
                                      <p:cBhvr>
                                        <p:cTn id="48" dur="1000" tmFilter="0, 0; .2, .5; .8, .5; 1, 0"/>
                                        <p:tgtEl>
                                          <p:spTgt spid="2"/>
                                        </p:tgtEl>
                                      </p:cBhvr>
                                    </p:animEffect>
                                    <p:animScale>
                                      <p:cBhvr>
                                        <p:cTn id="49" dur="50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原理</a:t>
            </a:r>
          </a:p>
        </p:txBody>
      </p:sp>
      <p:cxnSp>
        <p:nvCxnSpPr>
          <p:cNvPr id="65546" name="直接连接符 25"/>
          <p:cNvCxnSpPr>
            <a:cxnSpLocks noChangeShapeType="1"/>
          </p:cNvCxnSpPr>
          <p:nvPr/>
        </p:nvCxnSpPr>
        <p:spPr bwMode="auto">
          <a:xfrm flipH="1">
            <a:off x="-107950" y="3361556"/>
            <a:ext cx="1512888" cy="0"/>
          </a:xfrm>
          <a:prstGeom prst="line">
            <a:avLst/>
          </a:prstGeom>
          <a:noFill/>
          <a:ln w="12700">
            <a:solidFill>
              <a:srgbClr val="808080"/>
            </a:solidFill>
            <a:round/>
            <a:headEnd type="oval" w="med" len="med"/>
          </a:ln>
          <a:extLst>
            <a:ext uri="{909E8E84-426E-40DD-AFC4-6F175D3DCCD1}">
              <a14:hiddenFill xmlns:a14="http://schemas.microsoft.com/office/drawing/2010/main">
                <a:noFill/>
              </a14:hiddenFill>
            </a:ext>
          </a:extLst>
        </p:spPr>
      </p:cxnSp>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5117" y="844466"/>
            <a:ext cx="1594132" cy="2391198"/>
          </a:xfrm>
          <a:prstGeom prst="rect">
            <a:avLst/>
          </a:prstGeom>
          <a:effectLst>
            <a:softEdge rad="38100"/>
          </a:effectLst>
        </p:spPr>
      </p:pic>
      <p:pic>
        <p:nvPicPr>
          <p:cNvPr id="8" name="图片 7"/>
          <p:cNvPicPr/>
          <p:nvPr/>
        </p:nvPicPr>
        <p:blipFill rotWithShape="1">
          <a:blip r:embed="rId3" cstate="print">
            <a:extLst>
              <a:ext uri="{28A0092B-C50C-407E-A947-70E740481C1C}">
                <a14:useLocalDpi xmlns:a14="http://schemas.microsoft.com/office/drawing/2010/main" val="0"/>
              </a:ext>
            </a:extLst>
          </a:blip>
          <a:srcRect r="2032" b="7713"/>
          <a:stretch>
            <a:fillRect/>
          </a:stretch>
        </p:blipFill>
        <p:spPr>
          <a:xfrm>
            <a:off x="3212880" y="863188"/>
            <a:ext cx="4311448" cy="2490057"/>
          </a:xfrm>
          <a:prstGeom prst="rect">
            <a:avLst/>
          </a:prstGeom>
          <a:effectLst>
            <a:softEdge rad="38100"/>
          </a:effectLst>
        </p:spPr>
      </p:pic>
      <p:grpSp>
        <p:nvGrpSpPr>
          <p:cNvPr id="15" name="组合 14"/>
          <p:cNvGrpSpPr/>
          <p:nvPr/>
        </p:nvGrpSpPr>
        <p:grpSpPr>
          <a:xfrm>
            <a:off x="667202" y="2400040"/>
            <a:ext cx="4084746" cy="2307723"/>
            <a:chOff x="667202" y="2400040"/>
            <a:chExt cx="4084746" cy="2307723"/>
          </a:xfrm>
        </p:grpSpPr>
        <p:cxnSp>
          <p:nvCxnSpPr>
            <p:cNvPr id="11" name="直接箭头连接符 10"/>
            <p:cNvCxnSpPr/>
            <p:nvPr/>
          </p:nvCxnSpPr>
          <p:spPr bwMode="auto">
            <a:xfrm flipV="1">
              <a:off x="2123728" y="2400040"/>
              <a:ext cx="2432073" cy="1206100"/>
            </a:xfrm>
            <a:prstGeom prst="straightConnector1">
              <a:avLst/>
            </a:prstGeom>
            <a:solidFill>
              <a:schemeClr val="accent1"/>
            </a:solidFill>
            <a:ln w="25400" cap="flat" cmpd="sng" algn="ctr">
              <a:solidFill>
                <a:srgbClr val="FF0000"/>
              </a:solidFill>
              <a:prstDash val="solid"/>
              <a:round/>
              <a:headEnd type="none" w="med" len="med"/>
              <a:tailEnd type="arrow"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圆角矩形 67"/>
            <p:cNvSpPr/>
            <p:nvPr/>
          </p:nvSpPr>
          <p:spPr bwMode="auto">
            <a:xfrm>
              <a:off x="667202" y="3583818"/>
              <a:ext cx="4084746" cy="1123945"/>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eaLnBrk="1" hangingPunct="1"/>
              <a:r>
                <a:rPr lang="zh-CN" altLang="en-US" sz="2000" dirty="0">
                  <a:solidFill>
                    <a:schemeClr val="bg1"/>
                  </a:solidFill>
                  <a:latin typeface="黑体" panose="02010609060101010101" charset="-122"/>
                  <a:ea typeface="黑体" panose="02010609060101010101" charset="-122"/>
                </a:rPr>
                <a:t>具体操作中可通过旋转片厚调节钮，调节上下压轮之间的距离，实现对成品厚度即硬度的调整。</a:t>
              </a:r>
              <a:endParaRPr kumimoji="0" lang="zh-CN" altLang="en-US" sz="2000" b="0" i="0" u="none" strike="noStrike" cap="none" normalizeH="0" baseline="-25000" dirty="0">
                <a:ln>
                  <a:noFill/>
                </a:ln>
                <a:solidFill>
                  <a:schemeClr val="bg1"/>
                </a:solidFill>
                <a:effectLst/>
                <a:latin typeface="黑体" panose="02010609060101010101" charset="-122"/>
                <a:ea typeface="黑体" panose="02010609060101010101" charset="-122"/>
              </a:endParaRPr>
            </a:p>
          </p:txBody>
        </p:sp>
      </p:grpSp>
      <p:grpSp>
        <p:nvGrpSpPr>
          <p:cNvPr id="69" name="组合 68"/>
          <p:cNvGrpSpPr/>
          <p:nvPr/>
        </p:nvGrpSpPr>
        <p:grpSpPr>
          <a:xfrm>
            <a:off x="5004048" y="2367163"/>
            <a:ext cx="3967940" cy="2368662"/>
            <a:chOff x="2649968" y="2379552"/>
            <a:chExt cx="3967940" cy="2368662"/>
          </a:xfrm>
        </p:grpSpPr>
        <p:cxnSp>
          <p:nvCxnSpPr>
            <p:cNvPr id="70" name="直接箭头连接符 69"/>
            <p:cNvCxnSpPr>
              <a:stCxn id="71" idx="0"/>
            </p:cNvCxnSpPr>
            <p:nvPr/>
          </p:nvCxnSpPr>
          <p:spPr bwMode="auto">
            <a:xfrm flipH="1" flipV="1">
              <a:off x="3767238" y="2379552"/>
              <a:ext cx="866700" cy="1212782"/>
            </a:xfrm>
            <a:prstGeom prst="straightConnector1">
              <a:avLst/>
            </a:prstGeom>
            <a:solidFill>
              <a:schemeClr val="accent1"/>
            </a:solidFill>
            <a:ln w="25400" cap="flat" cmpd="sng" algn="ctr">
              <a:solidFill>
                <a:srgbClr val="FF0000"/>
              </a:solidFill>
              <a:prstDash val="solid"/>
              <a:round/>
              <a:headEnd type="none" w="med" len="med"/>
              <a:tailEnd type="arrow"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 name="圆角矩形 70"/>
            <p:cNvSpPr/>
            <p:nvPr/>
          </p:nvSpPr>
          <p:spPr bwMode="auto">
            <a:xfrm>
              <a:off x="2649968" y="3592334"/>
              <a:ext cx="3967940" cy="1155880"/>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eaLnBrk="1" hangingPunct="1"/>
              <a:r>
                <a:rPr lang="zh-CN" altLang="en-US" sz="2000" dirty="0">
                  <a:solidFill>
                    <a:schemeClr val="bg1"/>
                  </a:solidFill>
                  <a:latin typeface="黑体" panose="02010609060101010101" charset="-122"/>
                  <a:ea typeface="黑体" panose="02010609060101010101" charset="-122"/>
                </a:rPr>
                <a:t>实际生产中可通过旋转充填调节钮调整充填轨道的高低，来实现对充填量即片重的调整。</a:t>
              </a:r>
              <a:endParaRPr kumimoji="0" lang="zh-CN" altLang="en-US" sz="2000" b="0" i="0" u="none" strike="noStrike" cap="none" normalizeH="0" baseline="-25000" dirty="0">
                <a:ln>
                  <a:noFill/>
                </a:ln>
                <a:solidFill>
                  <a:schemeClr val="bg1"/>
                </a:solidFill>
                <a:effectLst/>
                <a:latin typeface="黑体" panose="02010609060101010101" charset="-122"/>
                <a:ea typeface="黑体" panose="02010609060101010101" charset="-122"/>
              </a:endParaRPr>
            </a:p>
          </p:txBody>
        </p:sp>
      </p:grpSp>
      <p:grpSp>
        <p:nvGrpSpPr>
          <p:cNvPr id="45" name="组合 44"/>
          <p:cNvGrpSpPr/>
          <p:nvPr/>
        </p:nvGrpSpPr>
        <p:grpSpPr>
          <a:xfrm>
            <a:off x="-25400" y="4360863"/>
            <a:ext cx="9565952" cy="1587500"/>
            <a:chOff x="-25400" y="4360863"/>
            <a:chExt cx="9565952" cy="1587500"/>
          </a:xfrm>
        </p:grpSpPr>
        <p:grpSp>
          <p:nvGrpSpPr>
            <p:cNvPr id="46" name="组合 18"/>
            <p:cNvGrpSpPr/>
            <p:nvPr/>
          </p:nvGrpSpPr>
          <p:grpSpPr bwMode="auto">
            <a:xfrm>
              <a:off x="-25400" y="4360863"/>
              <a:ext cx="9180513" cy="1587500"/>
              <a:chOff x="0" y="0"/>
              <a:chExt cx="9181274" cy="1588274"/>
            </a:xfrm>
          </p:grpSpPr>
          <p:sp>
            <p:nvSpPr>
              <p:cNvPr id="54"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5"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7"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原理</a:t>
              </a:r>
            </a:p>
          </p:txBody>
        </p:sp>
        <p:sp>
          <p:nvSpPr>
            <p:cNvPr id="48" name="TextBox 22"/>
            <p:cNvSpPr txBox="1">
              <a:spLocks noChangeArrowheads="1"/>
            </p:cNvSpPr>
            <p:nvPr/>
          </p:nvSpPr>
          <p:spPr bwMode="auto">
            <a:xfrm>
              <a:off x="1332310"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压片流程</a:t>
              </a:r>
            </a:p>
          </p:txBody>
        </p:sp>
        <p:sp>
          <p:nvSpPr>
            <p:cNvPr id="49"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片重调节装置</a:t>
              </a:r>
            </a:p>
          </p:txBody>
        </p:sp>
        <p:sp>
          <p:nvSpPr>
            <p:cNvPr id="50" name="TextBox 41"/>
            <p:cNvSpPr txBox="1">
              <a:spLocks noChangeArrowheads="1"/>
            </p:cNvSpPr>
            <p:nvPr/>
          </p:nvSpPr>
          <p:spPr bwMode="auto">
            <a:xfrm>
              <a:off x="4932040" y="5189538"/>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片厚调节装置</a:t>
              </a:r>
            </a:p>
          </p:txBody>
        </p:sp>
        <p:sp>
          <p:nvSpPr>
            <p:cNvPr id="51" name="等腰三角形 24"/>
            <p:cNvSpPr>
              <a:spLocks noChangeArrowheads="1"/>
            </p:cNvSpPr>
            <p:nvPr/>
          </p:nvSpPr>
          <p:spPr bwMode="auto">
            <a:xfrm>
              <a:off x="7956376" y="4972050"/>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52"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操作</a:t>
              </a:r>
            </a:p>
          </p:txBody>
        </p:sp>
      </p:grpSp>
      <p:sp>
        <p:nvSpPr>
          <p:cNvPr id="56" name="灯片编号占位符 55"/>
          <p:cNvSpPr>
            <a:spLocks noGrp="1"/>
          </p:cNvSpPr>
          <p:nvPr>
            <p:ph type="sldNum" sz="quarter" idx="12"/>
          </p:nvPr>
        </p:nvSpPr>
        <p:spPr/>
        <p:txBody>
          <a:bodyPr/>
          <a:lstStyle/>
          <a:p>
            <a:pPr>
              <a:defRPr/>
            </a:pPr>
            <a:fld id="{B47DB1DE-F440-4B9A-AD37-957E1CAAA726}" type="slidenum">
              <a:rPr lang="en-US" altLang="zh-CN" smtClean="0"/>
              <a:t>6</a:t>
            </a:fld>
            <a:endParaRPr lang="en-US" altLang="zh-CN"/>
          </a:p>
        </p:txBody>
      </p:sp>
      <p:grpSp>
        <p:nvGrpSpPr>
          <p:cNvPr id="3" name="组合 2">
            <a:extLst>
              <a:ext uri="{FF2B5EF4-FFF2-40B4-BE49-F238E27FC236}">
                <a16:creationId xmlns:a16="http://schemas.microsoft.com/office/drawing/2014/main" id="{DDBEDD15-45F7-3CD9-204B-3021D8AB37E0}"/>
              </a:ext>
            </a:extLst>
          </p:cNvPr>
          <p:cNvGrpSpPr/>
          <p:nvPr/>
        </p:nvGrpSpPr>
        <p:grpSpPr>
          <a:xfrm>
            <a:off x="1619670" y="1949190"/>
            <a:ext cx="1593209" cy="417973"/>
            <a:chOff x="3799014" y="2975201"/>
            <a:chExt cx="1509957" cy="417973"/>
          </a:xfrm>
        </p:grpSpPr>
        <p:cxnSp>
          <p:nvCxnSpPr>
            <p:cNvPr id="4" name="直接箭头连接符 61">
              <a:extLst>
                <a:ext uri="{FF2B5EF4-FFF2-40B4-BE49-F238E27FC236}">
                  <a16:creationId xmlns:a16="http://schemas.microsoft.com/office/drawing/2014/main" id="{534968FB-0A8B-88D0-AE84-0C6B0C8218F4}"/>
                </a:ext>
              </a:extLst>
            </p:cNvPr>
            <p:cNvCxnSpPr>
              <a:endCxn id="8" idx="1"/>
            </p:cNvCxnSpPr>
            <p:nvPr/>
          </p:nvCxnSpPr>
          <p:spPr bwMode="auto">
            <a:xfrm>
              <a:off x="4617959" y="3134228"/>
              <a:ext cx="69101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圆角矩形 4">
              <a:extLst>
                <a:ext uri="{FF2B5EF4-FFF2-40B4-BE49-F238E27FC236}">
                  <a16:creationId xmlns:a16="http://schemas.microsoft.com/office/drawing/2014/main" id="{670F148A-9B9A-0C9F-88B4-5186F381100E}"/>
                </a:ext>
              </a:extLst>
            </p:cNvPr>
            <p:cNvSpPr/>
            <p:nvPr/>
          </p:nvSpPr>
          <p:spPr bwMode="auto">
            <a:xfrm>
              <a:off x="3799014" y="2975201"/>
              <a:ext cx="818944" cy="417973"/>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childTnLst>
                                </p:cTn>
                              </p:par>
                            </p:childTnLst>
                          </p:cTn>
                        </p:par>
                        <p:par>
                          <p:cTn id="15" fill="hold">
                            <p:stCondLst>
                              <p:cond delay="1000"/>
                            </p:stCondLst>
                            <p:childTnLst>
                              <p:par>
                                <p:cTn id="16" presetID="10" presetClass="exit" presetSubtype="0" fill="hold" nodeType="afterEffect">
                                  <p:stCondLst>
                                    <p:cond delay="250"/>
                                  </p:stCondLst>
                                  <p:childTnLst>
                                    <p:animEffect transition="out" filter="fade">
                                      <p:cBhvr>
                                        <p:cTn id="17" dur="750"/>
                                        <p:tgtEl>
                                          <p:spTgt spid="15"/>
                                        </p:tgtEl>
                                      </p:cBhvr>
                                    </p:animEffect>
                                    <p:set>
                                      <p:cBhvr>
                                        <p:cTn id="18" dur="1" fill="hold">
                                          <p:stCondLst>
                                            <p:cond delay="749"/>
                                          </p:stCondLst>
                                        </p:cTn>
                                        <p:tgtEl>
                                          <p:spTgt spid="15"/>
                                        </p:tgtEl>
                                        <p:attrNameLst>
                                          <p:attrName>style.visibility</p:attrName>
                                        </p:attrNameLst>
                                      </p:cBhvr>
                                      <p:to>
                                        <p:strVal val="hidden"/>
                                      </p:to>
                                    </p:set>
                                  </p:childTnLst>
                                </p:cTn>
                              </p:par>
                            </p:childTnLst>
                          </p:cTn>
                        </p:par>
                        <p:par>
                          <p:cTn id="19" fill="hold">
                            <p:stCondLst>
                              <p:cond delay="2250"/>
                            </p:stCondLst>
                            <p:childTnLst>
                              <p:par>
                                <p:cTn id="20" presetID="10" presetClass="entr" presetSubtype="0" fill="hold" nodeType="afterEffect">
                                  <p:stCondLst>
                                    <p:cond delay="1000"/>
                                  </p:stCondLst>
                                  <p:childTnLst>
                                    <p:set>
                                      <p:cBhvr>
                                        <p:cTn id="21" dur="1" fill="hold">
                                          <p:stCondLst>
                                            <p:cond delay="0"/>
                                          </p:stCondLst>
                                        </p:cTn>
                                        <p:tgtEl>
                                          <p:spTgt spid="69"/>
                                        </p:tgtEl>
                                        <p:attrNameLst>
                                          <p:attrName>style.visibility</p:attrName>
                                        </p:attrNameLst>
                                      </p:cBhvr>
                                      <p:to>
                                        <p:strVal val="visible"/>
                                      </p:to>
                                    </p:set>
                                    <p:animEffect transition="in" filter="fade">
                                      <p:cBhvr>
                                        <p:cTn id="22" dur="1000"/>
                                        <p:tgtEl>
                                          <p:spTgt spid="69"/>
                                        </p:tgtEl>
                                      </p:cBhvr>
                                    </p:animEffect>
                                  </p:childTnLst>
                                </p:cTn>
                              </p:par>
                            </p:childTnLst>
                          </p:cTn>
                        </p:par>
                        <p:par>
                          <p:cTn id="23" fill="hold">
                            <p:stCondLst>
                              <p:cond delay="4250"/>
                            </p:stCondLst>
                            <p:childTnLst>
                              <p:par>
                                <p:cTn id="24" presetID="10" presetClass="entr" presetSubtype="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1000"/>
                                        <p:tgtEl>
                                          <p:spTgt spid="3"/>
                                        </p:tgtEl>
                                      </p:cBhvr>
                                    </p:animEffect>
                                  </p:childTnLst>
                                </p:cTn>
                              </p:par>
                            </p:childTnLst>
                          </p:cTn>
                        </p:par>
                        <p:par>
                          <p:cTn id="27" fill="hold">
                            <p:stCondLst>
                              <p:cond delay="5250"/>
                            </p:stCondLst>
                            <p:childTnLst>
                              <p:par>
                                <p:cTn id="28" presetID="26" presetClass="emph" presetSubtype="0" fill="hold" nodeType="afterEffect">
                                  <p:stCondLst>
                                    <p:cond delay="0"/>
                                  </p:stCondLst>
                                  <p:childTnLst>
                                    <p:animEffect transition="out" filter="fade">
                                      <p:cBhvr>
                                        <p:cTn id="29" dur="1000" tmFilter="0, 0; .2, .5; .8, .5; 1, 0"/>
                                        <p:tgtEl>
                                          <p:spTgt spid="3"/>
                                        </p:tgtEl>
                                      </p:cBhvr>
                                    </p:animEffect>
                                    <p:animScale>
                                      <p:cBhvr>
                                        <p:cTn id="30" dur="500" autoRev="1" fill="hold"/>
                                        <p:tgtEl>
                                          <p:spTgt spid="3"/>
                                        </p:tgtEl>
                                      </p:cBhvr>
                                      <p:by x="105000" y="105000"/>
                                    </p:animScale>
                                  </p:childTnLst>
                                </p:cTn>
                              </p:par>
                            </p:childTnLst>
                          </p:cTn>
                        </p:par>
                        <p:par>
                          <p:cTn id="31" fill="hold">
                            <p:stCondLst>
                              <p:cond delay="6250"/>
                            </p:stCondLst>
                            <p:childTnLst>
                              <p:par>
                                <p:cTn id="32" presetID="26" presetClass="emph" presetSubtype="0" fill="hold" nodeType="afterEffect">
                                  <p:stCondLst>
                                    <p:cond delay="0"/>
                                  </p:stCondLst>
                                  <p:childTnLst>
                                    <p:animEffect transition="out" filter="fade">
                                      <p:cBhvr>
                                        <p:cTn id="33" dur="1000" tmFilter="0, 0; .2, .5; .8, .5; 1, 0"/>
                                        <p:tgtEl>
                                          <p:spTgt spid="3"/>
                                        </p:tgtEl>
                                      </p:cBhvr>
                                    </p:animEffect>
                                    <p:animScale>
                                      <p:cBhvr>
                                        <p:cTn id="34" dur="500" autoRev="1" fill="hold"/>
                                        <p:tgtEl>
                                          <p:spTgt spid="3"/>
                                        </p:tgtEl>
                                      </p:cBhvr>
                                      <p:by x="105000" y="105000"/>
                                    </p:animScale>
                                  </p:childTnLst>
                                </p:cTn>
                              </p:par>
                            </p:childTnLst>
                          </p:cTn>
                        </p:par>
                        <p:par>
                          <p:cTn id="35" fill="hold">
                            <p:stCondLst>
                              <p:cond delay="7250"/>
                            </p:stCondLst>
                            <p:childTnLst>
                              <p:par>
                                <p:cTn id="36" presetID="26" presetClass="emph" presetSubtype="0" fill="hold" nodeType="afterEffect">
                                  <p:stCondLst>
                                    <p:cond delay="0"/>
                                  </p:stCondLst>
                                  <p:childTnLst>
                                    <p:animEffect transition="out" filter="fade">
                                      <p:cBhvr>
                                        <p:cTn id="37" dur="1000" tmFilter="0, 0; .2, .5; .8, .5; 1, 0"/>
                                        <p:tgtEl>
                                          <p:spTgt spid="3"/>
                                        </p:tgtEl>
                                      </p:cBhvr>
                                    </p:animEffect>
                                    <p:animScale>
                                      <p:cBhvr>
                                        <p:cTn id="38" dur="50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sp>
        <p:nvSpPr>
          <p:cNvPr id="65551" name="矩形 15"/>
          <p:cNvSpPr>
            <a:spLocks noChangeArrowheads="1"/>
          </p:cNvSpPr>
          <p:nvPr/>
        </p:nvSpPr>
        <p:spPr bwMode="auto">
          <a:xfrm>
            <a:off x="1421541" y="1575867"/>
            <a:ext cx="6613128" cy="96084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solidFill>
                  <a:srgbClr val="0070C0"/>
                </a:solidFill>
                <a:latin typeface="Franklin Gothic Medium" panose="020B0603020102020204" pitchFamily="34" charset="0"/>
                <a:ea typeface="微软雅黑" panose="020B0503020204020204" pitchFamily="34" charset="-122"/>
              </a:rPr>
              <a:t>旋转式多冲压片机的压片过程与单冲压片机相同，分为备料、设定和生产三个步骤。</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生产</a:t>
              </a: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概述</a:t>
              </a: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备料</a:t>
              </a:r>
            </a:p>
          </p:txBody>
        </p:sp>
        <p:sp>
          <p:nvSpPr>
            <p:cNvPr id="52" name="TextBox 41"/>
            <p:cNvSpPr txBox="1">
              <a:spLocks noChangeArrowheads="1"/>
            </p:cNvSpPr>
            <p:nvPr/>
          </p:nvSpPr>
          <p:spPr bwMode="auto">
            <a:xfrm>
              <a:off x="4798669" y="5213820"/>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设定</a:t>
              </a:r>
            </a:p>
          </p:txBody>
        </p:sp>
        <p:sp>
          <p:nvSpPr>
            <p:cNvPr id="53" name="等腰三角形 24"/>
            <p:cNvSpPr>
              <a:spLocks noChangeArrowheads="1"/>
            </p:cNvSpPr>
            <p:nvPr/>
          </p:nvSpPr>
          <p:spPr bwMode="auto">
            <a:xfrm>
              <a:off x="2305844" y="4969336"/>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生产</a:t>
              </a: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t>7</a:t>
            </a:fld>
            <a:endParaRPr lang="en-US" altLang="zh-CN"/>
          </a:p>
        </p:txBody>
      </p:sp>
      <p:sp>
        <p:nvSpPr>
          <p:cNvPr id="2" name="矩形 15">
            <a:extLst>
              <a:ext uri="{FF2B5EF4-FFF2-40B4-BE49-F238E27FC236}">
                <a16:creationId xmlns:a16="http://schemas.microsoft.com/office/drawing/2014/main" id="{00EAB3AD-D954-97AB-E1FD-40A05A996C2C}"/>
              </a:ext>
            </a:extLst>
          </p:cNvPr>
          <p:cNvSpPr>
            <a:spLocks noChangeArrowheads="1"/>
          </p:cNvSpPr>
          <p:nvPr/>
        </p:nvSpPr>
        <p:spPr bwMode="auto">
          <a:xfrm>
            <a:off x="1428389" y="3141975"/>
            <a:ext cx="6613128" cy="96084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solidFill>
                  <a:srgbClr val="0070C0"/>
                </a:solidFill>
                <a:latin typeface="Franklin Gothic Medium" panose="020B0603020102020204" pitchFamily="34" charset="0"/>
                <a:ea typeface="微软雅黑" panose="020B0503020204020204" pitchFamily="34" charset="-122"/>
              </a:rPr>
              <a:t>在实际生产中，根据需要可在开始生产前增加设备检查环节，生产完毕后增加设备清理环节。</a:t>
            </a:r>
          </a:p>
        </p:txBody>
      </p:sp>
    </p:spTree>
    <p:extLst>
      <p:ext uri="{BB962C8B-B14F-4D97-AF65-F5344CB8AC3E}">
        <p14:creationId xmlns:p14="http://schemas.microsoft.com/office/powerpoint/2010/main" val="3487567203"/>
      </p:ext>
    </p:extLst>
  </p:cSld>
  <p:clrMapOvr>
    <a:masterClrMapping/>
  </p:clrMapOvr>
  <p:transition spd="med">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sp>
        <p:nvSpPr>
          <p:cNvPr id="65551" name="矩形 15"/>
          <p:cNvSpPr>
            <a:spLocks noChangeArrowheads="1"/>
          </p:cNvSpPr>
          <p:nvPr/>
        </p:nvSpPr>
        <p:spPr bwMode="auto">
          <a:xfrm>
            <a:off x="1421541" y="1575867"/>
            <a:ext cx="6613128" cy="959237"/>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solidFill>
                  <a:srgbClr val="0070C0"/>
                </a:solidFill>
                <a:latin typeface="Franklin Gothic Medium" panose="020B0603020102020204" pitchFamily="34" charset="0"/>
                <a:ea typeface="微软雅黑" panose="020B0503020204020204" pitchFamily="34" charset="-122"/>
              </a:rPr>
              <a:t>旋转式多冲压片机的压片过程与单冲压片机可使用粉剂作为原料进行生产，生产前需要将粉剂加入料斗。</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生产</a:t>
              </a: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概述</a:t>
              </a: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备料</a:t>
              </a:r>
            </a:p>
          </p:txBody>
        </p:sp>
        <p:sp>
          <p:nvSpPr>
            <p:cNvPr id="52" name="TextBox 41"/>
            <p:cNvSpPr txBox="1">
              <a:spLocks noChangeArrowheads="1"/>
            </p:cNvSpPr>
            <p:nvPr/>
          </p:nvSpPr>
          <p:spPr bwMode="auto">
            <a:xfrm>
              <a:off x="4798669" y="5213820"/>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设定</a:t>
              </a:r>
            </a:p>
          </p:txBody>
        </p:sp>
        <p:sp>
          <p:nvSpPr>
            <p:cNvPr id="53" name="等腰三角形 24"/>
            <p:cNvSpPr>
              <a:spLocks noChangeArrowheads="1"/>
            </p:cNvSpPr>
            <p:nvPr/>
          </p:nvSpPr>
          <p:spPr bwMode="auto">
            <a:xfrm>
              <a:off x="4009950" y="4977931"/>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生产</a:t>
              </a: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t>8</a:t>
            </a:fld>
            <a:endParaRPr lang="en-US" altLang="zh-CN"/>
          </a:p>
        </p:txBody>
      </p:sp>
      <p:pic>
        <p:nvPicPr>
          <p:cNvPr id="1026" name="Picture 2">
            <a:extLst>
              <a:ext uri="{FF2B5EF4-FFF2-40B4-BE49-F238E27FC236}">
                <a16:creationId xmlns:a16="http://schemas.microsoft.com/office/drawing/2014/main" id="{51C6EC1A-FCAA-D3F2-DC7C-03A4EB35F4F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769"/>
          <a:stretch/>
        </p:blipFill>
        <p:spPr bwMode="auto">
          <a:xfrm>
            <a:off x="3185380" y="2793152"/>
            <a:ext cx="2773239" cy="2056942"/>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a:extLst>
              <a:ext uri="{FF2B5EF4-FFF2-40B4-BE49-F238E27FC236}">
                <a16:creationId xmlns:a16="http://schemas.microsoft.com/office/drawing/2014/main" id="{77C1977D-63ED-D147-91C5-4F8D5763452D}"/>
              </a:ext>
            </a:extLst>
          </p:cNvPr>
          <p:cNvGrpSpPr/>
          <p:nvPr/>
        </p:nvGrpSpPr>
        <p:grpSpPr>
          <a:xfrm>
            <a:off x="4798668" y="2778307"/>
            <a:ext cx="1654570" cy="799270"/>
            <a:chOff x="3799014" y="2975201"/>
            <a:chExt cx="1568112" cy="799270"/>
          </a:xfrm>
        </p:grpSpPr>
        <p:cxnSp>
          <p:nvCxnSpPr>
            <p:cNvPr id="4" name="直接箭头连接符 61">
              <a:extLst>
                <a:ext uri="{FF2B5EF4-FFF2-40B4-BE49-F238E27FC236}">
                  <a16:creationId xmlns:a16="http://schemas.microsoft.com/office/drawing/2014/main" id="{83F290A2-B60E-3F12-5B92-FD3F658454F8}"/>
                </a:ext>
              </a:extLst>
            </p:cNvPr>
            <p:cNvCxnSpPr/>
            <p:nvPr/>
          </p:nvCxnSpPr>
          <p:spPr bwMode="auto">
            <a:xfrm>
              <a:off x="4676114" y="3126402"/>
              <a:ext cx="69101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圆角矩形 4">
              <a:extLst>
                <a:ext uri="{FF2B5EF4-FFF2-40B4-BE49-F238E27FC236}">
                  <a16:creationId xmlns:a16="http://schemas.microsoft.com/office/drawing/2014/main" id="{32ED15AE-90D2-C748-F59A-AA3E281914DD}"/>
                </a:ext>
              </a:extLst>
            </p:cNvPr>
            <p:cNvSpPr/>
            <p:nvPr/>
          </p:nvSpPr>
          <p:spPr bwMode="auto">
            <a:xfrm>
              <a:off x="3799014" y="2975201"/>
              <a:ext cx="877100" cy="799270"/>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
        <p:nvSpPr>
          <p:cNvPr id="6" name="圆角矩形 5">
            <a:extLst>
              <a:ext uri="{FF2B5EF4-FFF2-40B4-BE49-F238E27FC236}">
                <a16:creationId xmlns:a16="http://schemas.microsoft.com/office/drawing/2014/main" id="{A53CDE1C-45E8-1D8A-1FCE-60ED5B59C5C8}"/>
              </a:ext>
            </a:extLst>
          </p:cNvPr>
          <p:cNvSpPr/>
          <p:nvPr/>
        </p:nvSpPr>
        <p:spPr bwMode="auto">
          <a:xfrm>
            <a:off x="6468865" y="2761139"/>
            <a:ext cx="1287318" cy="569749"/>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dirty="0">
                <a:ln>
                  <a:noFill/>
                </a:ln>
                <a:solidFill>
                  <a:schemeClr val="bg1"/>
                </a:solidFill>
                <a:effectLst/>
                <a:latin typeface="+mj-ea"/>
                <a:ea typeface="+mj-ea"/>
              </a:rPr>
              <a:t>向料斗内加入粉剂原料</a:t>
            </a:r>
            <a:endParaRPr kumimoji="0" lang="zh-CN" altLang="en-US" sz="1400" b="0" i="0" u="none" strike="noStrike" cap="none" normalizeH="0" baseline="-25000" dirty="0">
              <a:ln>
                <a:noFill/>
              </a:ln>
              <a:solidFill>
                <a:schemeClr val="bg1"/>
              </a:solidFill>
              <a:effectLst/>
              <a:latin typeface="+mj-ea"/>
              <a:ea typeface="+mj-ea"/>
            </a:endParaRPr>
          </a:p>
        </p:txBody>
      </p:sp>
    </p:spTree>
    <p:extLst>
      <p:ext uri="{BB962C8B-B14F-4D97-AF65-F5344CB8AC3E}">
        <p14:creationId xmlns:p14="http://schemas.microsoft.com/office/powerpoint/2010/main" val="308905995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3"/>
                                        </p:tgtEl>
                                      </p:cBhvr>
                                    </p:animEffect>
                                    <p:animScale>
                                      <p:cBhvr>
                                        <p:cTn id="11" dur="500" autoRev="1" fill="hold"/>
                                        <p:tgtEl>
                                          <p:spTgt spid="3"/>
                                        </p:tgtEl>
                                      </p:cBhvr>
                                      <p:by x="105000" y="105000"/>
                                    </p:animScale>
                                  </p:childTnLst>
                                </p:cTn>
                              </p:par>
                            </p:childTnLst>
                          </p:cTn>
                        </p:par>
                        <p:par>
                          <p:cTn id="12" fill="hold">
                            <p:stCondLst>
                              <p:cond delay="2000"/>
                            </p:stCondLst>
                            <p:childTnLst>
                              <p:par>
                                <p:cTn id="13" presetID="26" presetClass="emph" presetSubtype="0" fill="hold" nodeType="afterEffect">
                                  <p:stCondLst>
                                    <p:cond delay="0"/>
                                  </p:stCondLst>
                                  <p:childTnLst>
                                    <p:animEffect transition="out" filter="fade">
                                      <p:cBhvr>
                                        <p:cTn id="14" dur="1000" tmFilter="0, 0; .2, .5; .8, .5; 1, 0"/>
                                        <p:tgtEl>
                                          <p:spTgt spid="3"/>
                                        </p:tgtEl>
                                      </p:cBhvr>
                                    </p:animEffect>
                                    <p:animScale>
                                      <p:cBhvr>
                                        <p:cTn id="15" dur="500" autoRev="1" fill="hold"/>
                                        <p:tgtEl>
                                          <p:spTgt spid="3"/>
                                        </p:tgtEl>
                                      </p:cBhvr>
                                      <p:by x="105000" y="105000"/>
                                    </p:animScale>
                                  </p:childTnLst>
                                </p:cTn>
                              </p:par>
                            </p:childTnLst>
                          </p:cTn>
                        </p:par>
                        <p:par>
                          <p:cTn id="16" fill="hold">
                            <p:stCondLst>
                              <p:cond delay="3000"/>
                            </p:stCondLst>
                            <p:childTnLst>
                              <p:par>
                                <p:cTn id="17" presetID="26" presetClass="emph" presetSubtype="0" fill="hold" nodeType="afterEffect">
                                  <p:stCondLst>
                                    <p:cond delay="0"/>
                                  </p:stCondLst>
                                  <p:childTnLst>
                                    <p:animEffect transition="out" filter="fade">
                                      <p:cBhvr>
                                        <p:cTn id="18" dur="1000" tmFilter="0, 0; .2, .5; .8, .5; 1, 0"/>
                                        <p:tgtEl>
                                          <p:spTgt spid="3"/>
                                        </p:tgtEl>
                                      </p:cBhvr>
                                    </p:animEffect>
                                    <p:animScale>
                                      <p:cBhvr>
                                        <p:cTn id="19" dur="50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sp>
        <p:nvSpPr>
          <p:cNvPr id="65551" name="矩形 15"/>
          <p:cNvSpPr>
            <a:spLocks noChangeArrowheads="1"/>
          </p:cNvSpPr>
          <p:nvPr/>
        </p:nvSpPr>
        <p:spPr bwMode="auto">
          <a:xfrm>
            <a:off x="1421541" y="1575867"/>
            <a:ext cx="6613128" cy="499176"/>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solidFill>
                  <a:srgbClr val="0070C0"/>
                </a:solidFill>
                <a:latin typeface="Franklin Gothic Medium" panose="020B0603020102020204" pitchFamily="34" charset="0"/>
                <a:ea typeface="微软雅黑" panose="020B0503020204020204" pitchFamily="34" charset="-122"/>
              </a:rPr>
              <a:t>旋转式压片机在生产前需要根据生产要求设置压力与转速。</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生产</a:t>
              </a: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概述</a:t>
              </a: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备料</a:t>
              </a:r>
            </a:p>
          </p:txBody>
        </p:sp>
        <p:sp>
          <p:nvSpPr>
            <p:cNvPr id="52" name="TextBox 41"/>
            <p:cNvSpPr txBox="1">
              <a:spLocks noChangeArrowheads="1"/>
            </p:cNvSpPr>
            <p:nvPr/>
          </p:nvSpPr>
          <p:spPr bwMode="auto">
            <a:xfrm>
              <a:off x="4798669" y="5213820"/>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设定</a:t>
              </a:r>
            </a:p>
          </p:txBody>
        </p:sp>
        <p:sp>
          <p:nvSpPr>
            <p:cNvPr id="53" name="等腰三角形 24"/>
            <p:cNvSpPr>
              <a:spLocks noChangeArrowheads="1"/>
            </p:cNvSpPr>
            <p:nvPr/>
          </p:nvSpPr>
          <p:spPr bwMode="auto">
            <a:xfrm>
              <a:off x="6169475" y="4969336"/>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rgbClr val="A6A6A6"/>
                  </a:solidFill>
                  <a:latin typeface="Franklin Gothic Medium" panose="020B0603020102020204" pitchFamily="34" charset="0"/>
                  <a:ea typeface="微软雅黑" panose="020B0503020204020204" pitchFamily="34" charset="-122"/>
                </a:rPr>
                <a:t>生产</a:t>
              </a: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t>9</a:t>
            </a:fld>
            <a:endParaRPr lang="en-US" altLang="zh-CN"/>
          </a:p>
        </p:txBody>
      </p:sp>
      <p:pic>
        <p:nvPicPr>
          <p:cNvPr id="2" name="图片 1">
            <a:extLst>
              <a:ext uri="{FF2B5EF4-FFF2-40B4-BE49-F238E27FC236}">
                <a16:creationId xmlns:a16="http://schemas.microsoft.com/office/drawing/2014/main" id="{DB3CE24B-8063-D359-F85E-35D0B230D68C}"/>
              </a:ext>
            </a:extLst>
          </p:cNvPr>
          <p:cNvPicPr/>
          <p:nvPr/>
        </p:nvPicPr>
        <p:blipFill rotWithShape="1">
          <a:blip r:embed="rId2" cstate="print">
            <a:extLst>
              <a:ext uri="{28A0092B-C50C-407E-A947-70E740481C1C}">
                <a14:useLocalDpi xmlns:a14="http://schemas.microsoft.com/office/drawing/2010/main" val="0"/>
              </a:ext>
            </a:extLst>
          </a:blip>
          <a:srcRect r="2032" b="7713"/>
          <a:stretch>
            <a:fillRect/>
          </a:stretch>
        </p:blipFill>
        <p:spPr>
          <a:xfrm>
            <a:off x="2135260" y="2320379"/>
            <a:ext cx="4311448" cy="2490057"/>
          </a:xfrm>
          <a:prstGeom prst="rect">
            <a:avLst/>
          </a:prstGeom>
          <a:effectLst>
            <a:softEdge rad="38100"/>
          </a:effectLst>
        </p:spPr>
      </p:pic>
      <p:grpSp>
        <p:nvGrpSpPr>
          <p:cNvPr id="7" name="组合 6">
            <a:extLst>
              <a:ext uri="{FF2B5EF4-FFF2-40B4-BE49-F238E27FC236}">
                <a16:creationId xmlns:a16="http://schemas.microsoft.com/office/drawing/2014/main" id="{FCD9A9F5-2667-498C-8D4D-CE88127B981B}"/>
              </a:ext>
            </a:extLst>
          </p:cNvPr>
          <p:cNvGrpSpPr/>
          <p:nvPr/>
        </p:nvGrpSpPr>
        <p:grpSpPr>
          <a:xfrm>
            <a:off x="3851921" y="3040682"/>
            <a:ext cx="2948557" cy="932944"/>
            <a:chOff x="4798669" y="2644633"/>
            <a:chExt cx="2948557" cy="932944"/>
          </a:xfrm>
        </p:grpSpPr>
        <p:grpSp>
          <p:nvGrpSpPr>
            <p:cNvPr id="3" name="组合 2">
              <a:extLst>
                <a:ext uri="{FF2B5EF4-FFF2-40B4-BE49-F238E27FC236}">
                  <a16:creationId xmlns:a16="http://schemas.microsoft.com/office/drawing/2014/main" id="{77C1977D-63ED-D147-91C5-4F8D5763452D}"/>
                </a:ext>
              </a:extLst>
            </p:cNvPr>
            <p:cNvGrpSpPr/>
            <p:nvPr/>
          </p:nvGrpSpPr>
          <p:grpSpPr>
            <a:xfrm>
              <a:off x="4798669" y="2778307"/>
              <a:ext cx="1654569" cy="799270"/>
              <a:chOff x="3799015" y="2975201"/>
              <a:chExt cx="1568111" cy="799270"/>
            </a:xfrm>
          </p:grpSpPr>
          <p:cxnSp>
            <p:nvCxnSpPr>
              <p:cNvPr id="4" name="直接箭头连接符 61">
                <a:extLst>
                  <a:ext uri="{FF2B5EF4-FFF2-40B4-BE49-F238E27FC236}">
                    <a16:creationId xmlns:a16="http://schemas.microsoft.com/office/drawing/2014/main" id="{83F290A2-B60E-3F12-5B92-FD3F658454F8}"/>
                  </a:ext>
                </a:extLst>
              </p:cNvPr>
              <p:cNvCxnSpPr/>
              <p:nvPr/>
            </p:nvCxnSpPr>
            <p:spPr bwMode="auto">
              <a:xfrm>
                <a:off x="4676114" y="3126402"/>
                <a:ext cx="69101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圆角矩形 4">
                <a:extLst>
                  <a:ext uri="{FF2B5EF4-FFF2-40B4-BE49-F238E27FC236}">
                    <a16:creationId xmlns:a16="http://schemas.microsoft.com/office/drawing/2014/main" id="{32ED15AE-90D2-C748-F59A-AA3E281914DD}"/>
                  </a:ext>
                </a:extLst>
              </p:cNvPr>
              <p:cNvSpPr/>
              <p:nvPr/>
            </p:nvSpPr>
            <p:spPr bwMode="auto">
              <a:xfrm>
                <a:off x="3799015" y="2975201"/>
                <a:ext cx="862290" cy="799270"/>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
          <p:nvSpPr>
            <p:cNvPr id="6" name="圆角矩形 5">
              <a:extLst>
                <a:ext uri="{FF2B5EF4-FFF2-40B4-BE49-F238E27FC236}">
                  <a16:creationId xmlns:a16="http://schemas.microsoft.com/office/drawing/2014/main" id="{A53CDE1C-45E8-1D8A-1FCE-60ED5B59C5C8}"/>
                </a:ext>
              </a:extLst>
            </p:cNvPr>
            <p:cNvSpPr/>
            <p:nvPr/>
          </p:nvSpPr>
          <p:spPr bwMode="auto">
            <a:xfrm>
              <a:off x="6459908" y="2644633"/>
              <a:ext cx="1287318" cy="569749"/>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dirty="0">
                  <a:solidFill>
                    <a:schemeClr val="bg1"/>
                  </a:solidFill>
                  <a:latin typeface="+mj-ea"/>
                  <a:ea typeface="+mj-ea"/>
                </a:rPr>
                <a:t>使用按键设定生产转速</a:t>
              </a:r>
              <a:endParaRPr kumimoji="0" lang="zh-CN" altLang="en-US" sz="1400" b="0" i="0" u="none" strike="noStrike" cap="none" normalizeH="0" baseline="-25000" dirty="0">
                <a:ln>
                  <a:noFill/>
                </a:ln>
                <a:solidFill>
                  <a:schemeClr val="bg1"/>
                </a:solidFill>
                <a:effectLst/>
                <a:latin typeface="+mj-ea"/>
                <a:ea typeface="+mj-ea"/>
              </a:endParaRPr>
            </a:p>
          </p:txBody>
        </p:sp>
      </p:grpSp>
      <p:grpSp>
        <p:nvGrpSpPr>
          <p:cNvPr id="8" name="组合 7">
            <a:extLst>
              <a:ext uri="{FF2B5EF4-FFF2-40B4-BE49-F238E27FC236}">
                <a16:creationId xmlns:a16="http://schemas.microsoft.com/office/drawing/2014/main" id="{ED284BDF-20A7-397A-D069-96B2EC1AED81}"/>
              </a:ext>
            </a:extLst>
          </p:cNvPr>
          <p:cNvGrpSpPr/>
          <p:nvPr/>
        </p:nvGrpSpPr>
        <p:grpSpPr>
          <a:xfrm>
            <a:off x="1186250" y="3610430"/>
            <a:ext cx="2572041" cy="569749"/>
            <a:chOff x="3069103" y="3041268"/>
            <a:chExt cx="2572041" cy="569749"/>
          </a:xfrm>
        </p:grpSpPr>
        <p:grpSp>
          <p:nvGrpSpPr>
            <p:cNvPr id="9" name="组合 8">
              <a:extLst>
                <a:ext uri="{FF2B5EF4-FFF2-40B4-BE49-F238E27FC236}">
                  <a16:creationId xmlns:a16="http://schemas.microsoft.com/office/drawing/2014/main" id="{702CDB68-FDE4-2D1C-ED63-96E0189081CC}"/>
                </a:ext>
              </a:extLst>
            </p:cNvPr>
            <p:cNvGrpSpPr/>
            <p:nvPr/>
          </p:nvGrpSpPr>
          <p:grpSpPr>
            <a:xfrm>
              <a:off x="4356421" y="3041268"/>
              <a:ext cx="1284723" cy="514395"/>
              <a:chOff x="3379876" y="3238162"/>
              <a:chExt cx="1217591" cy="514395"/>
            </a:xfrm>
          </p:grpSpPr>
          <p:cxnSp>
            <p:nvCxnSpPr>
              <p:cNvPr id="11" name="直接箭头连接符 61">
                <a:extLst>
                  <a:ext uri="{FF2B5EF4-FFF2-40B4-BE49-F238E27FC236}">
                    <a16:creationId xmlns:a16="http://schemas.microsoft.com/office/drawing/2014/main" id="{187DD04F-710A-BEB6-83F0-880FF43F0C62}"/>
                  </a:ext>
                </a:extLst>
              </p:cNvPr>
              <p:cNvCxnSpPr>
                <a:endCxn id="10" idx="3"/>
              </p:cNvCxnSpPr>
              <p:nvPr/>
            </p:nvCxnSpPr>
            <p:spPr bwMode="auto">
              <a:xfrm flipH="1">
                <a:off x="3379876" y="3523037"/>
                <a:ext cx="63252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圆角矩形 11">
                <a:extLst>
                  <a:ext uri="{FF2B5EF4-FFF2-40B4-BE49-F238E27FC236}">
                    <a16:creationId xmlns:a16="http://schemas.microsoft.com/office/drawing/2014/main" id="{0259E9C3-2209-5992-2F4B-529A29ED0710}"/>
                  </a:ext>
                </a:extLst>
              </p:cNvPr>
              <p:cNvSpPr/>
              <p:nvPr/>
            </p:nvSpPr>
            <p:spPr bwMode="auto">
              <a:xfrm>
                <a:off x="4053682" y="3238162"/>
                <a:ext cx="543785" cy="514395"/>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
          <p:nvSpPr>
            <p:cNvPr id="10" name="圆角矩形 9">
              <a:extLst>
                <a:ext uri="{FF2B5EF4-FFF2-40B4-BE49-F238E27FC236}">
                  <a16:creationId xmlns:a16="http://schemas.microsoft.com/office/drawing/2014/main" id="{6E05C506-7CEE-ADB4-4A4D-2F31A2146A2E}"/>
                </a:ext>
              </a:extLst>
            </p:cNvPr>
            <p:cNvSpPr/>
            <p:nvPr/>
          </p:nvSpPr>
          <p:spPr bwMode="auto">
            <a:xfrm>
              <a:off x="3069103" y="3041268"/>
              <a:ext cx="1287318" cy="569749"/>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dirty="0">
                  <a:solidFill>
                    <a:schemeClr val="bg1"/>
                  </a:solidFill>
                  <a:latin typeface="+mj-ea"/>
                  <a:ea typeface="+mj-ea"/>
                </a:rPr>
                <a:t>使用压力旋钮设定压力</a:t>
              </a:r>
              <a:endParaRPr kumimoji="0" lang="zh-CN" altLang="en-US" sz="1400" b="0" i="0" u="none" strike="noStrike" cap="none" normalizeH="0" baseline="-25000" dirty="0">
                <a:ln>
                  <a:noFill/>
                </a:ln>
                <a:solidFill>
                  <a:schemeClr val="bg1"/>
                </a:solidFill>
                <a:effectLst/>
                <a:latin typeface="+mj-ea"/>
                <a:ea typeface="+mj-ea"/>
              </a:endParaRPr>
            </a:p>
          </p:txBody>
        </p:sp>
      </p:grpSp>
    </p:spTree>
    <p:extLst>
      <p:ext uri="{BB962C8B-B14F-4D97-AF65-F5344CB8AC3E}">
        <p14:creationId xmlns:p14="http://schemas.microsoft.com/office/powerpoint/2010/main" val="323300574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1B55D67-7042-B65C-E5A2-2EDE0EBE3EEE}"/>
              </a:ext>
            </a:extLst>
          </p:cNvPr>
          <p:cNvPicPr>
            <a:picLocks noChangeAspect="1"/>
          </p:cNvPicPr>
          <p:nvPr/>
        </p:nvPicPr>
        <p:blipFill rotWithShape="1">
          <a:blip r:embed="rId2"/>
          <a:srcRect t="8758" b="9746"/>
          <a:stretch/>
        </p:blipFill>
        <p:spPr>
          <a:xfrm>
            <a:off x="2415133" y="2723984"/>
            <a:ext cx="2760836" cy="2249953"/>
          </a:xfrm>
          <a:prstGeom prst="rect">
            <a:avLst/>
          </a:prstGeom>
        </p:spPr>
      </p:pic>
      <p:sp>
        <p:nvSpPr>
          <p:cNvPr id="65548" name="矩形 26"/>
          <p:cNvSpPr>
            <a:spLocks noChangeArrowheads="1"/>
          </p:cNvSpPr>
          <p:nvPr/>
        </p:nvSpPr>
        <p:spPr bwMode="auto">
          <a:xfrm rot="1414157">
            <a:off x="6606176" y="360347"/>
            <a:ext cx="3167062" cy="338400"/>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FFFFFF"/>
                </a:solidFill>
                <a:latin typeface="微软雅黑" panose="020B0503020204020204" pitchFamily="34" charset="-122"/>
                <a:ea typeface="微软雅黑" panose="020B0503020204020204" pitchFamily="34" charset="-122"/>
              </a:rPr>
              <a:t>旋转式压片机</a:t>
            </a:r>
          </a:p>
        </p:txBody>
      </p:sp>
      <p:sp>
        <p:nvSpPr>
          <p:cNvPr id="65551" name="矩形 15"/>
          <p:cNvSpPr>
            <a:spLocks noChangeArrowheads="1"/>
          </p:cNvSpPr>
          <p:nvPr/>
        </p:nvSpPr>
        <p:spPr bwMode="auto">
          <a:xfrm>
            <a:off x="1421541" y="1575867"/>
            <a:ext cx="6613128" cy="960840"/>
          </a:xfrm>
          <a:prstGeom prst="rect">
            <a:avLst/>
          </a:prstGeom>
          <a:solidFill>
            <a:schemeClr val="bg1"/>
          </a:solid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dirty="0">
                <a:solidFill>
                  <a:srgbClr val="0070C0"/>
                </a:solidFill>
                <a:latin typeface="Franklin Gothic Medium" panose="020B0603020102020204" pitchFamily="34" charset="0"/>
                <a:ea typeface="微软雅黑" panose="020B0503020204020204" pitchFamily="34" charset="-122"/>
              </a:rPr>
              <a:t>启动设备后，需要观察成品是否符合效果，同时要观察料斗余料，准时关闭设备。</a:t>
            </a:r>
          </a:p>
        </p:txBody>
      </p:sp>
      <p:grpSp>
        <p:nvGrpSpPr>
          <p:cNvPr id="27" name="组合 109"/>
          <p:cNvGrpSpPr/>
          <p:nvPr/>
        </p:nvGrpSpPr>
        <p:grpSpPr bwMode="auto">
          <a:xfrm>
            <a:off x="30816" y="50801"/>
            <a:ext cx="1244600" cy="1243012"/>
            <a:chOff x="0" y="0"/>
            <a:chExt cx="1446174" cy="1446174"/>
          </a:xfrm>
        </p:grpSpPr>
        <p:sp>
          <p:nvSpPr>
            <p:cNvPr id="28" name="椭圆 29"/>
            <p:cNvSpPr>
              <a:spLocks noChangeArrowheads="1"/>
            </p:cNvSpPr>
            <p:nvPr/>
          </p:nvSpPr>
          <p:spPr bwMode="auto">
            <a:xfrm>
              <a:off x="0" y="0"/>
              <a:ext cx="1446174" cy="1446174"/>
            </a:xfrm>
            <a:prstGeom prst="ellipse">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9" name="矩形 90"/>
            <p:cNvSpPr>
              <a:spLocks noChangeArrowheads="1"/>
            </p:cNvSpPr>
            <p:nvPr/>
          </p:nvSpPr>
          <p:spPr bwMode="auto">
            <a:xfrm>
              <a:off x="379821" y="437882"/>
              <a:ext cx="705441" cy="829954"/>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0" name="矩形 91"/>
            <p:cNvSpPr>
              <a:spLocks noChangeArrowheads="1"/>
            </p:cNvSpPr>
            <p:nvPr/>
          </p:nvSpPr>
          <p:spPr bwMode="auto">
            <a:xfrm>
              <a:off x="431656" y="506736"/>
              <a:ext cx="582861" cy="685738"/>
            </a:xfrm>
            <a:prstGeom prst="rect">
              <a:avLst/>
            </a:prstGeom>
            <a:solidFill>
              <a:schemeClr val="accent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1" name="矩形 92"/>
            <p:cNvSpPr>
              <a:spLocks noChangeArrowheads="1"/>
            </p:cNvSpPr>
            <p:nvPr/>
          </p:nvSpPr>
          <p:spPr bwMode="auto">
            <a:xfrm>
              <a:off x="506791" y="595463"/>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2" name="矩形 93"/>
            <p:cNvSpPr>
              <a:spLocks noChangeArrowheads="1"/>
            </p:cNvSpPr>
            <p:nvPr/>
          </p:nvSpPr>
          <p:spPr bwMode="auto">
            <a:xfrm>
              <a:off x="506791" y="741424"/>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3" name="矩形 94"/>
            <p:cNvSpPr>
              <a:spLocks noChangeArrowheads="1"/>
            </p:cNvSpPr>
            <p:nvPr/>
          </p:nvSpPr>
          <p:spPr bwMode="auto">
            <a:xfrm>
              <a:off x="506791" y="88738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4" name="矩形 95"/>
            <p:cNvSpPr>
              <a:spLocks noChangeArrowheads="1"/>
            </p:cNvSpPr>
            <p:nvPr/>
          </p:nvSpPr>
          <p:spPr bwMode="auto">
            <a:xfrm>
              <a:off x="506791" y="1033345"/>
              <a:ext cx="432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5" name="矩形 96"/>
            <p:cNvSpPr>
              <a:spLocks noChangeArrowheads="1"/>
            </p:cNvSpPr>
            <p:nvPr/>
          </p:nvSpPr>
          <p:spPr bwMode="auto">
            <a:xfrm>
              <a:off x="379262" y="386365"/>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6" name="矩形 97"/>
            <p:cNvSpPr>
              <a:spLocks noChangeArrowheads="1"/>
            </p:cNvSpPr>
            <p:nvPr/>
          </p:nvSpPr>
          <p:spPr bwMode="auto">
            <a:xfrm>
              <a:off x="559358" y="363548"/>
              <a:ext cx="108000" cy="72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37" name="矩形 98"/>
            <p:cNvSpPr>
              <a:spLocks noChangeArrowheads="1"/>
            </p:cNvSpPr>
            <p:nvPr/>
          </p:nvSpPr>
          <p:spPr bwMode="auto">
            <a:xfrm>
              <a:off x="739454" y="293363"/>
              <a:ext cx="108000" cy="144000"/>
            </a:xfrm>
            <a:prstGeom prst="rect">
              <a:avLst/>
            </a:prstGeom>
            <a:solidFill>
              <a:schemeClr val="bg1"/>
            </a:solidFill>
            <a:ln>
              <a:noFill/>
            </a:ln>
            <a:extLst>
              <a:ext uri="{91240B29-F687-4F45-9708-019B960494DF}">
                <a14:hiddenLine xmlns:a14="http://schemas.microsoft.com/office/drawing/2010/main" w="25400">
                  <a:solidFill>
                    <a:srgbClr val="000000"/>
                  </a:solidFill>
                  <a:bevel/>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nvGrpSpPr>
            <p:cNvPr id="38" name="组合 108"/>
            <p:cNvGrpSpPr/>
            <p:nvPr/>
          </p:nvGrpSpPr>
          <p:grpSpPr bwMode="auto">
            <a:xfrm>
              <a:off x="864742" y="167572"/>
              <a:ext cx="317688" cy="965960"/>
              <a:chOff x="0" y="0"/>
              <a:chExt cx="317688" cy="965960"/>
            </a:xfrm>
          </p:grpSpPr>
          <p:grpSp>
            <p:nvGrpSpPr>
              <p:cNvPr id="39" name="组合 103"/>
              <p:cNvGrpSpPr/>
              <p:nvPr/>
            </p:nvGrpSpPr>
            <p:grpSpPr bwMode="auto">
              <a:xfrm rot="-8686862">
                <a:off x="562" y="0"/>
                <a:ext cx="242016" cy="965960"/>
                <a:chOff x="0" y="0"/>
                <a:chExt cx="109537" cy="671255"/>
              </a:xfrm>
            </p:grpSpPr>
            <p:sp>
              <p:nvSpPr>
                <p:cNvPr id="42" name="圆角矩形 102"/>
                <p:cNvSpPr>
                  <a:spLocks noChangeArrowheads="1"/>
                </p:cNvSpPr>
                <p:nvPr/>
              </p:nvSpPr>
              <p:spPr bwMode="auto">
                <a:xfrm>
                  <a:off x="768" y="523599"/>
                  <a:ext cx="108000" cy="147656"/>
                </a:xfrm>
                <a:prstGeom prst="roundRect">
                  <a:avLst>
                    <a:gd name="adj" fmla="val 41042"/>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3" name="等腰三角形 99"/>
                <p:cNvSpPr>
                  <a:spLocks noChangeArrowheads="1"/>
                </p:cNvSpPr>
                <p:nvPr/>
              </p:nvSpPr>
              <p:spPr bwMode="auto">
                <a:xfrm>
                  <a:off x="513" y="0"/>
                  <a:ext cx="108000" cy="142875"/>
                </a:xfrm>
                <a:prstGeom prst="triangle">
                  <a:avLst>
                    <a:gd name="adj" fmla="val 50000"/>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44" name="矩形 100"/>
                <p:cNvSpPr>
                  <a:spLocks noChangeArrowheads="1"/>
                </p:cNvSpPr>
                <p:nvPr/>
              </p:nvSpPr>
              <p:spPr bwMode="auto">
                <a:xfrm>
                  <a:off x="0" y="144462"/>
                  <a:ext cx="109537" cy="438150"/>
                </a:xfrm>
                <a:prstGeom prst="rect">
                  <a:avLst/>
                </a:prstGeom>
                <a:solidFill>
                  <a:schemeClr val="bg1"/>
                </a:solidFill>
                <a:ln w="25400">
                  <a:solidFill>
                    <a:schemeClr val="accent1"/>
                  </a:solidFill>
                  <a:beve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grpSp>
          <p:sp>
            <p:nvSpPr>
              <p:cNvPr id="40" name="直接连接符 105"/>
              <p:cNvSpPr>
                <a:spLocks noChangeShapeType="1"/>
              </p:cNvSpPr>
              <p:nvPr/>
            </p:nvSpPr>
            <p:spPr bwMode="auto">
              <a:xfrm flipH="1">
                <a:off x="0" y="217724"/>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107"/>
              <p:cNvSpPr>
                <a:spLocks noChangeShapeType="1"/>
              </p:cNvSpPr>
              <p:nvPr/>
            </p:nvSpPr>
            <p:spPr bwMode="auto">
              <a:xfrm flipH="1">
                <a:off x="72274" y="265392"/>
                <a:ext cx="245414" cy="349418"/>
              </a:xfrm>
              <a:prstGeom prst="line">
                <a:avLst/>
              </a:prstGeom>
              <a:noFill/>
              <a:ln w="19050">
                <a:solidFill>
                  <a:schemeClr val="accent1"/>
                </a:solidFill>
                <a:bevel/>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7" name="组合 46"/>
          <p:cNvGrpSpPr/>
          <p:nvPr/>
        </p:nvGrpSpPr>
        <p:grpSpPr>
          <a:xfrm>
            <a:off x="-25400" y="4360863"/>
            <a:ext cx="9565952" cy="1587500"/>
            <a:chOff x="-25400" y="4360863"/>
            <a:chExt cx="9565952" cy="1587500"/>
          </a:xfrm>
        </p:grpSpPr>
        <p:grpSp>
          <p:nvGrpSpPr>
            <p:cNvPr id="48" name="组合 18"/>
            <p:cNvGrpSpPr/>
            <p:nvPr/>
          </p:nvGrpSpPr>
          <p:grpSpPr bwMode="auto">
            <a:xfrm>
              <a:off x="-25400" y="4360863"/>
              <a:ext cx="9180513" cy="1587500"/>
              <a:chOff x="0" y="0"/>
              <a:chExt cx="9181274" cy="1588274"/>
            </a:xfrm>
          </p:grpSpPr>
          <p:sp>
            <p:nvSpPr>
              <p:cNvPr id="65" name="矩形 21"/>
              <p:cNvSpPr>
                <a:spLocks noChangeArrowheads="1"/>
              </p:cNvSpPr>
              <p:nvPr/>
            </p:nvSpPr>
            <p:spPr bwMode="auto">
              <a:xfrm>
                <a:off x="0" y="796186"/>
                <a:ext cx="9181274" cy="79208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6" name="等腰三角形 23"/>
              <p:cNvSpPr>
                <a:spLocks noChangeArrowheads="1"/>
              </p:cNvSpPr>
              <p:nvPr/>
            </p:nvSpPr>
            <p:spPr bwMode="auto">
              <a:xfrm>
                <a:off x="14856" y="0"/>
                <a:ext cx="1573038" cy="811334"/>
              </a:xfrm>
              <a:prstGeom prst="triangle">
                <a:avLst>
                  <a:gd name="adj" fmla="val 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grpSp>
        <p:sp>
          <p:nvSpPr>
            <p:cNvPr id="49" name="TextBox 20"/>
            <p:cNvSpPr txBox="1">
              <a:spLocks noChangeArrowheads="1"/>
            </p:cNvSpPr>
            <p:nvPr/>
          </p:nvSpPr>
          <p:spPr bwMode="auto">
            <a:xfrm>
              <a:off x="34925" y="4894263"/>
              <a:ext cx="1152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FFFFFF"/>
                  </a:solidFill>
                  <a:latin typeface="Franklin Gothic Medium" panose="020B0603020102020204" pitchFamily="34" charset="0"/>
                  <a:ea typeface="微软雅黑" panose="020B0503020204020204" pitchFamily="34" charset="-122"/>
                </a:rPr>
                <a:t>生产</a:t>
              </a:r>
            </a:p>
          </p:txBody>
        </p:sp>
        <p:sp>
          <p:nvSpPr>
            <p:cNvPr id="50" name="TextBox 22"/>
            <p:cNvSpPr txBox="1">
              <a:spLocks noChangeArrowheads="1"/>
            </p:cNvSpPr>
            <p:nvPr/>
          </p:nvSpPr>
          <p:spPr bwMode="auto">
            <a:xfrm>
              <a:off x="1370013" y="5189538"/>
              <a:ext cx="2087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概述</a:t>
              </a:r>
            </a:p>
          </p:txBody>
        </p:sp>
        <p:sp>
          <p:nvSpPr>
            <p:cNvPr id="51" name="TextBox 40"/>
            <p:cNvSpPr txBox="1">
              <a:spLocks noChangeArrowheads="1"/>
            </p:cNvSpPr>
            <p:nvPr/>
          </p:nvSpPr>
          <p:spPr bwMode="auto">
            <a:xfrm>
              <a:off x="3059832" y="5189538"/>
              <a:ext cx="21161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备料</a:t>
              </a:r>
            </a:p>
          </p:txBody>
        </p:sp>
        <p:sp>
          <p:nvSpPr>
            <p:cNvPr id="52" name="TextBox 41"/>
            <p:cNvSpPr txBox="1">
              <a:spLocks noChangeArrowheads="1"/>
            </p:cNvSpPr>
            <p:nvPr/>
          </p:nvSpPr>
          <p:spPr bwMode="auto">
            <a:xfrm>
              <a:off x="4798669" y="5213820"/>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lumMod val="65000"/>
                    </a:schemeClr>
                  </a:solidFill>
                  <a:latin typeface="Franklin Gothic Medium" panose="020B0603020102020204" pitchFamily="34" charset="0"/>
                  <a:ea typeface="微软雅黑" panose="020B0503020204020204" pitchFamily="34" charset="-122"/>
                </a:rPr>
                <a:t>设定</a:t>
              </a:r>
            </a:p>
          </p:txBody>
        </p:sp>
        <p:sp>
          <p:nvSpPr>
            <p:cNvPr id="53" name="等腰三角形 24"/>
            <p:cNvSpPr>
              <a:spLocks noChangeArrowheads="1"/>
            </p:cNvSpPr>
            <p:nvPr/>
          </p:nvSpPr>
          <p:spPr bwMode="auto">
            <a:xfrm>
              <a:off x="7953845" y="4973704"/>
              <a:ext cx="215900" cy="187325"/>
            </a:xfrm>
            <a:prstGeom prst="triangle">
              <a:avLst>
                <a:gd name="adj" fmla="val 50000"/>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64" name="TextBox 41"/>
            <p:cNvSpPr txBox="1">
              <a:spLocks noChangeArrowheads="1"/>
            </p:cNvSpPr>
            <p:nvPr/>
          </p:nvSpPr>
          <p:spPr bwMode="auto">
            <a:xfrm>
              <a:off x="6583039" y="5213821"/>
              <a:ext cx="29575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dirty="0">
                  <a:solidFill>
                    <a:schemeClr val="bg1"/>
                  </a:solidFill>
                  <a:latin typeface="Franklin Gothic Medium" panose="020B0603020102020204" pitchFamily="34" charset="0"/>
                  <a:ea typeface="微软雅黑" panose="020B0503020204020204" pitchFamily="34" charset="-122"/>
                </a:rPr>
                <a:t>生产</a:t>
              </a:r>
            </a:p>
          </p:txBody>
        </p:sp>
      </p:grpSp>
      <p:sp>
        <p:nvSpPr>
          <p:cNvPr id="67" name="灯片编号占位符 66"/>
          <p:cNvSpPr>
            <a:spLocks noGrp="1"/>
          </p:cNvSpPr>
          <p:nvPr>
            <p:ph type="sldNum" sz="quarter" idx="12"/>
          </p:nvPr>
        </p:nvSpPr>
        <p:spPr/>
        <p:txBody>
          <a:bodyPr/>
          <a:lstStyle/>
          <a:p>
            <a:pPr>
              <a:defRPr/>
            </a:pPr>
            <a:fld id="{B47DB1DE-F440-4B9A-AD37-957E1CAAA726}" type="slidenum">
              <a:rPr lang="en-US" altLang="zh-CN" smtClean="0"/>
              <a:t>10</a:t>
            </a:fld>
            <a:endParaRPr lang="en-US" altLang="zh-CN"/>
          </a:p>
        </p:txBody>
      </p:sp>
      <p:grpSp>
        <p:nvGrpSpPr>
          <p:cNvPr id="3" name="组合 2">
            <a:extLst>
              <a:ext uri="{FF2B5EF4-FFF2-40B4-BE49-F238E27FC236}">
                <a16:creationId xmlns:a16="http://schemas.microsoft.com/office/drawing/2014/main" id="{77C1977D-63ED-D147-91C5-4F8D5763452D}"/>
              </a:ext>
            </a:extLst>
          </p:cNvPr>
          <p:cNvGrpSpPr/>
          <p:nvPr/>
        </p:nvGrpSpPr>
        <p:grpSpPr>
          <a:xfrm>
            <a:off x="3748557" y="2772551"/>
            <a:ext cx="1286951" cy="537912"/>
            <a:chOff x="2279621" y="2958033"/>
            <a:chExt cx="1219702" cy="537912"/>
          </a:xfrm>
        </p:grpSpPr>
        <p:cxnSp>
          <p:nvCxnSpPr>
            <p:cNvPr id="4" name="直接箭头连接符 61">
              <a:extLst>
                <a:ext uri="{FF2B5EF4-FFF2-40B4-BE49-F238E27FC236}">
                  <a16:creationId xmlns:a16="http://schemas.microsoft.com/office/drawing/2014/main" id="{83F290A2-B60E-3F12-5B92-FD3F658454F8}"/>
                </a:ext>
              </a:extLst>
            </p:cNvPr>
            <p:cNvCxnSpPr/>
            <p:nvPr/>
          </p:nvCxnSpPr>
          <p:spPr bwMode="auto">
            <a:xfrm>
              <a:off x="2808311" y="3230417"/>
              <a:ext cx="69101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圆角矩形 4">
              <a:extLst>
                <a:ext uri="{FF2B5EF4-FFF2-40B4-BE49-F238E27FC236}">
                  <a16:creationId xmlns:a16="http://schemas.microsoft.com/office/drawing/2014/main" id="{32ED15AE-90D2-C748-F59A-AA3E281914DD}"/>
                </a:ext>
              </a:extLst>
            </p:cNvPr>
            <p:cNvSpPr/>
            <p:nvPr/>
          </p:nvSpPr>
          <p:spPr bwMode="auto">
            <a:xfrm>
              <a:off x="2279621" y="2958033"/>
              <a:ext cx="496753" cy="537912"/>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
        <p:nvSpPr>
          <p:cNvPr id="6" name="圆角矩形 5">
            <a:extLst>
              <a:ext uri="{FF2B5EF4-FFF2-40B4-BE49-F238E27FC236}">
                <a16:creationId xmlns:a16="http://schemas.microsoft.com/office/drawing/2014/main" id="{A53CDE1C-45E8-1D8A-1FCE-60ED5B59C5C8}"/>
              </a:ext>
            </a:extLst>
          </p:cNvPr>
          <p:cNvSpPr/>
          <p:nvPr/>
        </p:nvSpPr>
        <p:spPr bwMode="auto">
          <a:xfrm>
            <a:off x="5035508" y="2824970"/>
            <a:ext cx="1287318" cy="433074"/>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b="0" i="0" u="none" strike="noStrike" cap="none" normalizeH="0" baseline="-25000" dirty="0">
                <a:ln>
                  <a:noFill/>
                </a:ln>
                <a:solidFill>
                  <a:schemeClr val="bg1"/>
                </a:solidFill>
                <a:effectLst/>
                <a:latin typeface="+mj-ea"/>
                <a:ea typeface="+mj-ea"/>
              </a:rPr>
              <a:t>观察料斗预料</a:t>
            </a:r>
          </a:p>
        </p:txBody>
      </p:sp>
      <p:grpSp>
        <p:nvGrpSpPr>
          <p:cNvPr id="7" name="组合 6">
            <a:extLst>
              <a:ext uri="{FF2B5EF4-FFF2-40B4-BE49-F238E27FC236}">
                <a16:creationId xmlns:a16="http://schemas.microsoft.com/office/drawing/2014/main" id="{892F811B-2401-F83D-8989-0F8330F8C5D1}"/>
              </a:ext>
            </a:extLst>
          </p:cNvPr>
          <p:cNvGrpSpPr/>
          <p:nvPr/>
        </p:nvGrpSpPr>
        <p:grpSpPr>
          <a:xfrm>
            <a:off x="4064771" y="3727565"/>
            <a:ext cx="1111198" cy="378690"/>
            <a:chOff x="2279621" y="2958033"/>
            <a:chExt cx="1053133" cy="378690"/>
          </a:xfrm>
        </p:grpSpPr>
        <p:cxnSp>
          <p:nvCxnSpPr>
            <p:cNvPr id="8" name="直接箭头连接符 61">
              <a:extLst>
                <a:ext uri="{FF2B5EF4-FFF2-40B4-BE49-F238E27FC236}">
                  <a16:creationId xmlns:a16="http://schemas.microsoft.com/office/drawing/2014/main" id="{111952E7-3BB4-FBA8-29F6-B8BF511B4D7E}"/>
                </a:ext>
              </a:extLst>
            </p:cNvPr>
            <p:cNvCxnSpPr/>
            <p:nvPr/>
          </p:nvCxnSpPr>
          <p:spPr bwMode="auto">
            <a:xfrm>
              <a:off x="2641742" y="3179500"/>
              <a:ext cx="691012" cy="0"/>
            </a:xfrm>
            <a:prstGeom prst="straightConnector1">
              <a:avLst/>
            </a:prstGeom>
            <a:solidFill>
              <a:schemeClr val="accent1"/>
            </a:solidFill>
            <a:ln w="25400" cap="rnd" cmpd="sng" algn="ctr">
              <a:solidFill>
                <a:srgbClr val="FF0000"/>
              </a:solidFill>
              <a:prstDash val="solid"/>
              <a:miter lim="800000"/>
              <a:headEnd type="none" w="med" len="med"/>
              <a:tailEnd type="stealth"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圆角矩形 8">
              <a:extLst>
                <a:ext uri="{FF2B5EF4-FFF2-40B4-BE49-F238E27FC236}">
                  <a16:creationId xmlns:a16="http://schemas.microsoft.com/office/drawing/2014/main" id="{A2F30282-31C3-0487-AA89-004131DE19D9}"/>
                </a:ext>
              </a:extLst>
            </p:cNvPr>
            <p:cNvSpPr/>
            <p:nvPr/>
          </p:nvSpPr>
          <p:spPr bwMode="auto">
            <a:xfrm>
              <a:off x="2279621" y="2958033"/>
              <a:ext cx="362121" cy="378690"/>
            </a:xfrm>
            <a:prstGeom prst="roundRect">
              <a:avLst/>
            </a:prstGeom>
            <a:noFill/>
            <a:ln w="25400"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400" b="0" i="0" u="none" strike="noStrike" cap="none" normalizeH="0" baseline="-25000" dirty="0">
                <a:ln>
                  <a:noFill/>
                </a:ln>
                <a:solidFill>
                  <a:schemeClr val="bg1"/>
                </a:solidFill>
                <a:effectLst/>
                <a:latin typeface="+mj-ea"/>
                <a:ea typeface="+mj-ea"/>
              </a:endParaRPr>
            </a:p>
          </p:txBody>
        </p:sp>
      </p:grpSp>
      <p:sp>
        <p:nvSpPr>
          <p:cNvPr id="10" name="圆角矩形 9">
            <a:extLst>
              <a:ext uri="{FF2B5EF4-FFF2-40B4-BE49-F238E27FC236}">
                <a16:creationId xmlns:a16="http://schemas.microsoft.com/office/drawing/2014/main" id="{983F8C0D-6D3F-1C11-A588-914015E40F9B}"/>
              </a:ext>
            </a:extLst>
          </p:cNvPr>
          <p:cNvSpPr/>
          <p:nvPr/>
        </p:nvSpPr>
        <p:spPr bwMode="auto">
          <a:xfrm>
            <a:off x="5175969" y="3732495"/>
            <a:ext cx="1287318" cy="433074"/>
          </a:xfrm>
          <a:prstGeom prst="roundRect">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b="0" i="0" u="none" strike="noStrike" cap="none" normalizeH="0" baseline="-25000" dirty="0">
                <a:ln>
                  <a:noFill/>
                </a:ln>
                <a:solidFill>
                  <a:schemeClr val="bg1"/>
                </a:solidFill>
                <a:effectLst/>
                <a:latin typeface="+mj-ea"/>
                <a:ea typeface="+mj-ea"/>
              </a:rPr>
              <a:t>观察成品效果</a:t>
            </a:r>
          </a:p>
        </p:txBody>
      </p:sp>
    </p:spTree>
    <p:extLst>
      <p:ext uri="{BB962C8B-B14F-4D97-AF65-F5344CB8AC3E}">
        <p14:creationId xmlns:p14="http://schemas.microsoft.com/office/powerpoint/2010/main" val="284488285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par>
                          <p:cTn id="8" fill="hold">
                            <p:stCondLst>
                              <p:cond delay="1000"/>
                            </p:stCondLst>
                            <p:childTnLst>
                              <p:par>
                                <p:cTn id="9" presetID="26" presetClass="emph" presetSubtype="0" fill="hold" nodeType="afterEffect">
                                  <p:stCondLst>
                                    <p:cond delay="0"/>
                                  </p:stCondLst>
                                  <p:childTnLst>
                                    <p:animEffect transition="out" filter="fade">
                                      <p:cBhvr>
                                        <p:cTn id="10" dur="1000" tmFilter="0, 0; .2, .5; .8, .5; 1, 0"/>
                                        <p:tgtEl>
                                          <p:spTgt spid="3"/>
                                        </p:tgtEl>
                                      </p:cBhvr>
                                    </p:animEffect>
                                    <p:animScale>
                                      <p:cBhvr>
                                        <p:cTn id="11" dur="500" autoRev="1" fill="hold"/>
                                        <p:tgtEl>
                                          <p:spTgt spid="3"/>
                                        </p:tgtEl>
                                      </p:cBhvr>
                                      <p:by x="105000" y="105000"/>
                                    </p:animScale>
                                  </p:childTnLst>
                                </p:cTn>
                              </p:par>
                            </p:childTnLst>
                          </p:cTn>
                        </p:par>
                        <p:par>
                          <p:cTn id="12" fill="hold">
                            <p:stCondLst>
                              <p:cond delay="2000"/>
                            </p:stCondLst>
                            <p:childTnLst>
                              <p:par>
                                <p:cTn id="13" presetID="26" presetClass="emph" presetSubtype="0" fill="hold" nodeType="afterEffect">
                                  <p:stCondLst>
                                    <p:cond delay="0"/>
                                  </p:stCondLst>
                                  <p:childTnLst>
                                    <p:animEffect transition="out" filter="fade">
                                      <p:cBhvr>
                                        <p:cTn id="14" dur="1000" tmFilter="0, 0; .2, .5; .8, .5; 1, 0"/>
                                        <p:tgtEl>
                                          <p:spTgt spid="3"/>
                                        </p:tgtEl>
                                      </p:cBhvr>
                                    </p:animEffect>
                                    <p:animScale>
                                      <p:cBhvr>
                                        <p:cTn id="15" dur="500" autoRev="1" fill="hold"/>
                                        <p:tgtEl>
                                          <p:spTgt spid="3"/>
                                        </p:tgtEl>
                                      </p:cBhvr>
                                      <p:by x="105000" y="105000"/>
                                    </p:animScale>
                                  </p:childTnLst>
                                </p:cTn>
                              </p:par>
                            </p:childTnLst>
                          </p:cTn>
                        </p:par>
                        <p:par>
                          <p:cTn id="16" fill="hold">
                            <p:stCondLst>
                              <p:cond delay="3000"/>
                            </p:stCondLst>
                            <p:childTnLst>
                              <p:par>
                                <p:cTn id="17" presetID="26" presetClass="emph" presetSubtype="0" fill="hold" nodeType="afterEffect">
                                  <p:stCondLst>
                                    <p:cond delay="0"/>
                                  </p:stCondLst>
                                  <p:childTnLst>
                                    <p:animEffect transition="out" filter="fade">
                                      <p:cBhvr>
                                        <p:cTn id="18" dur="1000" tmFilter="0, 0; .2, .5; .8, .5; 1, 0"/>
                                        <p:tgtEl>
                                          <p:spTgt spid="3"/>
                                        </p:tgtEl>
                                      </p:cBhvr>
                                    </p:animEffect>
                                    <p:animScale>
                                      <p:cBhvr>
                                        <p:cTn id="19" dur="500" autoRev="1" fill="hold"/>
                                        <p:tgtEl>
                                          <p:spTgt spid="3"/>
                                        </p:tgtEl>
                                      </p:cBhvr>
                                      <p:by x="105000" y="105000"/>
                                    </p:animScale>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childTnLst>
                                </p:cTn>
                              </p:par>
                            </p:childTnLst>
                          </p:cTn>
                        </p:par>
                        <p:par>
                          <p:cTn id="24" fill="hold">
                            <p:stCondLst>
                              <p:cond delay="5000"/>
                            </p:stCondLst>
                            <p:childTnLst>
                              <p:par>
                                <p:cTn id="25" presetID="26" presetClass="emph" presetSubtype="0" fill="hold" nodeType="afterEffect">
                                  <p:stCondLst>
                                    <p:cond delay="0"/>
                                  </p:stCondLst>
                                  <p:childTnLst>
                                    <p:animEffect transition="out" filter="fade">
                                      <p:cBhvr>
                                        <p:cTn id="26" dur="1000" tmFilter="0, 0; .2, .5; .8, .5; 1, 0"/>
                                        <p:tgtEl>
                                          <p:spTgt spid="7"/>
                                        </p:tgtEl>
                                      </p:cBhvr>
                                    </p:animEffect>
                                    <p:animScale>
                                      <p:cBhvr>
                                        <p:cTn id="27" dur="500" autoRev="1" fill="hold"/>
                                        <p:tgtEl>
                                          <p:spTgt spid="7"/>
                                        </p:tgtEl>
                                      </p:cBhvr>
                                      <p:by x="105000" y="105000"/>
                                    </p:animScale>
                                  </p:childTnLst>
                                </p:cTn>
                              </p:par>
                            </p:childTnLst>
                          </p:cTn>
                        </p:par>
                        <p:par>
                          <p:cTn id="28" fill="hold">
                            <p:stCondLst>
                              <p:cond delay="6000"/>
                            </p:stCondLst>
                            <p:childTnLst>
                              <p:par>
                                <p:cTn id="29" presetID="26" presetClass="emph" presetSubtype="0" fill="hold" nodeType="afterEffect">
                                  <p:stCondLst>
                                    <p:cond delay="0"/>
                                  </p:stCondLst>
                                  <p:childTnLst>
                                    <p:animEffect transition="out" filter="fade">
                                      <p:cBhvr>
                                        <p:cTn id="30" dur="1000" tmFilter="0, 0; .2, .5; .8, .5; 1, 0"/>
                                        <p:tgtEl>
                                          <p:spTgt spid="7"/>
                                        </p:tgtEl>
                                      </p:cBhvr>
                                    </p:animEffect>
                                    <p:animScale>
                                      <p:cBhvr>
                                        <p:cTn id="31" dur="500" autoRev="1" fill="hold"/>
                                        <p:tgtEl>
                                          <p:spTgt spid="7"/>
                                        </p:tgtEl>
                                      </p:cBhvr>
                                      <p:by x="105000" y="105000"/>
                                    </p:animScale>
                                  </p:childTnLst>
                                </p:cTn>
                              </p:par>
                            </p:childTnLst>
                          </p:cTn>
                        </p:par>
                        <p:par>
                          <p:cTn id="32" fill="hold">
                            <p:stCondLst>
                              <p:cond delay="7000"/>
                            </p:stCondLst>
                            <p:childTnLst>
                              <p:par>
                                <p:cTn id="33" presetID="26" presetClass="emph" presetSubtype="0" fill="hold" nodeType="afterEffect">
                                  <p:stCondLst>
                                    <p:cond delay="0"/>
                                  </p:stCondLst>
                                  <p:childTnLst>
                                    <p:animEffect transition="out" filter="fade">
                                      <p:cBhvr>
                                        <p:cTn id="34" dur="1000" tmFilter="0, 0; .2, .5; .8, .5; 1, 0"/>
                                        <p:tgtEl>
                                          <p:spTgt spid="7"/>
                                        </p:tgtEl>
                                      </p:cBhvr>
                                    </p:animEffect>
                                    <p:animScale>
                                      <p:cBhvr>
                                        <p:cTn id="35" dur="50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演示文稿1">
  <a:themeElements>
    <a:clrScheme name="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演示文稿1">
  <a:themeElements>
    <a:clrScheme name="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演示文稿1">
  <a:themeElements>
    <a:clrScheme name="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4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演示文稿1">
  <a:themeElements>
    <a:clrScheme name="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5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演示文稿1">
  <a:themeElements>
    <a:clrScheme name="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6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演示文稿1">
  <a:themeElements>
    <a:clrScheme name="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7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演示文稿1">
  <a:themeElements>
    <a:clrScheme name="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8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演示文稿1">
  <a:themeElements>
    <a:clrScheme name="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9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演示文稿1">
  <a:themeElements>
    <a:clrScheme name="1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0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演示文稿1">
  <a:themeElements>
    <a:clrScheme name="1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演示文稿1">
  <a:themeElements>
    <a:clrScheme name="1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2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演示文稿1">
  <a:themeElements>
    <a:clrScheme name="1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3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演示文稿1">
  <a:themeElements>
    <a:clrScheme name="1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4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4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演示文稿1">
  <a:themeElements>
    <a:clrScheme name="1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5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5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演示文稿1">
  <a:themeElements>
    <a:clrScheme name="1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6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6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演示文稿1">
  <a:themeElements>
    <a:clrScheme name="1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7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7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演示文稿1">
  <a:themeElements>
    <a:clrScheme name="1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8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8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演示文稿1">
  <a:themeElements>
    <a:clrScheme name="1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9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9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演示文稿1">
  <a:themeElements>
    <a:clrScheme name="2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0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0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演示文稿1">
  <a:themeElements>
    <a:clrScheme name="2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1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1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演示文稿1">
  <a:themeElements>
    <a:clrScheme name="2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2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2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3_演示文稿1">
  <a:themeElements>
    <a:clrScheme name="2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3_演示文稿1">
      <a:majorFont>
        <a:latin typeface="微软雅黑"/>
        <a:ea typeface="微软雅黑"/>
        <a:cs typeface=""/>
      </a:majorFont>
      <a:minorFont>
        <a:latin typeface="Franklin Gothic Medium"/>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3_演示文稿1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3_기본 디자인">
  <a:themeElements>
    <a:clrScheme name="3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4_기본 디자인">
  <a:themeElements>
    <a:clrScheme name="4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5_기본 디자인">
  <a:themeElements>
    <a:clrScheme name="5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6_기본 디자인">
  <a:themeElements>
    <a:clrScheme name="6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6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6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6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6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6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6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6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6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6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6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6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7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8_기본 디자인">
  <a:themeElements>
    <a:clrScheme name="8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8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8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8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8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8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8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8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8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8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8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8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9_기본 디자인">
  <a:themeElements>
    <a:clrScheme name="9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9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9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9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9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9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9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9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9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9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9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9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9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0_기본 디자인">
  <a:themeElements>
    <a:clrScheme name="10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0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0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0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0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0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0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0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0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0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0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0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0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11_기본 디자인">
  <a:themeElements>
    <a:clrScheme name="1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1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2_기본 디자인">
  <a:themeElements>
    <a:clrScheme name="12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2_기본 디자인">
      <a:majorFont>
        <a:latin typeface="Gulim"/>
        <a:ea typeface="Gulim"/>
        <a:cs typeface=""/>
      </a:majorFont>
      <a:minorFont>
        <a:latin typeface="Gulim"/>
        <a:ea typeface="Gul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2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2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2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2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2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2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2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2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2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2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2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2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2_Office 主题​​">
  <a:themeElements>
    <a:clrScheme name="2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2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_Office 主题​​">
  <a:themeElements>
    <a:clrScheme name="3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3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4_Office 主题​​">
  <a:themeElements>
    <a:clrScheme name="4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4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4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5_Office 主题​​">
  <a:themeElements>
    <a:clrScheme name="5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5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5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6_Office 主题​​">
  <a:themeElements>
    <a:clrScheme name="6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6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6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7_Office 主题​​">
  <a:themeElements>
    <a:clrScheme name="7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7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7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8_Office 主题​​">
  <a:themeElements>
    <a:clrScheme name="8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8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8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9_Office 主题​​">
  <a:themeElements>
    <a:clrScheme name="9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9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9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10_Office 主题​​">
  <a:themeElements>
    <a:clrScheme name="10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0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0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11_Office 主题​​">
  <a:themeElements>
    <a:clrScheme name="1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fontScheme name="11_Office 主题​​">
      <a:majorFont>
        <a:latin typeface="方正兰亭黑_GBK"/>
        <a:ea typeface="宋体"/>
        <a:cs typeface=""/>
      </a:majorFont>
      <a:minorFont>
        <a:latin typeface="方正兰亭黑_GBK"/>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1_Office 主题​​ 1">
        <a:dk1>
          <a:srgbClr val="000000"/>
        </a:dk1>
        <a:lt1>
          <a:srgbClr val="FFFFFF"/>
        </a:lt1>
        <a:dk2>
          <a:srgbClr val="1F497D"/>
        </a:dk2>
        <a:lt2>
          <a:srgbClr val="EEECE1"/>
        </a:lt2>
        <a:accent1>
          <a:srgbClr val="4F81BD"/>
        </a:accent1>
        <a:accent2>
          <a:srgbClr val="FF6699"/>
        </a:accent2>
        <a:accent3>
          <a:srgbClr val="FFFFFF"/>
        </a:accent3>
        <a:accent4>
          <a:srgbClr val="000000"/>
        </a:accent4>
        <a:accent5>
          <a:srgbClr val="B2C1DB"/>
        </a:accent5>
        <a:accent6>
          <a:srgbClr val="E75C8A"/>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558</Words>
  <Application>Microsoft Macintosh PowerPoint</Application>
  <PresentationFormat>全屏显示(16:10)</PresentationFormat>
  <Paragraphs>96</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44</vt:i4>
      </vt:variant>
      <vt:variant>
        <vt:lpstr>幻灯片标题</vt:lpstr>
      </vt:variant>
      <vt:variant>
        <vt:i4>10</vt:i4>
      </vt:variant>
    </vt:vector>
  </HeadingPairs>
  <TitlesOfParts>
    <vt:vector size="64" baseType="lpstr">
      <vt:lpstr>Haettenschweiler</vt:lpstr>
      <vt:lpstr>Calibri</vt:lpstr>
      <vt:lpstr>Franklin Gothic Medium</vt:lpstr>
      <vt:lpstr>Mistral</vt:lpstr>
      <vt:lpstr>Gulim</vt:lpstr>
      <vt:lpstr>Verdana</vt:lpstr>
      <vt:lpstr>微软雅黑</vt:lpstr>
      <vt:lpstr>Arial</vt:lpstr>
      <vt:lpstr>方正兰亭黑_GBK</vt:lpstr>
      <vt:lpstr>黑体</vt:lpstr>
      <vt:lpstr>演示文稿1</vt:lpstr>
      <vt:lpstr>1_演示文稿1</vt:lpstr>
      <vt:lpstr>1_기본 디자인</vt:lpstr>
      <vt:lpstr>1_Office 主题​​</vt:lpstr>
      <vt:lpstr>4_演示文稿1</vt:lpstr>
      <vt:lpstr>5_演示文稿1</vt:lpstr>
      <vt:lpstr>6_演示文稿1</vt:lpstr>
      <vt:lpstr>7_演示文稿1</vt:lpstr>
      <vt:lpstr>8_演示文稿1</vt:lpstr>
      <vt:lpstr>9_演示文稿1</vt:lpstr>
      <vt:lpstr>10_演示文稿1</vt:lpstr>
      <vt:lpstr>11_演示文稿1</vt:lpstr>
      <vt:lpstr>12_演示文稿1</vt:lpstr>
      <vt:lpstr>13_演示文稿1</vt:lpstr>
      <vt:lpstr>14_演示文稿1</vt:lpstr>
      <vt:lpstr>15_演示文稿1</vt:lpstr>
      <vt:lpstr>16_演示文稿1</vt:lpstr>
      <vt:lpstr>17_演示文稿1</vt:lpstr>
      <vt:lpstr>18_演示文稿1</vt:lpstr>
      <vt:lpstr>19_演示文稿1</vt:lpstr>
      <vt:lpstr>20_演示文稿1</vt:lpstr>
      <vt:lpstr>21_演示文稿1</vt:lpstr>
      <vt:lpstr>22_演示文稿1</vt:lpstr>
      <vt:lpstr>23_演示文稿1</vt:lpstr>
      <vt:lpstr>3_기본 디자인</vt:lpstr>
      <vt:lpstr>4_기본 디자인</vt:lpstr>
      <vt:lpstr>5_기본 디자인</vt:lpstr>
      <vt:lpstr>6_기본 디자인</vt:lpstr>
      <vt:lpstr>7_기본 디자인</vt:lpstr>
      <vt:lpstr>8_기본 디자인</vt:lpstr>
      <vt:lpstr>9_기본 디자인</vt:lpstr>
      <vt:lpstr>10_기본 디자인</vt:lpstr>
      <vt:lpstr>11_기본 디자인</vt:lpstr>
      <vt:lpstr>12_기본 디자인</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LiuBin</dc:creator>
  <cp:lastModifiedBy>Microsoft</cp:lastModifiedBy>
  <cp:revision>397</cp:revision>
  <dcterms:created xsi:type="dcterms:W3CDTF">2011-03-17T08:18:00Z</dcterms:created>
  <dcterms:modified xsi:type="dcterms:W3CDTF">2025-10-07T03:10:04Z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20B18228E20C491FAD903CF339C87DB1_13</vt:lpwstr>
  </property>
</Properties>
</file>